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a7c0c468994861" /><Relationship Type="http://schemas.openxmlformats.org/officeDocument/2006/relationships/extended-properties" Target="/docProps/app.xml" Id="Ref5e3749e28146c0" /><Relationship Type="http://schemas.openxmlformats.org/officeDocument/2006/relationships/officeDocument" Target="/ppt/presentation.xml" Id="R215c5b615ac34137" /></Relationships>
</file>

<file path=ppt/presentation.xml><?xml version="1.0" encoding="utf-8"?>
<p:presentation xmlns:p="http://schemas.openxmlformats.org/presentationml/2006/main">
  <p:sldMasterIdLst>
    <p:sldMasterId xmlns:r="http://schemas.openxmlformats.org/officeDocument/2006/relationships" id="2147483648" r:id="R8ff705b2556745d0"/>
  </p:sldMasterIdLst>
  <p:notesMasterIdLst>
    <p:notesMasterId xmlns:r="http://schemas.openxmlformats.org/officeDocument/2006/relationships" r:id="R21cc55a5b90a4008"/>
  </p:notesMasterIdLst>
  <p:sldIdLst>
    <p:sldId xmlns:r="http://schemas.openxmlformats.org/officeDocument/2006/relationships" id="256" r:id="R35ab9c71ee444107"/>
    <p:sldId xmlns:r="http://schemas.openxmlformats.org/officeDocument/2006/relationships" id="257" r:id="R3657e79980894865"/>
    <p:sldId xmlns:r="http://schemas.openxmlformats.org/officeDocument/2006/relationships" id="258" r:id="R6ee43eddc14f41f0"/>
    <p:sldId xmlns:r="http://schemas.openxmlformats.org/officeDocument/2006/relationships" id="270" r:id="CopilotTipAfterS03"/>
    <p:sldId xmlns:r="http://schemas.openxmlformats.org/officeDocument/2006/relationships" id="259" r:id="Rc38eda34aca341ad"/>
    <p:sldId xmlns:r="http://schemas.openxmlformats.org/officeDocument/2006/relationships" id="260" r:id="R6be011294e834b11"/>
    <p:sldId xmlns:r="http://schemas.openxmlformats.org/officeDocument/2006/relationships" id="261" r:id="Rc536c28e9b634e42"/>
    <p:sldId xmlns:r="http://schemas.openxmlformats.org/officeDocument/2006/relationships" id="262" r:id="Rc77866ffd74a499d"/>
    <p:sldId xmlns:r="http://schemas.openxmlformats.org/officeDocument/2006/relationships" id="263" r:id="R756b2990aef24a12"/>
    <p:sldId xmlns:r="http://schemas.openxmlformats.org/officeDocument/2006/relationships" id="264" r:id="R467c3b276d774dfa"/>
    <p:sldId xmlns:r="http://schemas.openxmlformats.org/officeDocument/2006/relationships" id="265" r:id="R20b4544b3b4f4a17"/>
    <p:sldId xmlns:r="http://schemas.openxmlformats.org/officeDocument/2006/relationships" id="266" r:id="Ra7e83412099b44a8"/>
    <p:sldId xmlns:r="http://schemas.openxmlformats.org/officeDocument/2006/relationships" id="267" r:id="R4bcfd689ddfa4ce2"/>
    <p:sldId xmlns:r="http://schemas.openxmlformats.org/officeDocument/2006/relationships" id="268" r:id="R68fb9a0cdba34cd7"/>
    <p:sldId xmlns:r="http://schemas.openxmlformats.org/officeDocument/2006/relationships" id="269" r:id="Rc377a264c82e48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2e1dd49b645e44b7"/><Relationship Type="http://schemas.openxmlformats.org/officeDocument/2006/relationships/slideMaster" Target="/ppt/slideMasters/slideMaster1.xml" Id="R8ff705b2556745d0"/><Relationship Type="http://schemas.openxmlformats.org/officeDocument/2006/relationships/notesMaster" Target="/ppt/notesMasters/notesMaster1.xml" Id="R21cc55a5b90a4008"/><Relationship Type="http://schemas.openxmlformats.org/officeDocument/2006/relationships/presProps" Target="/ppt/presProps.xml" Id="R5917eba8e8bc4713"/><Relationship Type="http://schemas.openxmlformats.org/officeDocument/2006/relationships/tableStyles" Target="/ppt/tableStyles.xml" Id="Rc9cc88113c884cab"/><Relationship Type="http://schemas.openxmlformats.org/officeDocument/2006/relationships/slide" Target="/ppt/slides/slide1.xml" Id="R35ab9c71ee444107"/><Relationship Type="http://schemas.openxmlformats.org/officeDocument/2006/relationships/slide" Target="/ppt/slides/slide2.xml" Id="R3657e79980894865"/><Relationship Type="http://schemas.openxmlformats.org/officeDocument/2006/relationships/slide" Target="/ppt/slides/slide3.xml" Id="R6ee43eddc14f41f0"/><Relationship Type="http://schemas.openxmlformats.org/officeDocument/2006/relationships/slide" Target="/ppt/slides/slide5.xml" Id="Rc38eda34aca341ad"/><Relationship Type="http://schemas.openxmlformats.org/officeDocument/2006/relationships/slide" Target="/ppt/slides/slide6.xml" Id="R6be011294e834b11"/><Relationship Type="http://schemas.openxmlformats.org/officeDocument/2006/relationships/slide" Target="/ppt/slides/slide7.xml" Id="Rc536c28e9b634e42"/><Relationship Type="http://schemas.openxmlformats.org/officeDocument/2006/relationships/slide" Target="/ppt/slides/slide8.xml" Id="Rc77866ffd74a499d"/><Relationship Type="http://schemas.openxmlformats.org/officeDocument/2006/relationships/slide" Target="/ppt/slides/slide9.xml" Id="R756b2990aef24a12"/><Relationship Type="http://schemas.openxmlformats.org/officeDocument/2006/relationships/slide" Target="/ppt/slides/slide10.xml" Id="R467c3b276d774dfa"/><Relationship Type="http://schemas.openxmlformats.org/officeDocument/2006/relationships/slide" Target="/ppt/slides/slide11.xml" Id="R20b4544b3b4f4a17"/><Relationship Type="http://schemas.openxmlformats.org/officeDocument/2006/relationships/slide" Target="/ppt/slides/slide12.xml" Id="Ra7e83412099b44a8"/><Relationship Type="http://schemas.openxmlformats.org/officeDocument/2006/relationships/slide" Target="/ppt/slides/slide13.xml" Id="R4bcfd689ddfa4ce2"/><Relationship Type="http://schemas.openxmlformats.org/officeDocument/2006/relationships/slide" Target="/ppt/slides/slide14.xml" Id="R68fb9a0cdba34cd7"/><Relationship Type="http://schemas.openxmlformats.org/officeDocument/2006/relationships/slide" Target="/ppt/slides/slide15.xml" Id="Rc377a264c82e48ce"/><Relationship Id="CopilotTipAfterS03" Type="http://schemas.openxmlformats.org/officeDocument/2006/relationships/slide" Target="/ppt/slides/slide4.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bc58a2d8e944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19f1e7a7734573" /><Relationship Type="http://schemas.openxmlformats.org/officeDocument/2006/relationships/notesMaster" Target="/ppt/notesMasters/notesMaster1.xml" Id="R3f205dd9ced64d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d16697e8b2455d" /><Relationship Type="http://schemas.openxmlformats.org/officeDocument/2006/relationships/notesMaster" Target="/ppt/notesMasters/notesMaster1.xml" Id="Rd252975d7d934a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707fd3d3024b03" /><Relationship Type="http://schemas.openxmlformats.org/officeDocument/2006/relationships/notesMaster" Target="/ppt/notesMasters/notesMaster1.xml" Id="R6f1f52dec81543b2" /></Relationships>
</file>

<file path=ppt/notesSlides/_rels/notesSlide4.xml.rels><?xml version="1.0" encoding="utf-8"?><Relationships xmlns="http://schemas.openxmlformats.org/package/2006/relationships"><Relationship Type="http://schemas.openxmlformats.org/officeDocument/2006/relationships/slide" Target="/ppt/slides/slide4.xml" Id="R6840135136a44c63"/><Relationship Type="http://schemas.openxmlformats.org/officeDocument/2006/relationships/notesMaster" Target="/ppt/notesMasters/notesMaster1.xml" Id="R693e36507b0f4cab"/></Relationships>
</file>

<file path=ppt/notesSlides/_rels/notesSlide5.xml.rels><?xml version="1.0" encoding="utf-8"?><Relationships xmlns="http://schemas.openxmlformats.org/package/2006/relationships"><Relationship Type="http://schemas.openxmlformats.org/officeDocument/2006/relationships/slide" Target="/ppt/slides/slide5.xml" Id="R34f0bcd65a0b41d1" /><Relationship Type="http://schemas.openxmlformats.org/officeDocument/2006/relationships/notesMaster" Target="/ppt/notesMasters/notesMaster1.xml" Id="Rb10dd30bfb534156" /></Relationships>
</file>

<file path=ppt/notesSlides/_rels/notesSlide6.xml.rels><?xml version="1.0" encoding="utf-8"?><Relationships xmlns="http://schemas.openxmlformats.org/package/2006/relationships"><Relationship Type="http://schemas.openxmlformats.org/officeDocument/2006/relationships/slide" Target="/ppt/slides/slide6.xml" Id="R50db1aacf62448e7" /><Relationship Type="http://schemas.openxmlformats.org/officeDocument/2006/relationships/notesMaster" Target="/ppt/notesMasters/notesMaster1.xml" Id="Rae3c7f3e9dda442a" /></Relationships>
</file>

<file path=ppt/notesSlides/_rels/notesSlide7.xml.rels><?xml version="1.0" encoding="utf-8"?><Relationships xmlns="http://schemas.openxmlformats.org/package/2006/relationships"><Relationship Type="http://schemas.openxmlformats.org/officeDocument/2006/relationships/slide" Target="/ppt/slides/slide7.xml" Id="R657c96cfa9ff4191" /><Relationship Type="http://schemas.openxmlformats.org/officeDocument/2006/relationships/notesMaster" Target="/ppt/notesMasters/notesMaster1.xml" Id="Rcb6ff2401902461b" /></Relationships>
</file>

<file path=ppt/notesSlides/_rels/notesSlide8.xml.rels><?xml version="1.0" encoding="utf-8"?><Relationships xmlns="http://schemas.openxmlformats.org/package/2006/relationships"><Relationship Type="http://schemas.openxmlformats.org/officeDocument/2006/relationships/slide" Target="/ppt/slides/slide8.xml" Id="Re1212a9d2091475b" /><Relationship Type="http://schemas.openxmlformats.org/officeDocument/2006/relationships/notesMaster" Target="/ppt/notesMasters/notesMaster1.xml" Id="R0a892d8a8bdc4d9b" /></Relationships>
</file>

<file path=ppt/notesSlides/_rels/notesSlide9.xml.rels><?xml version="1.0" encoding="utf-8"?><Relationships xmlns="http://schemas.openxmlformats.org/package/2006/relationships"><Relationship Type="http://schemas.openxmlformats.org/officeDocument/2006/relationships/slide" Target="/ppt/slides/slide9.xml" Id="R82a7d8b658ed48e1" /><Relationship Type="http://schemas.openxmlformats.org/officeDocument/2006/relationships/notesMaster" Target="/ppt/notesMasters/notesMaster1.xml" Id="R61d87f300c714b31" /></Relationships>
</file>

<file path=ppt/notesSlides/_rels/notesSlide10.xml.rels><?xml version="1.0" encoding="utf-8"?><Relationships xmlns="http://schemas.openxmlformats.org/package/2006/relationships"><Relationship Type="http://schemas.openxmlformats.org/officeDocument/2006/relationships/slide" Target="/ppt/slides/slide10.xml" Id="Raa3691e2edc34315" /><Relationship Type="http://schemas.openxmlformats.org/officeDocument/2006/relationships/notesMaster" Target="/ppt/notesMasters/notesMaster1.xml" Id="Rfcfd31b4857f4b57" /></Relationships>
</file>

<file path=ppt/notesSlides/_rels/notesSlide11.xml.rels><?xml version="1.0" encoding="utf-8"?><Relationships xmlns="http://schemas.openxmlformats.org/package/2006/relationships"><Relationship Type="http://schemas.openxmlformats.org/officeDocument/2006/relationships/slide" Target="/ppt/slides/slide11.xml" Id="Rab787bcc4b334782" /><Relationship Type="http://schemas.openxmlformats.org/officeDocument/2006/relationships/notesMaster" Target="/ppt/notesMasters/notesMaster1.xml" Id="Ref96ac33cffb4795" /></Relationships>
</file>

<file path=ppt/notesSlides/_rels/notesSlide12.xml.rels><?xml version="1.0" encoding="utf-8"?><Relationships xmlns="http://schemas.openxmlformats.org/package/2006/relationships"><Relationship Type="http://schemas.openxmlformats.org/officeDocument/2006/relationships/slide" Target="/ppt/slides/slide12.xml" Id="R0a786f0177c448ad" /><Relationship Type="http://schemas.openxmlformats.org/officeDocument/2006/relationships/notesMaster" Target="/ppt/notesMasters/notesMaster1.xml" Id="Re738060b46d14bef" /></Relationships>
</file>

<file path=ppt/notesSlides/_rels/notesSlide13.xml.rels><?xml version="1.0" encoding="utf-8"?><Relationships xmlns="http://schemas.openxmlformats.org/package/2006/relationships"><Relationship Type="http://schemas.openxmlformats.org/officeDocument/2006/relationships/slide" Target="/ppt/slides/slide13.xml" Id="R2d5666846d29433d" /><Relationship Type="http://schemas.openxmlformats.org/officeDocument/2006/relationships/notesMaster" Target="/ppt/notesMasters/notesMaster1.xml" Id="Rf1119390b6344752" /></Relationships>
</file>

<file path=ppt/notesSlides/_rels/notesSlide14.xml.rels><?xml version="1.0" encoding="utf-8"?><Relationships xmlns="http://schemas.openxmlformats.org/package/2006/relationships"><Relationship Type="http://schemas.openxmlformats.org/officeDocument/2006/relationships/slide" Target="/ppt/slides/slide14.xml" Id="Rc2e59f3baf54471b" /><Relationship Type="http://schemas.openxmlformats.org/officeDocument/2006/relationships/notesMaster" Target="/ppt/notesMasters/notesMaster1.xml" Id="R66ba9f5a900c4aea" /></Relationships>
</file>

<file path=ppt/notesSlides/_rels/notesSlide15.xml.rels><?xml version="1.0" encoding="utf-8"?><Relationships xmlns="http://schemas.openxmlformats.org/package/2006/relationships"><Relationship Type="http://schemas.openxmlformats.org/officeDocument/2006/relationships/slide" Target="/ppt/slides/slide15.xml" Id="Rad97cceec864422d" /><Relationship Type="http://schemas.openxmlformats.org/officeDocument/2006/relationships/notesMaster" Target="/ppt/notesMasters/notesMaster1.xml" Id="Rb1aad305d2ed43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S01 — AI를 Repository로 데려가기</a:t>
            </a:r>
          </a:p>
          <a:p xmlns:a="http://schemas.openxmlformats.org/drawingml/2006/main">
            <a:r>
              <a:t/>
            </a:r>
          </a:p>
          <a:p xmlns:a="http://schemas.openxmlformats.org/drawingml/2006/main">
            <a:r>
              <a:t>**Slide ID:**</a:t>
            </a:r>
          </a:p>
          <a:p xmlns:a="http://schemas.openxmlformats.org/drawingml/2006/main">
            <a:r>
              <a:t>S01</a:t>
            </a:r>
          </a:p>
          <a:p xmlns:a="http://schemas.openxmlformats.org/drawingml/2006/main">
            <a:r>
              <a:t/>
            </a:r>
          </a:p>
          <a:p xmlns:a="http://schemas.openxmlformats.org/drawingml/2006/main">
            <a:r>
              <a:t>**Working Title:**</a:t>
            </a:r>
          </a:p>
          <a:p xmlns:a="http://schemas.openxmlformats.org/drawingml/2006/main">
            <a:r>
              <a:t>AI를 Repository로 데려가기</a:t>
            </a:r>
          </a:p>
          <a:p xmlns:a="http://schemas.openxmlformats.org/drawingml/2006/main">
            <a:r>
              <a:t/>
            </a:r>
          </a:p>
          <a:p xmlns:a="http://schemas.openxmlformats.org/drawingml/2006/main">
            <a:r>
              <a:t>**ACT / Section:**</a:t>
            </a:r>
          </a:p>
          <a:p xmlns:a="http://schemas.openxmlformats.org/drawingml/2006/main">
            <a:r>
              <a:t>ACT 0 / 0A</a:t>
            </a:r>
          </a:p>
          <a:p xmlns:a="http://schemas.openxmlformats.org/drawingml/2006/main">
            <a:r>
              <a:t/>
            </a:r>
          </a:p>
          <a:p xmlns:a="http://schemas.openxmlformats.org/drawingml/2006/main">
            <a:r>
              <a:t>**Allocated Time:**</a:t>
            </a:r>
          </a:p>
          <a:p xmlns:a="http://schemas.openxmlformats.org/drawingml/2006/main">
            <a:r>
              <a:t>1 minute</a:t>
            </a:r>
          </a:p>
          <a:p xmlns:a="http://schemas.openxmlformats.org/drawingml/2006/main">
            <a:r>
              <a:t/>
            </a:r>
          </a:p>
          <a:p xmlns:a="http://schemas.openxmlformats.org/drawingml/2006/main">
            <a:r>
              <a:t>**Mode Split:**</a:t>
            </a:r>
          </a:p>
          <a:p xmlns:a="http://schemas.openxmlformats.org/drawingml/2006/main">
            <a:r>
              <a:t>Transition 1분</a:t>
            </a:r>
          </a:p>
          <a:p xmlns:a="http://schemas.openxmlformats.org/drawingml/2006/main">
            <a:r>
              <a:t/>
            </a:r>
          </a:p>
          <a:p xmlns:a="http://schemas.openxmlformats.org/drawingml/2006/main">
            <a:r>
              <a:t>**Primary Message:**</a:t>
            </a:r>
          </a:p>
          <a:p xmlns:a="http://schemas.openxmlformats.org/drawingml/2006/main">
            <a:r>
              <a:t>AI를 Repository로 데려가기 — Chatbot → Repository Agent</a:t>
            </a:r>
          </a:p>
          <a:p xmlns:a="http://schemas.openxmlformats.org/drawingml/2006/main">
            <a:r>
              <a:t/>
            </a:r>
          </a:p>
          <a:p xmlns:a="http://schemas.openxmlformats.org/drawingml/2006/main">
            <a:r>
              <a:t>**Opening Question:**</a:t>
            </a:r>
          </a:p>
          <a:p xmlns:a="http://schemas.openxmlformats.org/drawingml/2006/main">
            <a:r>
              <a:t>“이번 ACT에서는 어떤 관점으로 다음 문제를 살펴볼까?”</a:t>
            </a:r>
          </a:p>
          <a:p xmlns:a="http://schemas.openxmlformats.org/drawingml/2006/main">
            <a:r>
              <a:t/>
            </a:r>
          </a:p>
          <a:p xmlns:a="http://schemas.openxmlformats.org/drawingml/2006/main">
            <a:r>
              <a:t>**Speaker Flow:**</a:t>
            </a:r>
          </a:p>
          <a:p xmlns:a="http://schemas.openxmlformats.org/drawingml/2006/main">
            <a:r>
              <a:t>1. (0:00–0:20 / Transition) ACT 0의 제목 “AI를 Repository로 데려가기”을 가리키며 구간을 연다.</a:t>
            </a:r>
          </a:p>
          <a:p xmlns:a="http://schemas.openxmlformats.org/drawingml/2006/main">
            <a:r>
              <a:t>2. (0:20–0:40 / Transition) 부제 “Chatbot → Repository Agent”는 이번 구간의 관점만 안내한다. 구체적 기능·해결 방법·결과는 앞서 설명하지 않는다.</a:t>
            </a:r>
          </a:p>
          <a:p xmlns:a="http://schemas.openxmlformats.org/drawingml/2006/main">
            <a:r>
              <a:t>3. (0:40–1:00 / Transition) S02의 기존 첫 문제로 이동한다. 본문의 질문·성찰을 이 장에서 대신 진행하지 않는다.</a:t>
            </a:r>
          </a:p>
          <a:p xmlns:a="http://schemas.openxmlformats.org/drawingml/2006/main">
            <a:r>
              <a:t/>
            </a:r>
          </a:p>
          <a:p xmlns:a="http://schemas.openxmlformats.org/drawingml/2006/main">
            <a:r>
              <a:t>**Evidence / Source:**</a:t>
            </a:r>
          </a:p>
          <a:p xmlns:a="http://schemas.openxmlformats.org/drawingml/2006/main">
            <a:r>
              <a:t>DEC-0090. 사용자가 승인한 ACT 제목·부제, plan/MASTER_PLAN.md의 여정과 현행 plan/SLIDE_MAP.md. 새 Trial·연구·제품 검증은 없다.</a:t>
            </a:r>
          </a:p>
          <a:p xmlns:a="http://schemas.openxmlformats.org/drawingml/2006/main">
            <a:r>
              <a:t/>
            </a:r>
          </a:p>
          <a:p xmlns:a="http://schemas.openxmlformats.org/drawingml/2006/main">
            <a:r>
              <a:t>**Claim Boundary:**</a:t>
            </a:r>
          </a:p>
          <a:p xmlns:a="http://schemas.openxmlformats.org/drawingml/2006/main">
            <a:r>
              <a:t>TEACHING MODEL — ACT 주제 안내이며 새 제품 기능·Trial·성과·현재 제품 지원을 주장하지 않는다.</a:t>
            </a:r>
          </a:p>
          <a:p xmlns:a="http://schemas.openxmlformats.org/drawingml/2006/main">
            <a:r>
              <a:t/>
            </a:r>
          </a:p>
          <a:p xmlns:a="http://schemas.openxmlformats.org/drawingml/2006/main">
            <a:r>
              <a:t>**Beginner Explanation:**</a:t>
            </a:r>
          </a:p>
          <a:p xmlns:a="http://schemas.openxmlformats.org/drawingml/2006/main">
            <a:r>
              <a:t>지금부터 살펴볼 주제와 앞 구간과의 경계를 알아본다.</a:t>
            </a:r>
          </a:p>
          <a:p xmlns:a="http://schemas.openxmlformats.org/drawingml/2006/main">
            <a:r>
              <a:t/>
            </a:r>
          </a:p>
          <a:p xmlns:a="http://schemas.openxmlformats.org/drawingml/2006/main">
            <a:r>
              <a:t>**Advanced Insight:**</a:t>
            </a:r>
          </a:p>
          <a:p xmlns:a="http://schemas.openxmlformats.org/drawingml/2006/main">
            <a:r>
              <a:t>해당 ACT가 다루는 설계 책임의 범위를 짧게 확인한다.</a:t>
            </a:r>
          </a:p>
          <a:p xmlns:a="http://schemas.openxmlformats.org/drawingml/2006/main">
            <a:r>
              <a:t/>
            </a:r>
          </a:p>
          <a:p xmlns:a="http://schemas.openxmlformats.org/drawingml/2006/main">
            <a:r>
              <a:t>**C++ Vision Bridge:**</a:t>
            </a:r>
          </a:p>
          <a:p xmlns:a="http://schemas.openxmlformats.org/drawingml/2006/main">
            <a:r>
              <a:t>N/A — 기존 본문에 있는 C++ 연결을 유지한다.</a:t>
            </a:r>
          </a:p>
          <a:p xmlns:a="http://schemas.openxmlformats.org/drawingml/2006/main">
            <a:r>
              <a:t/>
            </a:r>
          </a:p>
          <a:p xmlns:a="http://schemas.openxmlformats.org/drawingml/2006/main">
            <a:r>
              <a:t>**Demo Operation:**</a:t>
            </a:r>
          </a:p>
          <a:p xmlns:a="http://schemas.openxmlformats.org/drawingml/2006/main">
            <a:r>
              <a:t>N/A — 정적 제목 화면. 새 Demo 또는 실행을 시작하지 않는다.</a:t>
            </a:r>
          </a:p>
          <a:p xmlns:a="http://schemas.openxmlformats.org/drawingml/2006/main">
            <a:r>
              <a:t/>
            </a:r>
          </a:p>
          <a:p xmlns:a="http://schemas.openxmlformats.org/drawingml/2006/main">
            <a:r>
              <a:t>**Audience Interaction:**</a:t>
            </a:r>
          </a:p>
          <a:p xmlns:a="http://schemas.openxmlformats.org/drawingml/2006/main">
            <a:r>
              <a:t>N/A — 본문의 질문·성찰을 이 장에서 중복 운영하지 않는다.</a:t>
            </a:r>
          </a:p>
          <a:p xmlns:a="http://schemas.openxmlformats.org/drawingml/2006/main">
            <a:r>
              <a:t/>
            </a:r>
          </a:p>
          <a:p xmlns:a="http://schemas.openxmlformats.org/drawingml/2006/main">
            <a:r>
              <a:t>**Transition:**</a:t>
            </a:r>
          </a:p>
          <a:p xmlns:a="http://schemas.openxmlformats.org/drawingml/2006/main">
            <a:r>
              <a:t>“이제 이 관점에서 첫 문제를 보겠습니다.”라고 S02 — AI에게 지금 무엇을 맡기고 있는가?로 이어간다.</a:t>
            </a:r>
          </a:p>
          <a:p xmlns:a="http://schemas.openxmlformats.org/drawingml/2006/main">
            <a:r>
              <a:t/>
            </a:r>
          </a:p>
          <a:p xmlns:a="http://schemas.openxmlformats.org/drawingml/2006/main">
            <a:r>
              <a:t>**Time Management:**</a:t>
            </a:r>
          </a:p>
          <a:p xmlns:a="http://schemas.openxmlformats.org/drawingml/2006/main">
            <a:r>
              <a:t>Transition 1분. 기존 본문 시간을 줄이거나 중복 계산하지 않는다. ACT 0 총43분, 전체406분이다. 제목·부제만 안내하고1분에 S02로 넘긴다. 실측 리허설 UNVERIFIED.</a:t>
            </a:r>
          </a:p>
          <a:p xmlns:a="http://schemas.openxmlformats.org/drawingml/2006/main">
            <a:r>
              <a:t/>
            </a:r>
          </a:p>
          <a:p xmlns:a="http://schemas.openxmlformats.org/drawingml/2006/main">
            <a:r>
              <a:t>**Fallback:**</a:t>
            </a:r>
          </a:p>
          <a:p xmlns:a="http://schemas.openxmlformats.org/drawingml/2006/main">
            <a:r>
              <a:t>LOCAL STATIC ARTIFACT — production/preview/full/S01.png 또는 production/ACT_0.pptx의 같은 제목 장. 실제 제품 실행으로 대체하지 않는다.</a:t>
            </a:r>
          </a:p>
          <a:p xmlns:a="http://schemas.openxmlformats.org/drawingml/2006/main">
            <a:r>
              <a:t/>
            </a:r>
          </a:p>
          <a:p xmlns:a="http://schemas.openxmlformats.org/drawingml/2006/main">
            <a:r>
              <a:t>**Validation Status:**</a:t>
            </a:r>
          </a:p>
          <a:p xmlns:a="http://schemas.openxmlformats.org/drawingml/2006/main">
            <a:r>
              <a:t>CONTENT ALIGNED — DEC-0090. 로컬 패키지/Notes/렌더 대조는 production/evaluation/ACT_TITLE_SLIDES.md에 기록한다. Windows/발표 PC 글꼴/제품·계정/교육장/실측 리허설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S02 — AI에게 지금 무엇을 맡기고 있는가?</a:t>
            </a:r>
          </a:p>
          <a:p xmlns:a="http://schemas.openxmlformats.org/drawingml/2006/main">
            <a:r>
              <a:t/>
            </a:r>
          </a:p>
          <a:p xmlns:a="http://schemas.openxmlformats.org/drawingml/2006/main">
            <a:r>
              <a:t>Slide ID: S02</a:t>
            </a:r>
          </a:p>
          <a:p xmlns:a="http://schemas.openxmlformats.org/drawingml/2006/main">
            <a:r>
              <a:t/>
            </a:r>
          </a:p>
          <a:p xmlns:a="http://schemas.openxmlformats.org/drawingml/2006/main">
            <a:r>
              <a:t>Working Title: AI에게 지금 무엇을 맡기고 있는가?</a:t>
            </a:r>
          </a:p>
          <a:p xmlns:a="http://schemas.openxmlformats.org/drawingml/2006/main">
            <a:r>
              <a:t/>
            </a:r>
          </a:p>
          <a:p xmlns:a="http://schemas.openxmlformats.org/drawingml/2006/main">
            <a:r>
              <a:t>ACT / Section: ACT 0 / 0A</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1 minute + Reflection 4 minutes</a:t>
            </a:r>
          </a:p>
          <a:p xmlns:a="http://schemas.openxmlformats.org/drawingml/2006/main">
            <a:r>
              <a:t/>
            </a:r>
          </a:p>
          <a:p xmlns:a="http://schemas.openxmlformats.org/drawingml/2006/main">
            <a:r>
              <a:t>Primary Message: 자기 AI 활용을 평가하지 않고, 현재 맡기는 업무 범위를 돌아본다.</a:t>
            </a:r>
          </a:p>
          <a:p xmlns:a="http://schemas.openxmlformats.org/drawingml/2006/main">
            <a:r>
              <a:t/>
            </a:r>
          </a:p>
          <a:p xmlns:a="http://schemas.openxmlformats.org/drawingml/2006/main">
            <a:r>
              <a:t>Opening Question: “나는 지금 AI에게 무엇을 맡기고 있는가?” 화면의 한 줄 안내처럼 최근 AI에 맡긴 일 하나를 떠올리게 한다.</a:t>
            </a:r>
          </a:p>
          <a:p xmlns:a="http://schemas.openxmlformats.org/drawingml/2006/main">
            <a:r>
              <a:t/>
            </a:r>
          </a:p>
          <a:p xmlns:a="http://schemas.openxmlformats.org/drawingml/2006/main">
            <a:r>
              <a:t>Speaker Flow: 1. **OPEN (0:00–0:15 / Lecture):** 기존 제목과 “최근 AI에 맡긴 일 하나를 떠올려보세요”를 읽는다. 사용 수준을 평가하는 자리가 아니며 익숙한 경험 하나면 충분하다고 말한다.</a:t>
            </a:r>
          </a:p>
          <a:p xmlns:a="http://schemas.openxmlformats.org/drawingml/2006/main">
            <a:r>
              <a:t>2. **THREE CASES (0:15–0:45 / Lecture):** 같은 인물이 등장하는 세 장면을 각각 약 10초씩 가리킨다. “설명받기”에서는 코드 설명을 질문하는 장면, “조사맡기기”에서는 파일과 돋보기로 필요한 근거를 찾는 장면, “결과확인”에서는 변경 코드와 확인 근거를 함께 살피는 장면을 짧게 짚는다. 세 장면은 경험의 예시이며 서열이나 필수 발전 단계가 아니다.</a:t>
            </a:r>
          </a:p>
          <a:p xmlns:a="http://schemas.openxmlformats.org/drawingml/2006/main">
            <a:r>
              <a:t>3. **INVITE (0:45–1:00 / Lecture):** 이 중 최근 자신의 경험과 가까운 일 하나만 조용히 떠올리면 된다고 안내한다. Prompt·Context·Harness·Loop의 이름이나 성숙도 설명을 덧붙이지 않는다.</a:t>
            </a:r>
          </a:p>
          <a:p xmlns:a="http://schemas.openxmlformats.org/drawingml/2006/main">
            <a:r>
              <a:t>4. **REFLECTION (1:00–5:00):** 네 분의 개인 생각 시간을 보존한다. 응답·기록·공유·실천 약속을 요구하지 않고 예시 설명을 계속하지 않는다.</a:t>
            </a:r>
          </a:p>
          <a:p xmlns:a="http://schemas.openxmlformats.org/drawingml/2006/main">
            <a:r>
              <a:t/>
            </a:r>
          </a:p>
          <a:p xmlns:a="http://schemas.openxmlformats.org/drawingml/2006/main">
            <a:r>
              <a:t>Evidence / Source: BEAT-001, CLM-0001, CLM-0002. TEACHING_MODEL. 삽화: `assets/slide-illustrations/S01-cases.png`, image_gen으로 만든 동일 인물의 세 교육용 장면이다. 생성 프롬프트: `prototype/act0-opening-revision/IMAGE_PROMPT.md`. 실제 제품 화면·회사 현장·관찰된 작업 결과가 아니다.</a:t>
            </a:r>
          </a:p>
          <a:p xmlns:a="http://schemas.openxmlformats.org/drawingml/2006/main">
            <a:r>
              <a:t/>
            </a:r>
          </a:p>
          <a:p xmlns:a="http://schemas.openxmlformats.org/drawingml/2006/main">
            <a:r>
              <a:t>Claim Boundary: 특정 AI 제품의 성능·우열 또는 개인의 숙련도를 평가하지 않는다. 질문과 업무 범위는 교육을 여는 모델이다. 세 그림은 image_gen 교육용 삽화이며 실제 사용 화면이나 관찰 근거가 아니다. 설명·조사·결과 확인을 숙련도 순위 또는 모든 사람이 거쳐야 하는 단계로 제시하지 않는다.</a:t>
            </a:r>
          </a:p>
          <a:p xmlns:a="http://schemas.openxmlformats.org/drawingml/2006/main">
            <a:r>
              <a:t/>
            </a:r>
          </a:p>
          <a:p xmlns:a="http://schemas.openxmlformats.org/drawingml/2006/main">
            <a:r>
              <a:t>Beginner Explanation: 지금 자주 맡기는 작은 일 하나를 떠올리면 충분하다. 아직 해보지 않은 사용법을 아는 척할 필요는 없다.</a:t>
            </a:r>
          </a:p>
          <a:p xmlns:a="http://schemas.openxmlformats.org/drawingml/2006/main">
            <a:r>
              <a:t/>
            </a:r>
          </a:p>
          <a:p xmlns:a="http://schemas.openxmlformats.org/drawingml/2006/main">
            <a:r>
              <a:t>Advanced Insight: 서로 다른 출발점을 같은 문제 중심 Story에서 다룬다. 세 장면으로 익숙한 경험을 떠올리게 하며 다음 단계 이름이나 고급 구성요소를 이 장에서 미리 설명하지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삽화 세 장면을 강사가 가리키는 도입이다. 실제 제품 조작·새 Trial·실행 결과 시연이 아니다.</a:t>
            </a:r>
          </a:p>
          <a:p xmlns:a="http://schemas.openxmlformats.org/drawingml/2006/main">
            <a:r>
              <a:t/>
            </a:r>
          </a:p>
          <a:p xmlns:a="http://schemas.openxmlformats.org/drawingml/2006/main">
            <a:r>
              <a:t>Audience Interaction: Reflection은 개인적인 생각 시간이다. 답변·기록·공유·실천 약속을 요구하지 않는다. 세 사례 중 경험을 발표하거나 자신의 수준을 고르게 하지 않는다.</a:t>
            </a:r>
          </a:p>
          <a:p xmlns:a="http://schemas.openxmlformats.org/drawingml/2006/main">
            <a:r>
              <a:t/>
            </a:r>
          </a:p>
          <a:p xmlns:a="http://schemas.openxmlformats.org/drawingml/2006/main">
            <a:r>
              <a:t>Transition: 작은 코드나 오류를 질문하는 익숙한 방식부터 인정하며 S03로 간다.</a:t>
            </a:r>
          </a:p>
          <a:p xmlns:a="http://schemas.openxmlformats.org/drawingml/2006/main">
            <a:r>
              <a:t/>
            </a:r>
          </a:p>
          <a:p xmlns:a="http://schemas.openxmlformats.org/drawingml/2006/main">
            <a:r>
              <a:t>Time Management: Lecture 1분 안에 세 장면을 각각 약 10초씩 짚고 1분에 설명을 멈춘다. Reflection 4분간 침묵을 허용한다. 강사의 예시 해설이나 청중 응답으로 생각 시간을 대체하지 않는다. 5분 배분은 유지하며 실제 발화·운영 시간은 아직 측정하지 않았다.</a:t>
            </a:r>
          </a:p>
          <a:p xmlns:a="http://schemas.openxmlformats.org/drawingml/2006/main">
            <a:r>
              <a:t/>
            </a:r>
          </a:p>
          <a:p xmlns:a="http://schemas.openxmlformats.org/drawingml/2006/main">
            <a:r>
              <a:t>Fallback: 공식 정적 경로 `production/ACT_0.pptx` S02 또는 `production/preview/act0/S02.png`를 사용한다. 이번 수정본과 PNG의 일치 여부는 제작 단계에서 확인한다. 청중 반응이 없어도 기다린 뒤 다음 장으로 간다. 실제 제품 화면이나 개인 경험 발표로 대체하지 않는다.</a:t>
            </a:r>
          </a:p>
          <a:p xmlns:a="http://schemas.openxmlformats.org/drawingml/2006/main">
            <a:r>
              <a:t/>
            </a:r>
          </a:p>
          <a:p xmlns:a="http://schemas.openxmlformats.org/drawingml/2006/main">
            <a:r>
              <a:t>Validation Status: ALIGNED — DEC-0034에 따라 원문·Claim 경계와 제작용 화면/운영 지침을 정렬했다. 이번 수정본의 PPT 내장 Notes·최종 PNG 대조와 실제 렌더링 검토 결과는 `production/evaluation/ACT_0_OPENING_REVISION.md`에서 별도로 기록한다. 문서 정렬은 새 제작본의 렌더링 PASS나 실환경 검증을 뜻하지 않는다. Windows PowerPoint·실제 발표 PC 글꼴·교육장 투사·제품/계정·실측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S03 — 작은 질문에는 Chatbot이 유용하다</a:t>
            </a:r>
          </a:p>
          <a:p xmlns:a="http://schemas.openxmlformats.org/drawingml/2006/main">
            <a:r>
              <a:t/>
            </a:r>
          </a:p>
          <a:p xmlns:a="http://schemas.openxmlformats.org/drawingml/2006/main">
            <a:r>
              <a:t>Slide ID: S03</a:t>
            </a:r>
          </a:p>
          <a:p xmlns:a="http://schemas.openxmlformats.org/drawingml/2006/main">
            <a:r>
              <a:t/>
            </a:r>
          </a:p>
          <a:p xmlns:a="http://schemas.openxmlformats.org/drawingml/2006/main">
            <a:r>
              <a:t>Working Title: 작은 질문에는 Chatbot이 유용하다</a:t>
            </a:r>
          </a:p>
          <a:p xmlns:a="http://schemas.openxmlformats.org/drawingml/2006/main">
            <a:r>
              <a:t/>
            </a:r>
          </a:p>
          <a:p xmlns:a="http://schemas.openxmlformats.org/drawingml/2006/main">
            <a:r>
              <a:t>ACT / Section: ACT 0 / 0B</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5 minutes</a:t>
            </a:r>
          </a:p>
          <a:p xmlns:a="http://schemas.openxmlformats.org/drawingml/2006/main">
            <a:r>
              <a:t/>
            </a:r>
          </a:p>
          <a:p xmlns:a="http://schemas.openxmlformats.org/drawingml/2006/main">
            <a:r>
              <a:t>Primary Message: 필요한 코드나 오류를 전달해 답을 받는 방식은 작은 질문에서 빠르고 유용할 수 있다.</a:t>
            </a:r>
          </a:p>
          <a:p xmlns:a="http://schemas.openxmlformats.org/drawingml/2006/main">
            <a:r>
              <a:t/>
            </a:r>
          </a:p>
          <a:p xmlns:a="http://schemas.openxmlformats.org/drawingml/2006/main">
            <a:r>
              <a:t>Opening Question: “괄호만 바꾸면 같은 원소가 만들어질까?” `std::vector&lt;int&gt;`의 두 초기화 표현을 작은 코드 질문으로 제시한다.</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**OPEN (0:00–0:45):** `std::vector&lt;int&gt; a(3, 1);`과 `std::vector&lt;int&gt; b{3, 1};`을 보여 준다. 같은 숫자라도 괄호가 다르면 어떤 의미가 되는지 묻는 교육용 예시임을 밝힌다. 실제 ChatGPT 대화나 컴파일 실행 화면이 아니다.</a:t>
            </a:r>
          </a:p>
          <a:p xmlns:a="http://schemas.openxmlformats.org/drawingml/2006/main">
            <a:r>
              <a:t>2. **COMPARE (0:45–2:15):** 이 `int` 예제에서 `(count, value)`는 값 1인 원소 세 개, 즉 `1, 1, 1`을 만든다는 의미를 짚는다. `{initializer_list}`는 나열한 값 `3, 1`을 담아 원소 두 개라는 뜻이다. 원소 도식은 코드의 의미를 설명하며 실행 출력으로 제시하지 않는다. 생성자 선택 전반이나 중괄호의 보편적 우월성을 강의하지 않는다.</a:t>
            </a:r>
          </a:p>
          <a:p xmlns:a="http://schemas.openxmlformats.org/drawingml/2006/main">
            <a:r>
              <a:t>3. **FOLLOW THE FLOW (2:15–4:15):** 연결된 세 노드에서 IDE의 “코드 선택·복사” → Chatbot의 “붙여넣고 질문” → IDE의 “답 확인·적용”을 각각 약 40초씩 짚는다. 필요한 코드와 질문의 범위를 사람이 고르고, 받은 설명이 원래 코드·요청과 맞는지 확인해 적용하는 흐름이다. 자동 IDE 연동이나 실제 코드 변경을 보여 주는 화면이 아니다.</a:t>
            </a:r>
          </a:p>
          <a:p xmlns:a="http://schemas.openxmlformats.org/drawingml/2006/main">
            <a:r>
              <a:t>4. **INTERPRET (4:15–4:30):** 작은 코드 조각의 혼동을 풀 때 이 질문 방식이 유용할 수 있음을 인정한다.</a:t>
            </a:r>
          </a:p>
          <a:p xmlns:a="http://schemas.openxmlformats.org/drawingml/2006/main">
            <a:r>
              <a:t>5. **TRANSITION (4:30–5:00):** 질문이 여러 파일과 구현 경로로 커지면 무엇부터 찾아 전달해야 하는지 S05으로 연결한다. 현재 방식을 잘못된 사용법으로 평가하지 않는다.</a:t>
            </a:r>
          </a:p>
          <a:p xmlns:a="http://schemas.openxmlformats.org/drawingml/2006/main">
            <a:r>
              <a:t/>
            </a:r>
          </a:p>
          <a:p xmlns:a="http://schemas.openxmlformats.org/drawingml/2006/main">
            <a:r>
              <a:t>Evidence / Source: BEAT-001, CLM-0001, CLM-0002. TEACHING_MODEL / CONCEPTUAL. `std::vector&lt;int&gt; a(3, 1);` → `1, 1, 1`(3개), `std::vector&lt;int&gt; b{3, 1};` → `3, 1`(2개)는 코드 의미를 설명하는 도식이며 실제 실행·ChatGPT 응답·새 Trial이 아니다. C++ 의미 확인: [Microsoft Learn — vector constructors](https://learn.microsoft.com/en-us/cpp/standard-library/vector-class?view=msvc-170#vector), [Microsoft Learn — Initializers](https://learn.microsoft.com/en-us/cpp/cpp/initializers?view=msvc-170), 확인 2026-10-21. IDE → Chatbot → IDE는 사람이 연결하는 교육용 native 도식이다.</a:t>
            </a:r>
          </a:p>
          <a:p xmlns:a="http://schemas.openxmlformats.org/drawingml/2006/main">
            <a:r>
              <a:t/>
            </a:r>
          </a:p>
          <a:p xmlns:a="http://schemas.openxmlformats.org/drawingml/2006/main">
            <a:r>
              <a:t>Claim Boundary: 일반적인 활용 예시이며 특정 제품 기능·정확도·성능 또는 다른 방식보다 우월하다는 주장으로 말하지 않는다. 초기화 비교는 화면에 제시한 `std::vector&lt;int&gt;` 두 표현의 의미로 한정한다. 도식은 실제 컴파일·실행 결과나 ChatGPT 대화가 아니며, 모든 중괄호 초기화가 같은 생성자 선택을 한다고 일반화하지 않는다. 코드 선택·복사, 대화에 붙여넣고 질문, IDE에서 답 확인·적용은 사람이 잇는 흐름이며 자동 IDE 연동을 뜻하지 않는다.</a:t>
            </a:r>
          </a:p>
          <a:p xmlns:a="http://schemas.openxmlformats.org/drawingml/2006/main">
            <a:r>
              <a:t/>
            </a:r>
          </a:p>
          <a:p xmlns:a="http://schemas.openxmlformats.org/drawingml/2006/main">
            <a:r>
              <a:t>Beginner Explanation: 괄호만 다른 짧은 코드도 뜻을 물어볼 만한 질문이다. 두 표현이 각각 어떤 원소를 만드는지 설명을 받고 원래 코드와 맞는지 확인할 수 있다.</a:t>
            </a:r>
          </a:p>
          <a:p xmlns:a="http://schemas.openxmlformats.org/drawingml/2006/main">
            <a:r>
              <a:t/>
            </a:r>
          </a:p>
          <a:p xmlns:a="http://schemas.openxmlformats.org/drawingml/2006/main">
            <a:r>
              <a:t>Advanced Insight: 익숙한 C++ 코드의 생성자 선택도 작은 질문의 대상이다. 이 장의 초점은 문법 강의보다 개발자가 필요한 Context를 선택·전달하고 답을 확인하는 흐름에 있다.</a:t>
            </a:r>
          </a:p>
          <a:p xmlns:a="http://schemas.openxmlformats.org/drawingml/2006/main">
            <a:r>
              <a:t/>
            </a:r>
          </a:p>
          <a:p xmlns:a="http://schemas.openxmlformats.org/drawingml/2006/main">
            <a:r>
              <a:t>C++ Vision Bridge: 일반적인 C++ 코드 질문을 출발점으로 사용한다. 실제 Vision 처리·특정 IDE/컴파일러/Windows 빌드 조건·장비 실행을 추가하는 Demo가 아니다.</a:t>
            </a:r>
          </a:p>
          <a:p xmlns:a="http://schemas.openxmlformats.org/drawingml/2006/main">
            <a:r>
              <a:t/>
            </a:r>
          </a:p>
          <a:p xmlns:a="http://schemas.openxmlformats.org/drawingml/2006/main">
            <a:r>
              <a:t>Demo Operation: N/A. 두 초기화 표현과 원소 도식, IDE → Chatbot → IDE의 연결된 native 흐름을 설명한다. 실제 대화·IDE 자동 연동·컴파일 실행·새 Trial은 없다.</a:t>
            </a:r>
          </a:p>
          <a:p xmlns:a="http://schemas.openxmlformats.org/drawingml/2006/main">
            <a:r>
              <a:t/>
            </a:r>
          </a:p>
          <a:p xmlns:a="http://schemas.openxmlformats.org/drawingml/2006/main">
            <a:r>
              <a:t>Audience Interaction: Opening question은 생각을 여는 질문이다. 코드 작성·실행·손들기·경험 발표나 답변을 요구하지 않는다.</a:t>
            </a:r>
          </a:p>
          <a:p xmlns:a="http://schemas.openxmlformats.org/drawingml/2006/main">
            <a:r>
              <a:t/>
            </a:r>
          </a:p>
          <a:p xmlns:a="http://schemas.openxmlformats.org/drawingml/2006/main">
            <a:r>
              <a:t>Transition: 질문이 여러 파일·구현 경로로 커지면 무엇을 먼저 찾아야 하는지 S05에서 묻는다.</a:t>
            </a:r>
          </a:p>
          <a:p xmlns:a="http://schemas.openxmlformats.org/drawingml/2006/main">
            <a:r>
              <a:t/>
            </a:r>
          </a:p>
          <a:p xmlns:a="http://schemas.openxmlformats.org/drawingml/2006/main">
            <a:r>
              <a:t>Time Management: Lecture 5분 유지. 질문 45초, 초기화·원소 비교 90초, 연결된 세 노드 2분, 작은 질문의 가치 15초, S05 연결 30초로 운영한다. 상세 Prompt 작성법이나 C++ 초기화 문법 전반을 추가하지 않는다. 실제 발화 시간은 미측정이다.</a:t>
            </a:r>
          </a:p>
          <a:p xmlns:a="http://schemas.openxmlformats.org/drawingml/2006/main">
            <a:r>
              <a:t/>
            </a:r>
          </a:p>
          <a:p xmlns:a="http://schemas.openxmlformats.org/drawingml/2006/main">
            <a:r>
              <a:t>Fallback: 공식 정적 경로 `production/ACT_0.pptx` S03 또는 `production/preview/act0/S03.png`의 두 C++ 표현·원소 비교·연결된 세 노드를 설명한다. 이번 수정본과 PNG의 일치 여부는 제작 단계에서 확인한다. 실제 ChatGPT 대화나 즉석 제품 화면으로 대체하지 않는다.</a:t>
            </a:r>
          </a:p>
          <a:p xmlns:a="http://schemas.openxmlformats.org/drawingml/2006/main">
            <a:r>
              <a:t/>
            </a:r>
          </a:p>
          <a:p xmlns:a="http://schemas.openxmlformats.org/drawingml/2006/main">
            <a:r>
              <a:t>Validation Status: ALIGNED — DEC-0034에 따라 원문·Claim 경계와 제작용 화면/운영 지침을 정렬했다. 이번 수정본의 PPT 내장 Notes·최종 PNG 대조와 실제 렌더링 검토 결과는 `production/evaluation/ACT_0_OPENING_REVISION.md`에서 별도로 기록한다. 문서 정렬은 새 제작본의 렌더링 PASS나 실환경 검증을 뜻하지 않는다. Windows PowerPoint·실제 발표 PC 글꼴·교육장 투사·제품/계정·실측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S04 — 코드 질문은 VS Code의 Copilot Chat에서</a:t>
            </a:r>
          </a:p>
          <a:p xmlns:a="http://schemas.openxmlformats.org/drawingml/2006/main">
            <a:r>
              <a:t/>
            </a:r>
          </a:p>
          <a:p xmlns:a="http://schemas.openxmlformats.org/drawingml/2006/main">
            <a:r>
              <a:t>**Slide ID:**</a:t>
            </a:r>
          </a:p>
          <a:p xmlns:a="http://schemas.openxmlformats.org/drawingml/2006/main">
            <a:r>
              <a:t>S04</a:t>
            </a:r>
          </a:p>
          <a:p xmlns:a="http://schemas.openxmlformats.org/drawingml/2006/main">
            <a:r>
              <a:t/>
            </a:r>
          </a:p>
          <a:p xmlns:a="http://schemas.openxmlformats.org/drawingml/2006/main">
            <a:r>
              <a:t>**Working Title:**</a:t>
            </a:r>
          </a:p>
          <a:p xmlns:a="http://schemas.openxmlformats.org/drawingml/2006/main">
            <a:r>
              <a:t>코드 질문은 VS Code의 Copilot Chat에서</a:t>
            </a:r>
          </a:p>
          <a:p xmlns:a="http://schemas.openxmlformats.org/drawingml/2006/main">
            <a:r>
              <a:t/>
            </a:r>
          </a:p>
          <a:p xmlns:a="http://schemas.openxmlformats.org/drawingml/2006/main">
            <a:r>
              <a:t>**ACT / Section:**</a:t>
            </a:r>
          </a:p>
          <a:p xmlns:a="http://schemas.openxmlformats.org/drawingml/2006/main">
            <a:r>
              <a:t>ACT 0 / 0B</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Lecture 2 minutes</a:t>
            </a:r>
          </a:p>
          <a:p xmlns:a="http://schemas.openxmlformats.org/drawingml/2006/main">
            <a:r>
              <a:t/>
            </a:r>
          </a:p>
          <a:p xmlns:a="http://schemas.openxmlformats.org/drawingml/2006/main">
            <a:r>
              <a:t>**Primary Message:**</a:t>
            </a:r>
          </a:p>
          <a:p xmlns:a="http://schemas.openxmlformats.org/drawingml/2006/main">
            <a:r>
              <a:t>질문할 코드를 선택해 Copilot Chat의 Context로 첨부하고, 코드 설명을 요청한 뒤 답을 확인한다.</a:t>
            </a:r>
          </a:p>
          <a:p xmlns:a="http://schemas.openxmlformats.org/drawingml/2006/main">
            <a:r>
              <a:t/>
            </a:r>
          </a:p>
          <a:p xmlns:a="http://schemas.openxmlformats.org/drawingml/2006/main">
            <a:r>
              <a:t>**Opening Question:**</a:t>
            </a:r>
          </a:p>
          <a:p xmlns:a="http://schemas.openxmlformats.org/drawingml/2006/main">
            <a:r>
              <a:t>“앞의 C++ 질문을 회사에서 사용하는 IDE 안에서 어떻게 물어볼까?”</a:t>
            </a:r>
          </a:p>
          <a:p xmlns:a="http://schemas.openxmlformats.org/drawingml/2006/main">
            <a:r>
              <a:t/>
            </a:r>
          </a:p>
          <a:p xmlns:a="http://schemas.openxmlformats.org/drawingml/2006/main">
            <a:r>
              <a:t>**Speaker Flow:**</a:t>
            </a:r>
          </a:p>
          <a:p xmlns:a="http://schemas.openxmlformats.org/drawingml/2006/main">
            <a:r>
              <a:t>1. (0:00–0:25 / Lecture) S03과 같은 두 vector 초기화 코드를 가리킨다. 회사에서 사용하는 GitHub Copilot과 VS Code 조합으로 이 작은 질문을 이어갈 수 있다.</a:t>
            </a:r>
          </a:p>
          <a:p xmlns:a="http://schemas.openxmlformats.org/drawingml/2006/main">
            <a:r>
              <a:t>2. (0:25–1:15 / Lecture) 편집기에서 두 줄을 선택하고 Copilot Chat의 Context에 첨부·확인하는 도식을 읽는다. Ask로 “두 vector의 원소 개수와 값이 왜 다른지 설명해줘. 코드는 수정하지 마.”라고 요청한다. 재구성한 화면이며 실제 사용·응답 기록을 보여주는 장이 아니다.</a:t>
            </a:r>
          </a:p>
          <a:p xmlns:a="http://schemas.openxmlformats.org/drawingml/2006/main">
            <a:r>
              <a:t>3. (1:15–2:00 / Lecture) 답을 코드 의미와 대조해 확인한다. IDE에 열려 있다는 사실과 필요한 정보가 전달됐다는 사실은 구분한다. 다음 장에서 질문이 커질 때 필요한 자료 범주를 살펴본다.</a:t>
            </a:r>
          </a:p>
          <a:p xmlns:a="http://schemas.openxmlformats.org/drawingml/2006/main">
            <a:r>
              <a:t/>
            </a:r>
          </a:p>
          <a:p xmlns:a="http://schemas.openxmlformats.org/drawingml/2006/main">
            <a:r>
              <a:t>**Evidence / Source:**</a:t>
            </a:r>
          </a:p>
          <a:p xmlns:a="http://schemas.openxmlformats.org/drawingml/2006/main">
            <a:r>
              <a:t>GitHub Docs, Asking GitHub Copilot questions in your IDE: https://docs.github.com/en/copilot/how-tos/copilot-in-your-ide/chat-with-copilot/chat-in-ide?tool=vscode ; VS Code Docs, Add context to chat: https://code.visualstudio.com/docs/chat/copilot-chat-context ; checked2026-10-26. DEC-0101 and explicit user instruction establish the company-used tool combination, not a mandatory company policy.</a:t>
            </a:r>
          </a:p>
          <a:p xmlns:a="http://schemas.openxmlformats.org/drawingml/2006/main">
            <a:r>
              <a:t/>
            </a:r>
          </a:p>
          <a:p xmlns:a="http://schemas.openxmlformats.org/drawingml/2006/main">
            <a:r>
              <a:t>**Claim Boundary:**</a:t>
            </a:r>
          </a:p>
          <a:p xmlns:a="http://schemas.openxmlformats.org/drawingml/2006/main">
            <a:r>
              <a:t>RESEARCH / TEACHING_MODEL / REQUIRES PRODUCT CHECK — 공식 안내를 각색한 UI 도식과 요청 예시다. 실제 회사 화면·Copilot 응답·선택/첨부/실행 기록이 아니다. 특정 계정의 기능·조직 정책·자동 Context 포함이나 정확성/시간 절감은 검증하지 않았다.</a:t>
            </a:r>
          </a:p>
          <a:p xmlns:a="http://schemas.openxmlformats.org/drawingml/2006/main">
            <a:r>
              <a:t/>
            </a:r>
          </a:p>
          <a:p xmlns:a="http://schemas.openxmlformats.org/drawingml/2006/main">
            <a:r>
              <a:t>**Beginner Explanation:**</a:t>
            </a:r>
          </a:p>
          <a:p xmlns:a="http://schemas.openxmlformats.org/drawingml/2006/main">
            <a:r>
              <a:t>회사에서 사용하는 VS Code에서 관련 코드를 골라 Copilot Chat에 설명을 요청할 수 있다.</a:t>
            </a:r>
          </a:p>
          <a:p xmlns:a="http://schemas.openxmlformats.org/drawingml/2006/main">
            <a:r>
              <a:t/>
            </a:r>
          </a:p>
          <a:p xmlns:a="http://schemas.openxmlformats.org/drawingml/2006/main">
            <a:r>
              <a:t>**Advanced Insight:**</a:t>
            </a:r>
          </a:p>
          <a:p xmlns:a="http://schemas.openxmlformats.org/drawingml/2006/main">
            <a:r>
              <a:t>IDE 통합과 실제 전달 Context를 구분하고 필요한 코드 첨부 및 응답 확인 책임을 유지한다.</a:t>
            </a:r>
          </a:p>
          <a:p xmlns:a="http://schemas.openxmlformats.org/drawingml/2006/main">
            <a:r>
              <a:t/>
            </a:r>
          </a:p>
          <a:p xmlns:a="http://schemas.openxmlformats.org/drawingml/2006/main">
            <a:r>
              <a:t>**C++ Vision Bridge:**</a:t>
            </a:r>
          </a:p>
          <a:p xmlns:a="http://schemas.openxmlformats.org/drawingml/2006/main">
            <a:r>
              <a:t>S03의 std::vector 초기화 예제를 그대로 사용한다. 실제 컴파일·실행·C++ 검사 파이프라인 검증은 추가하지 않는다.</a:t>
            </a:r>
          </a:p>
          <a:p xmlns:a="http://schemas.openxmlformats.org/drawingml/2006/main">
            <a:r>
              <a:t/>
            </a:r>
          </a:p>
          <a:p xmlns:a="http://schemas.openxmlformats.org/drawingml/2006/main">
            <a:r>
              <a:t>**Demo Operation:**</a:t>
            </a:r>
          </a:p>
          <a:p xmlns:a="http://schemas.openxmlformats.org/drawingml/2006/main">
            <a:r>
              <a:t>N/A — 정적 교육용 UI 도식. 회사 계정에 로그인하거나 Copilot을 호출·실행하지 않는다. 설치나 조직 정책 변경도 하지 않는다.</a:t>
            </a:r>
          </a:p>
          <a:p xmlns:a="http://schemas.openxmlformats.org/drawingml/2006/main">
            <a:r>
              <a:t/>
            </a:r>
          </a:p>
          <a:p xmlns:a="http://schemas.openxmlformats.org/drawingml/2006/main">
            <a:r>
              <a:t>**Audience Interaction:**</a:t>
            </a:r>
          </a:p>
          <a:p xmlns:a="http://schemas.openxmlformats.org/drawingml/2006/main">
            <a:r>
              <a:t>화면의3단계를 짧게 짚는다. 청중에게 설치·로그인·직접 실습이나 공개 답변을 요구하지 않는다.</a:t>
            </a:r>
          </a:p>
          <a:p xmlns:a="http://schemas.openxmlformats.org/drawingml/2006/main">
            <a:r>
              <a:t/>
            </a:r>
          </a:p>
          <a:p xmlns:a="http://schemas.openxmlformats.org/drawingml/2006/main">
            <a:r>
              <a:t>**Transition:**</a:t>
            </a:r>
          </a:p>
          <a:p xmlns:a="http://schemas.openxmlformats.org/drawingml/2006/main">
            <a:r>
              <a:t>“선택한 코드만으로 설명하기 어려운 문제라면, 어떤 자료가 더 필요할까요?” S05의 기존 Context 수집 문제로 이어간다.</a:t>
            </a:r>
          </a:p>
          <a:p xmlns:a="http://schemas.openxmlformats.org/drawingml/2006/main">
            <a:r>
              <a:t/>
            </a:r>
          </a:p>
          <a:p xmlns:a="http://schemas.openxmlformats.org/drawingml/2006/main">
            <a:r>
              <a:t>**Time Management:**</a:t>
            </a:r>
          </a:p>
          <a:p xmlns:a="http://schemas.openxmlformats.org/drawingml/2006/main">
            <a:r>
              <a:t>0:00–0:25 같은 예제,0:25–1:15 코드 선택/첨부/Ask 질문,1:15–2:00 답 확인과 다음 Context 질문.2분에 넘긴다. 설정·요금·모델 비교는 이 장의 범위가 아니다. 실제 리허설 UNVERIFIED.</a:t>
            </a:r>
          </a:p>
          <a:p xmlns:a="http://schemas.openxmlformats.org/drawingml/2006/main">
            <a:r>
              <a:t/>
            </a:r>
          </a:p>
          <a:p xmlns:a="http://schemas.openxmlformats.org/drawingml/2006/main">
            <a:r>
              <a:t>**Fallback:**</a:t>
            </a:r>
          </a:p>
          <a:p xmlns:a="http://schemas.openxmlformats.org/drawingml/2006/main">
            <a:r>
              <a:t>PLANNED until the new local PPT/PNG is rendered and inspected. Default is the reconstructed diagram in production/ACT_0.pptx S04 and production/preview/full/S04.png; no live switch is required.</a:t>
            </a:r>
          </a:p>
          <a:p xmlns:a="http://schemas.openxmlformats.org/drawingml/2006/main">
            <a:r>
              <a:t/>
            </a:r>
          </a:p>
          <a:p xmlns:a="http://schemas.openxmlformats.org/drawingml/2006/main">
            <a:r>
              <a:t>**Validation Status:**</a:t>
            </a:r>
          </a:p>
          <a:p xmlns:a="http://schemas.openxmlformats.org/drawingml/2006/main">
            <a:r>
              <a:t>Official guidance checked2026-10-26; local export/render validation is recorded separately in production/evaluation/COPILOT_IDE_TIP.md. Company-account execution, Windows, room and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S05 — 질문이 커지면 Context를 모으는 일이 생긴다</a:t>
            </a:r>
          </a:p>
          <a:p xmlns:a="http://schemas.openxmlformats.org/drawingml/2006/main">
            <a:r>
              <a:t/>
            </a:r>
          </a:p>
          <a:p xmlns:a="http://schemas.openxmlformats.org/drawingml/2006/main">
            <a:r>
              <a:t>Slide ID: S05</a:t>
            </a:r>
          </a:p>
          <a:p xmlns:a="http://schemas.openxmlformats.org/drawingml/2006/main">
            <a:r>
              <a:t/>
            </a:r>
          </a:p>
          <a:p xmlns:a="http://schemas.openxmlformats.org/drawingml/2006/main">
            <a:r>
              <a:t>Working Title: 질문이 커지면 Context를 모으는 일이 생긴다</a:t>
            </a:r>
          </a:p>
          <a:p xmlns:a="http://schemas.openxmlformats.org/drawingml/2006/main">
            <a:r>
              <a:t/>
            </a:r>
          </a:p>
          <a:p xmlns:a="http://schemas.openxmlformats.org/drawingml/2006/main">
            <a:r>
              <a:t>ACT / Section: ACT 0 / 0C</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Case 4 minutes</a:t>
            </a:r>
          </a:p>
          <a:p xmlns:a="http://schemas.openxmlformats.org/drawingml/2006/main">
            <a:r>
              <a:t/>
            </a:r>
          </a:p>
          <a:p xmlns:a="http://schemas.openxmlformats.org/drawingml/2006/main">
            <a:r>
              <a:t>Primary Message: Repository 수준 질문에서는 사람이 관련 구현, 호출 경로, 테스트 결과와 명세서 등 필요한 정보를 찾아 대화에 옮기는 일이 생길 수 있다.</a:t>
            </a:r>
          </a:p>
          <a:p xmlns:a="http://schemas.openxmlformats.org/drawingml/2006/main">
            <a:r>
              <a:t/>
            </a:r>
          </a:p>
          <a:p xmlns:a="http://schemas.openxmlformats.org/drawingml/2006/main">
            <a:r>
              <a:t>Opening Question: “디버깅할 때 우리는 어떤 정보를 살펴보고 있었을까?” 익숙한 Visual Studio 사용 상황을 떠올리게 한다.</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**OPEN (0:00–0:30):** 결과가 기대와 다를 때 여러 파일과 정보를 살펴보는 익숙한 상황으로 질문의 범위를 넓힌다. 실제 장애나 Trial 실패를 재현하는 화면이 아니다.</a:t>
            </a:r>
          </a:p>
          <a:p xmlns:a="http://schemas.openxmlformats.org/drawingml/2006/main">
            <a:r>
              <a:t>2. **SHOW IN PARALLEL (0:30–2:30):** 2×3 병렬 도식의 “테스트 탐색기 / 호출 스택 / 소스·참조 / 지역 변수·조사식 / 출력·로그 / 명세서”를 각각 약 20초씩 가리킨다. 실패 조건·기대값/실제값, 여기까지 온 함수, 구현/호출부, 멈춘 시점의 값, 빌드/실행 메시지, 원래 기대한 동작과 조건이라는 서로 다른 정보를 짚는다. 명세서는 외부 문서도 포함하며 IDE 내부 창이라고 설명하지 않는다. 여섯 영역은 실제 조사 순서나 모든 업무의 필수 체크리스트가 아니다.</a:t>
            </a:r>
          </a:p>
          <a:p xmlns:a="http://schemas.openxmlformats.org/drawingml/2006/main">
            <a:r>
              <a:t>3. **INTERPRET (2:30–3:30):** “이 정보 하나하나가 Context다”라는 핵심 메시지를 묶는다. 사람이 질문에 필요한 정보와 파일을 골라 대화로 옮기는 일이 생길 수 있음을 설명한다. Agent가 이를 대신한다는 해결책은 아직 공개하지 않는다.</a:t>
            </a:r>
          </a:p>
          <a:p xmlns:a="http://schemas.openxmlformats.org/drawingml/2006/main">
            <a:r>
              <a:t>4. **TRANSITION (3:30–4:00):** “파일명을 알려주지 않아도 Agent가 필요한 경로를 찾을까?”라는 S06의 관찰 질문으로 이동한다.</a:t>
            </a:r>
          </a:p>
          <a:p xmlns:a="http://schemas.openxmlformats.org/drawingml/2006/main">
            <a:r>
              <a:t/>
            </a:r>
          </a:p>
          <a:p xmlns:a="http://schemas.openxmlformats.org/drawingml/2006/main">
            <a:r>
              <a:t>Evidence / Source: BEAT-002, CLM-0004, CLM-0009. TEACHING_MODEL / CONCEPTUAL. Visual Studio 사용자가 디버깅 때 참고하는 정보 범주를 병렬로 재구성한 교육용 native 도식이다. 실제 IDE screenshot·특정 제품 버전의 UI·특정 Trial의 파일 접근 또는 실행 기록이 아니다. 종이 문서를 든 인물 삽화는 이 수정본에서 사용하지 않는다.</a:t>
            </a:r>
          </a:p>
          <a:p xmlns:a="http://schemas.openxmlformats.org/drawingml/2006/main">
            <a:r>
              <a:t/>
            </a:r>
          </a:p>
          <a:p xmlns:a="http://schemas.openxmlformats.org/drawingml/2006/main">
            <a:r>
              <a:t>Claim Boundary: ACT 0의 문제 모델이다. 특정 Trial의 실제 실패·관찰 순서·모든 Repository 업무에서 반복되는 비용으로 주장하지 않는다. 여섯 정보 범주가 모두 동시에 필요하다고 일반화하지 않는다. 명세서는 기대 동작을 확인하는 문서라는 뜻이며 실제 회사 문서나 제품 UI를 재현하지 않는다.</a:t>
            </a:r>
          </a:p>
          <a:p xmlns:a="http://schemas.openxmlformats.org/drawingml/2006/main">
            <a:r>
              <a:t/>
            </a:r>
          </a:p>
          <a:p xmlns:a="http://schemas.openxmlformats.org/drawingml/2006/main">
            <a:r>
              <a:t>Beginner Explanation: 디버깅하면서 이미 보던 테스트 결과·코드·변수 값·명세서가 질문에 필요한 Context가 될 수 있다. 필요한 정보를 골라 묶는다는 점을 알아차리면 충분하다.</a:t>
            </a:r>
          </a:p>
          <a:p xmlns:a="http://schemas.openxmlformats.org/drawingml/2006/main">
            <a:r>
              <a:t/>
            </a:r>
          </a:p>
          <a:p xmlns:a="http://schemas.openxmlformats.org/drawingml/2006/main">
            <a:r>
              <a:t>Advanced Insight: 코드 외에도 런타임 상태, 기대 동작과 입력 조건을 Context로 모으는 일이 별도 부담이 될 수 있다. 병렬 정보 범주는 실제 호출 순서·고정된 조사 절차와 구분한다.</a:t>
            </a:r>
          </a:p>
          <a:p xmlns:a="http://schemas.openxmlformats.org/drawingml/2006/main">
            <a:r>
              <a:t/>
            </a:r>
          </a:p>
          <a:p xmlns:a="http://schemas.openxmlformats.org/drawingml/2006/main">
            <a:r>
              <a:t>C++ Vision Bridge: C++/Visual Studio 사용자에게 익숙한 디버깅 정보 범주를 활용한다. 특정 메뉴·버전·빌드·하드웨어 조작 절차나 실제 C++ 실행을 입증하는 예시는 아니다.</a:t>
            </a:r>
          </a:p>
          <a:p xmlns:a="http://schemas.openxmlformats.org/drawingml/2006/main">
            <a:r>
              <a:t/>
            </a:r>
          </a:p>
          <a:p xmlns:a="http://schemas.openxmlformats.org/drawingml/2006/main">
            <a:r>
              <a:t>Demo Operation: N/A — 다음 장에서 관찰 기준을 제시한다.</a:t>
            </a:r>
          </a:p>
          <a:p xmlns:a="http://schemas.openxmlformats.org/drawingml/2006/main">
            <a:r>
              <a:t/>
            </a:r>
          </a:p>
          <a:p xmlns:a="http://schemas.openxmlformats.org/drawingml/2006/main">
            <a:r>
              <a:t>Audience Interaction: 수사 질문이다. 응답이나 직접 파일 탐색을 요구하지 않는다.</a:t>
            </a:r>
          </a:p>
          <a:p xmlns:a="http://schemas.openxmlformats.org/drawingml/2006/main">
            <a:r>
              <a:t/>
            </a:r>
          </a:p>
          <a:p xmlns:a="http://schemas.openxmlformats.org/drawingml/2006/main">
            <a:r>
              <a:t>Transition: “파일명을 알려주지 않아도 Agent가 필요한 경로를 찾을까?”라고 질문하며 S06의 관찰 기준으로 넘어간다.</a:t>
            </a:r>
          </a:p>
          <a:p xmlns:a="http://schemas.openxmlformats.org/drawingml/2006/main">
            <a:r>
              <a:t/>
            </a:r>
          </a:p>
          <a:p xmlns:a="http://schemas.openxmlformats.org/drawingml/2006/main">
            <a:r>
              <a:t>Time Management: Case 4분 유지. 문제 질문 30초, 병렬 정보 여섯 범주 2분, Context로 묶는 의미 1분, S06 연결 30초로 운영한다. 각 범주의 도구 사용법을 강의하거나 Agent 해결책을 미리 공개하지 않는다.</a:t>
            </a:r>
          </a:p>
          <a:p xmlns:a="http://schemas.openxmlformats.org/drawingml/2006/main">
            <a:r>
              <a:t/>
            </a:r>
          </a:p>
          <a:p xmlns:a="http://schemas.openxmlformats.org/drawingml/2006/main">
            <a:r>
              <a:t>Fallback: `production/preview/full/S05.png` 또는 `production/preview/act0/S05.png`의 병렬 도식을 사용한다. 이번 수정본과 PNG의 일치 여부는 제작 단계에서 확인한다. 화면이 보이지 않으면 여섯 정보 범주가 각각 Context가 된다는 관계를 말로 묶는다. 특정 Trial의 실제 화면이나 실패로 표현하지 않는다.</a:t>
            </a:r>
          </a:p>
          <a:p xmlns:a="http://schemas.openxmlformats.org/drawingml/2006/main">
            <a:r>
              <a:t/>
            </a:r>
          </a:p>
          <a:p xmlns:a="http://schemas.openxmlformats.org/drawingml/2006/main">
            <a:r>
              <a:t>Validation Status: ALIGNED — DEC-0034에 따라 원문·Claim 경계와 제작용 화면/운영 지침을 정렬했다. 이번 수정본의 PPT 내장 Notes·최종 PNG 대조와 실제 렌더링 검토 결과는 `production/evaluation/ACT_0_OPENING_REVISION.md`에서 별도로 기록한다. 문서 정렬은 새 제작본의 렌더링 PASS나 실환경 검증을 뜻하지 않는다. Windows PowerPoint·실제 발표 PC 글꼴·교육장 투사·제품/계정·실측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S06 — 파일명을 주지 않으면 Agent는 어디부터 볼까?</a:t>
            </a:r>
          </a:p>
          <a:p xmlns:a="http://schemas.openxmlformats.org/drawingml/2006/main">
            <a:r>
              <a:t/>
            </a:r>
          </a:p>
          <a:p xmlns:a="http://schemas.openxmlformats.org/drawingml/2006/main">
            <a:r>
              <a:t>**Slide ID:**</a:t>
            </a:r>
          </a:p>
          <a:p xmlns:a="http://schemas.openxmlformats.org/drawingml/2006/main">
            <a:r>
              <a:t>S06</a:t>
            </a:r>
          </a:p>
          <a:p xmlns:a="http://schemas.openxmlformats.org/drawingml/2006/main">
            <a:r>
              <a:t/>
            </a:r>
          </a:p>
          <a:p xmlns:a="http://schemas.openxmlformats.org/drawingml/2006/main">
            <a:r>
              <a:t>**Working Title:**</a:t>
            </a:r>
          </a:p>
          <a:p xmlns:a="http://schemas.openxmlformats.org/drawingml/2006/main">
            <a:r>
              <a:t>파일명을 주지 않으면 Agent는 어디부터 볼까?</a:t>
            </a:r>
          </a:p>
          <a:p xmlns:a="http://schemas.openxmlformats.org/drawingml/2006/main">
            <a:r>
              <a:t/>
            </a:r>
          </a:p>
          <a:p xmlns:a="http://schemas.openxmlformats.org/drawingml/2006/main">
            <a:r>
              <a:t>**ACT / Section:**</a:t>
            </a:r>
          </a:p>
          <a:p xmlns:a="http://schemas.openxmlformats.org/drawingml/2006/main">
            <a:r>
              <a:t>ACT 0 / 0D</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Lecture 2 minutes</a:t>
            </a:r>
          </a:p>
          <a:p xmlns:a="http://schemas.openxmlformats.org/drawingml/2006/main">
            <a:r>
              <a:t/>
            </a:r>
          </a:p>
          <a:p xmlns:a="http://schemas.openxmlformats.org/drawingml/2006/main">
            <a:r>
              <a:t>**Primary Message:**</a:t>
            </a:r>
          </a:p>
          <a:p xmlns:a="http://schemas.openxmlformats.org/drawingml/2006/main">
            <a:r>
              <a:t>Demo에서는 파일을 직접 지정하지 않았을 때의 Search → Read → Trace를 관찰한다.</a:t>
            </a:r>
          </a:p>
          <a:p xmlns:a="http://schemas.openxmlformats.org/drawingml/2006/main">
            <a:r>
              <a:t/>
            </a:r>
          </a:p>
          <a:p xmlns:a="http://schemas.openxmlformats.org/drawingml/2006/main">
            <a:r>
              <a:t>**Opening Question:**</a:t>
            </a:r>
          </a:p>
          <a:p xmlns:a="http://schemas.openxmlformats.org/drawingml/2006/main">
            <a:r>
              <a:t>“Agent가 Test, 구현, 호출 경로를 어떻게 찾는가?”</a:t>
            </a:r>
          </a:p>
          <a:p xmlns:a="http://schemas.openxmlformats.org/drawingml/2006/main">
            <a:r>
              <a:t/>
            </a:r>
          </a:p>
          <a:p xmlns:a="http://schemas.openxmlformats.org/drawingml/2006/main">
            <a:r>
              <a:t>**Speaker Flow:**</a:t>
            </a:r>
          </a:p>
          <a:p xmlns:a="http://schemas.openxmlformats.org/drawingml/2006/main">
            <a:r>
              <a:t>1. **READ THE REQUEST (0:00–0:30):** 좌측 입력창 형태로 재구성한 TRIAL-001 요청 원문을 가리킨다. 파일명을 지정하지 않았고 아직 코드를 수정하지 말라고 했다는 점을 짚는다. 입력창은 실제 현재 제품 screenshot이 아니다.</a:t>
            </a:r>
          </a:p>
          <a:p xmlns:a="http://schemas.openxmlformats.org/drawingml/2006/main">
            <a:r>
              <a:t>2. **SEPARATE THE ILLUSTRATION (0:30–1:00):** 우측은 C++ 청중이 익숙한 GoogleTest 형식으로 구성한 가상 UI이며, 여섯 항목 중 다섯 통과·하나 실패는 설명용 설정임을 알린다. TRIAL-001의 실제 runner는 Python `unittest`였고 이 가상 화면과 같은 실행 결과가 아니다. 가상 실패 행에서 실제 원인이나 코드 위치를 설명하지 않는다.</a:t>
            </a:r>
          </a:p>
          <a:p xmlns:a="http://schemas.openxmlformats.org/drawingml/2006/main">
            <a:r>
              <a:t>3. **SET WATCH FOR (1:00–1:45):** 실패 테스트, 관련 구현, 제품 호출 경로의 세 관찰 대상을 차례로 가리킨다. 실제로 발견된 파일명·원인·수정안은 S07–S08에 남긴다. 좌우 패널을 “이 Prompt를 실행해 이 결과가 나왔다”는 인과 화살표로 설명하지 않는다.</a:t>
            </a:r>
          </a:p>
          <a:p xmlns:a="http://schemas.openxmlformats.org/drawingml/2006/main">
            <a:r>
              <a:t>4. **SCOPE (1:45–2:00):** Codex CLI 0.154.0의 과거 읽기 전용 기록을 볼 것이라고 한 문장으로 제한하고 S07–S08로 넘긴다.</a:t>
            </a:r>
          </a:p>
          <a:p xmlns:a="http://schemas.openxmlformats.org/drawingml/2006/main">
            <a:r>
              <a:t/>
            </a:r>
          </a:p>
          <a:p xmlns:a="http://schemas.openxmlformats.org/drawingml/2006/main">
            <a:r>
              <a:t>**Evidence / Source:**</a:t>
            </a:r>
          </a:p>
          <a:p xmlns:a="http://schemas.openxmlformats.org/drawingml/2006/main">
            <a:r>
              <a:t>DEMO-01, STATE-00, TRIAL-001, BEAT-003, OQ-003, OQ-005. `plan/DEMO_MATRIX.md` TRIAL-001의 요청 원문을 일반 입력창 형태로 재구성한다. 우측 GoogleTest 가상 UI(5개 통과·1개 실패)는 별도의 교육용 그림이며 실제 제품·실행·Trial 캡처가 아니다. 자산: `assets/slide-illustrations/S04-google-test-mock.png`; 생성 프롬프트: `assets/slide-illustrations/S04_PROMPT.md`. Read / Resize / Crop / Normalize / Statistics / Write의 여섯 항목과 Crop 실패는 가상 설정이다. TRIAL-001의 실제 Python `unittest` 전체 실행은 7개 통과·crop 실패 1건·읽기 전용 임시 디렉터리 환경 오류 3건이었다. 이 장은 setup이며 실제 발견 파일·원인·조사 결과는 S07–S08에서 연다.</a:t>
            </a:r>
          </a:p>
          <a:p xmlns:a="http://schemas.openxmlformats.org/drawingml/2006/main">
            <a:r>
              <a:t/>
            </a:r>
          </a:p>
          <a:p xmlns:a="http://schemas.openxmlformats.org/drawingml/2006/main">
            <a:r>
              <a:t>**Claim Boundary:**</a:t>
            </a:r>
          </a:p>
          <a:p xmlns:a="http://schemas.openxmlformats.org/drawingml/2006/main">
            <a:r>
              <a:t>기록된 Trial은 격리된 비대화형 Codex CLI 0.154.0, macOS, `--sandbox read-only`, `--ignore-user-config` 조건에서 수행됐다. Codex Desktop·교육 계정·현재 제품 동작을 입증하지 않는다. 좌측 입력창은 실제 요청 원문의 재구성이고 우측 GoogleTest는 가상 UI다. 이 그림의 5 PASS/1 FAIL을 TRIAL-001의 실제 결과로 말하지 않으며, 실제 unittest의 환경 오류를 숨기거나 제품 결함으로 바꾸지 않는다. 실제 screenshot·새 Trial·C++ 실행은 없다.</a:t>
            </a:r>
          </a:p>
          <a:p xmlns:a="http://schemas.openxmlformats.org/drawingml/2006/main">
            <a:r>
              <a:t/>
            </a:r>
          </a:p>
          <a:p xmlns:a="http://schemas.openxmlformats.org/drawingml/2006/main">
            <a:r>
              <a:t>**Beginner Explanation:**</a:t>
            </a:r>
          </a:p>
          <a:p xmlns:a="http://schemas.openxmlformats.org/drawingml/2006/main">
            <a:r>
              <a:t>익숙한 테스트 목록에서 실패 하나를 보는 문제 상황을 떠올리고, 실제 기록에서는 Agent가 무엇을 찾아냈는지 다음 장에서 확인한다. 그림의 가상 목록과 실제 Trial 근거를 구분한다.</a:t>
            </a:r>
          </a:p>
          <a:p xmlns:a="http://schemas.openxmlformats.org/drawingml/2006/main">
            <a:r>
              <a:t/>
            </a:r>
          </a:p>
          <a:p xmlns:a="http://schemas.openxmlformats.org/drawingml/2006/main">
            <a:r>
              <a:t>**Advanced Insight:**</a:t>
            </a:r>
          </a:p>
          <a:p xmlns:a="http://schemas.openxmlformats.org/drawingml/2006/main">
            <a:r>
              <a:t>답변뿐 아니라 파일 발견과 호출 경로 추적을 관찰 대상으로 둔다.</a:t>
            </a:r>
          </a:p>
          <a:p xmlns:a="http://schemas.openxmlformats.org/drawingml/2006/main">
            <a:r>
              <a:t/>
            </a:r>
          </a:p>
          <a:p xmlns:a="http://schemas.openxmlformats.org/drawingml/2006/main">
            <a:r>
              <a:t>**C++ Vision Bridge:**</a:t>
            </a:r>
          </a:p>
          <a:p xmlns:a="http://schemas.openxmlformats.org/drawingml/2006/main">
            <a:r>
              <a:t>GoogleTest 형식을 C++ 청중을 위한 가상 설명 그림에만 사용한다. 실제 Demo repository는 Python unittest이며 C++ 제품 State·실행·측정으로 전환하지 않는다.</a:t>
            </a:r>
          </a:p>
          <a:p xmlns:a="http://schemas.openxmlformats.org/drawingml/2006/main">
            <a:r>
              <a:t/>
            </a:r>
          </a:p>
          <a:p xmlns:a="http://schemas.openxmlformats.org/drawingml/2006/main">
            <a:r>
              <a:t>**Demo Operation:**</a:t>
            </a:r>
          </a:p>
          <a:p xmlns:a="http://schemas.openxmlformats.org/drawingml/2006/main">
            <a:r>
              <a:t>DEMO-01 / WATCH. 기본 경로는 `production/ACT_0.pptx` S06–S09–S10의 정적 발표다. S06에서는 좌측 실제 요청의 재구성, 우측 가상 GoogleTest UI의 경계, 세 관찰 대상을 설명하고 S07–S08로 이동한다. 정적 PNG는 PPT 렌더이며 CLI·현재 Desktop·실제 GoogleTest 캡처가 아니다. 현재 Desktop·교육 계정·Live/HYBRID는 미검증이므로 활성화하지 않는다. 향후 대상 계정·surface, 읽기 전용 조건, runbook, 기대 관찰과 복귀 cue를 발표 환경에서 확인한 뒤에만 검토한다. 기존 관찰 근거8분은 S07/S07에4분씩 나뉘며 S09/S09은 별도 Case다.</a:t>
            </a:r>
          </a:p>
          <a:p xmlns:a="http://schemas.openxmlformats.org/drawingml/2006/main">
            <a:r>
              <a:t/>
            </a:r>
          </a:p>
          <a:p xmlns:a="http://schemas.openxmlformats.org/drawingml/2006/main">
            <a:r>
              <a:t>**Audience Interaction:**</a:t>
            </a:r>
          </a:p>
          <a:p xmlns:a="http://schemas.openxmlformats.org/drawingml/2006/main">
            <a:r>
              <a:t>응답을 요구하지 않는다. 세 관찰 항목을 청중이 마음속으로 따라오게 한다.</a:t>
            </a:r>
          </a:p>
          <a:p xmlns:a="http://schemas.openxmlformats.org/drawingml/2006/main">
            <a:r>
              <a:t/>
            </a:r>
          </a:p>
          <a:p xmlns:a="http://schemas.openxmlformats.org/drawingml/2006/main">
            <a:r>
              <a:t>**Transition:**</a:t>
            </a:r>
          </a:p>
          <a:p xmlns:a="http://schemas.openxmlformats.org/drawingml/2006/main">
            <a:r>
              <a:t>“먼저 Crop 결과를 보고, 이어서 그 원인을 설명한 근거를 확인하겠습니다.”</a:t>
            </a:r>
          </a:p>
          <a:p xmlns:a="http://schemas.openxmlformats.org/drawingml/2006/main">
            <a:r>
              <a:t/>
            </a:r>
          </a:p>
          <a:p xmlns:a="http://schemas.openxmlformats.org/drawingml/2006/main">
            <a:r>
              <a:t>**Time Management:**</a:t>
            </a:r>
          </a:p>
          <a:p xmlns:a="http://schemas.openxmlformats.org/drawingml/2006/main">
            <a:r>
              <a:t>Lecture 2분 유지. 요청 30초, 실제/가상 화면 구분 30초, 세 Watch For 45초, 과거 CLI 범위와 S07–S08 전환 15초로 운영한다. 테스트 framework 설명이나 실제 실패 원인 공개를 이 장에 추가하지 않는다.</a:t>
            </a:r>
          </a:p>
          <a:p xmlns:a="http://schemas.openxmlformats.org/drawingml/2006/main">
            <a:r>
              <a:t/>
            </a:r>
          </a:p>
          <a:p xmlns:a="http://schemas.openxmlformats.org/drawingml/2006/main">
            <a:r>
              <a:t>**Fallback:**</a:t>
            </a:r>
          </a:p>
          <a:p xmlns:a="http://schemas.openxmlformats.org/drawingml/2006/main">
            <a:r>
              <a:t>정적 기본 경로 — `production/ACT_0.pptx` S06 또는 `production/preview/act0/S06.png`. 이번 수정본과 PNG의 일치 여부는 제작 단계에서 확인한다. 화면 사용이 불가능하면 실제 요청의 조건과 세 관찰 항목을 말로 제시하고 S07–S08 기록 설명으로 이동한다. 가상 GoogleTest 설정을 실제 Trial 결과로 대신 말하거나 Live CLI/Desktop을 즉석에서 열지 않는다. Windows·발표 PC·교육장 표시는 UNVERIFIED.</a:t>
            </a:r>
          </a:p>
          <a:p xmlns:a="http://schemas.openxmlformats.org/drawingml/2006/main">
            <a:r>
              <a:t/>
            </a:r>
          </a:p>
          <a:p xmlns:a="http://schemas.openxmlformats.org/drawingml/2006/main">
            <a:r>
              <a:t>**Validation Status:**</a:t>
            </a:r>
          </a:p>
          <a:p xmlns:a="http://schemas.openxmlformats.org/drawingml/2006/main">
            <a:r>
              <a:t>ALIGNED — DEC-0034에 따라 원문·Claim 경계와 제작용 화면/운영 지침을 정렬했다. 이번 수정본의 PPT 내장 Notes·최종 PNG 대조와 실제 렌더링 검토 결과는 `production/evaluation/ACT_0_OPENING_REVISION.md`에서 별도로 기록한다. 문서 정렬은 새 제작본의 렌더링 PASS나 실환경 검증을 뜻하지 않는다. Windows PowerPoint·실제 발표 PC 글꼴·교육장 투사·제품/계정·실측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S07 — Crop은 기대한 폭보다 한 열을 더 포함했다</a:t>
            </a:r>
          </a:p>
          <a:p xmlns:a="http://schemas.openxmlformats.org/drawingml/2006/main">
            <a:r>
              <a:t/>
            </a:r>
          </a:p>
          <a:p xmlns:a="http://schemas.openxmlformats.org/drawingml/2006/main">
            <a:r>
              <a:t>**Slide ID:**</a:t>
            </a:r>
          </a:p>
          <a:p xmlns:a="http://schemas.openxmlformats.org/drawingml/2006/main">
            <a:r>
              <a:t>S07</a:t>
            </a:r>
          </a:p>
          <a:p xmlns:a="http://schemas.openxmlformats.org/drawingml/2006/main">
            <a:r>
              <a:t/>
            </a:r>
          </a:p>
          <a:p xmlns:a="http://schemas.openxmlformats.org/drawingml/2006/main">
            <a:r>
              <a:t>**Working Title:**</a:t>
            </a:r>
          </a:p>
          <a:p xmlns:a="http://schemas.openxmlformats.org/drawingml/2006/main">
            <a:r>
              <a:t>Crop은 기대한 폭보다 한 열을 더 포함했다</a:t>
            </a:r>
          </a:p>
          <a:p xmlns:a="http://schemas.openxmlformats.org/drawingml/2006/main">
            <a:r>
              <a:t/>
            </a:r>
          </a:p>
          <a:p xmlns:a="http://schemas.openxmlformats.org/drawingml/2006/main">
            <a:r>
              <a:t>**ACT / Section:**</a:t>
            </a:r>
          </a:p>
          <a:p xmlns:a="http://schemas.openxmlformats.org/drawingml/2006/main">
            <a:r>
              <a:t>ACT 0 / 0D</a:t>
            </a:r>
          </a:p>
          <a:p xmlns:a="http://schemas.openxmlformats.org/drawingml/2006/main">
            <a:r>
              <a:t/>
            </a:r>
          </a:p>
          <a:p xmlns:a="http://schemas.openxmlformats.org/drawingml/2006/main">
            <a:r>
              <a:t>**Allocated Time:**</a:t>
            </a:r>
          </a:p>
          <a:p xmlns:a="http://schemas.openxmlformats.org/drawingml/2006/main">
            <a:r>
              <a:t>4 minutes</a:t>
            </a:r>
          </a:p>
          <a:p xmlns:a="http://schemas.openxmlformats.org/drawingml/2006/main">
            <a:r>
              <a:t/>
            </a:r>
          </a:p>
          <a:p xmlns:a="http://schemas.openxmlformats.org/drawingml/2006/main">
            <a:r>
              <a:t>**Mode Split:**</a:t>
            </a:r>
          </a:p>
          <a:p xmlns:a="http://schemas.openxmlformats.org/drawingml/2006/main">
            <a:r>
              <a:t>Demo 4분 (CAPTURED / RECONSTRUCTED)</a:t>
            </a:r>
          </a:p>
          <a:p xmlns:a="http://schemas.openxmlformats.org/drawingml/2006/main">
            <a:r>
              <a:t/>
            </a:r>
          </a:p>
          <a:p xmlns:a="http://schemas.openxmlformats.org/drawingml/2006/main">
            <a:r>
              <a:t>**Primary Message:**</a:t>
            </a:r>
          </a:p>
          <a:p xmlns:a="http://schemas.openxmlformats.org/drawingml/2006/main">
            <a:r>
              <a:t>crop(image,1,3)의 끝 좌표 제외 명세는 원본 열1·2, 값2·3과 폭2를 기대한다. 기존 구현은 값4까지 포함해 폭3이 됐다.</a:t>
            </a:r>
          </a:p>
          <a:p xmlns:a="http://schemas.openxmlformats.org/drawingml/2006/main">
            <a:r>
              <a:t/>
            </a:r>
          </a:p>
          <a:p xmlns:a="http://schemas.openxmlformats.org/drawingml/2006/main">
            <a:r>
              <a:t>**Opening Question:**</a:t>
            </a:r>
          </a:p>
          <a:p xmlns:a="http://schemas.openxmlformats.org/drawingml/2006/main">
            <a:r>
              <a:t>“끝 좌표3을 제외해야 한다면 어떤 값이 남아야 하나요?”</a:t>
            </a:r>
          </a:p>
          <a:p xmlns:a="http://schemas.openxmlformats.org/drawingml/2006/main">
            <a:r>
              <a:t/>
            </a:r>
          </a:p>
          <a:p xmlns:a="http://schemas.openxmlformats.org/drawingml/2006/main">
            <a:r>
              <a:t>**Speaker Flow:**</a:t>
            </a:r>
          </a:p>
          <a:p xmlns:a="http://schemas.openxmlformats.org/drawingml/2006/main">
            <a:r>
              <a:t>1. (0:00–0:30 / Demo) S06에서 관찰할 질문을 이어 받고, 이번에는 먼저 발견한 결과만 본다고 안내한다. 기존 두 Vector 초기화와 공통인 질문은 의도한 개수/범위와 실제 결과의 대조다. C++ 메모리 할당 사건으로 바꾸지 않는다.</a:t>
            </a:r>
          </a:p>
          <a:p xmlns:a="http://schemas.openxmlformats.org/drawingml/2006/main">
            <a:r>
              <a:t>2. (0:30–2:00 / Demo) 원본 ((1,2,3,4),(5,6,7,8)) 중 첫 행만 발췌했음을 밝힌다. 열index1·2의 값2·3과 폭2가 끝 좌표 제외 명세의 기대다. 구현은 값4까지 포함해 폭3이다. 색은 선택 범위를 나타내며 숫자는 픽셀 값이다.</a:t>
            </a:r>
          </a:p>
          <a:p xmlns:a="http://schemas.openxmlformats.org/drawingml/2006/main">
            <a:r>
              <a:t>3. (2:00–3:30 / Demo) 기대2·3과 구현2·3·4에서 추가된4만 가리킨다. 구현의 끝 좌표 포함이 현상이라는 결론만 회수하고 상세 Test·호출 경로는 다음 장으로 남긴다.</a:t>
            </a:r>
          </a:p>
          <a:p xmlns:a="http://schemas.openxmlformats.org/drawingml/2006/main">
            <a:r>
              <a:t>4. (3:30–4:00 / Demo) 새 실행이나 수정이 아닌 TRIAL-001·STATE-00의 재구성이라고 닫고 이 설명을 뒷받침한 자료를 S08에서 본다.</a:t>
            </a:r>
          </a:p>
          <a:p xmlns:a="http://schemas.openxmlformats.org/drawingml/2006/main">
            <a:r>
              <a:t/>
            </a:r>
          </a:p>
          <a:p xmlns:a="http://schemas.openxmlformats.org/drawingml/2006/main">
            <a:r>
              <a:t>**Evidence / Source:**</a:t>
            </a:r>
          </a:p>
          <a:p xmlns:a="http://schemas.openxmlformats.org/drawingml/2006/main">
            <a:r>
              <a:t>TRIAL-001 · DEMO-01 · BEAT-003 · CLM-0002/0009. plan/DEMO_MATRIX.md의 2026-09-28 Codex CLI0.154.0기록. STATE-00 22e7e2f806de2419b0df649107bbae14dea082eb; tests/test_transform.py:9–14 and src/graypipe/transform.py:7–13. 원자료에 근거한 재구성.</a:t>
            </a:r>
          </a:p>
          <a:p xmlns:a="http://schemas.openxmlformats.org/drawingml/2006/main">
            <a:r>
              <a:t/>
            </a:r>
          </a:p>
          <a:p xmlns:a="http://schemas.openxmlformats.org/drawingml/2006/main">
            <a:r>
              <a:t>**Claim Boundary:**</a:t>
            </a:r>
          </a:p>
          <a:p xmlns:a="http://schemas.openxmlformats.org/drawingml/2006/main">
            <a:r>
              <a:t>FROZEN WITH SCOPE — TRIAL-001·STATE-00의 Python Crop 한 건. 첫 행 발췌 재구성이며 코드 수정·C++ 할당/오버런·현재 Desktop 검증이 아니다. 새 Trial·Chatbot 비교·환경 복구·성능/비용 효과를 만들지 않는다.</a:t>
            </a:r>
          </a:p>
          <a:p xmlns:a="http://schemas.openxmlformats.org/drawingml/2006/main">
            <a:r>
              <a:t/>
            </a:r>
          </a:p>
          <a:p xmlns:a="http://schemas.openxmlformats.org/drawingml/2006/main">
            <a:r>
              <a:t>**Beginner Explanation:**</a:t>
            </a:r>
          </a:p>
          <a:p xmlns:a="http://schemas.openxmlformats.org/drawingml/2006/main">
            <a:r>
              <a:t>끝 좌표를 하나 더 포함하면 기대한 폭과 값이 달라지는 현상을 본다.</a:t>
            </a:r>
          </a:p>
          <a:p xmlns:a="http://schemas.openxmlformats.org/drawingml/2006/main">
            <a:r>
              <a:t/>
            </a:r>
          </a:p>
          <a:p xmlns:a="http://schemas.openxmlformats.org/drawingml/2006/main">
            <a:r>
              <a:t>**Advanced Insight:**</a:t>
            </a:r>
          </a:p>
          <a:p xmlns:a="http://schemas.openxmlformats.org/drawingml/2006/main">
            <a:r>
              <a:t>의도한 범위와 실제 결과를 명세에 대조하고 메모리 할당·capacity 문제로 일반화하지 않는다.</a:t>
            </a:r>
          </a:p>
          <a:p xmlns:a="http://schemas.openxmlformats.org/drawingml/2006/main">
            <a:r>
              <a:t/>
            </a:r>
          </a:p>
          <a:p xmlns:a="http://schemas.openxmlformats.org/drawingml/2006/main">
            <a:r>
              <a:t>**C++ Vision Bridge:**</a:t>
            </a:r>
          </a:p>
          <a:p xmlns:a="http://schemas.openxmlformats.org/drawingml/2006/main">
            <a:r>
              <a:t>S03의 원소 수 확인 질문만 회수한다. 실제 사례는 Python Crop이며 C++ 실행·할당 오류가 아니다.</a:t>
            </a:r>
          </a:p>
          <a:p xmlns:a="http://schemas.openxmlformats.org/drawingml/2006/main">
            <a:r>
              <a:t/>
            </a:r>
          </a:p>
          <a:p xmlns:a="http://schemas.openxmlformats.org/drawingml/2006/main">
            <a:r>
              <a:t>**Demo Operation:**</a:t>
            </a:r>
          </a:p>
          <a:p xmlns:a="http://schemas.openxmlformats.org/drawingml/2006/main">
            <a:r>
              <a:t>첫 행 입력1·2·3·4와 열index0–3, 기대2·3/폭2와 구현2·3·4/폭3을 크게 대비한다. 원본 두 행 중 첫 행만 발췌한 도식임을 표시한다. 정적 경로 production/ACT_0.pptx의 S07 / production/preview/act0/S07.png. 실제 실행 Screenshot이나 새 Live 결과로 표시하지 않는다. S07/S07만 Demo 각4분이며 S09/S09은 Case, S11/S11은 Lecture다.</a:t>
            </a:r>
          </a:p>
          <a:p xmlns:a="http://schemas.openxmlformats.org/drawingml/2006/main">
            <a:r>
              <a:t/>
            </a:r>
          </a:p>
          <a:p xmlns:a="http://schemas.openxmlformats.org/drawingml/2006/main">
            <a:r>
              <a:t>**Audience Interaction:**</a:t>
            </a:r>
          </a:p>
          <a:p xmlns:a="http://schemas.openxmlformats.org/drawingml/2006/main">
            <a:r>
              <a:t>한 장의 질문을 따라 관찰·해석하게 한다. 응답·실습·새 실행·공개 제출을 요구하지 않는다.</a:t>
            </a:r>
          </a:p>
          <a:p xmlns:a="http://schemas.openxmlformats.org/drawingml/2006/main">
            <a:r>
              <a:t/>
            </a:r>
          </a:p>
          <a:p xmlns:a="http://schemas.openxmlformats.org/drawingml/2006/main">
            <a:r>
              <a:t>**Transition:**</a:t>
            </a:r>
          </a:p>
          <a:p xmlns:a="http://schemas.openxmlformats.org/drawingml/2006/main">
            <a:r>
              <a:t>“이 차이를 무엇을 근거로 설명했는지, 테스트·명세·구현을 함께 보겠습니다.”</a:t>
            </a:r>
          </a:p>
          <a:p xmlns:a="http://schemas.openxmlformats.org/drawingml/2006/main">
            <a:r>
              <a:t/>
            </a:r>
          </a:p>
          <a:p xmlns:a="http://schemas.openxmlformats.org/drawingml/2006/main">
            <a:r>
              <a:t>**Time Management:**</a:t>
            </a:r>
          </a:p>
          <a:p xmlns:a="http://schemas.openxmlformats.org/drawingml/2006/main">
            <a:r>
              <a:t>Demo 4분 (CAPTURED / RECONSTRUCTED) = 4분. 위 Speaker Flow의 구간대로 운영하며 한 장의 역할만 설명한다. 초과하면 다음 장 내용을 미리 설명하는 부분을 줄이고 근거 경계를 유지한다. 실측 리허설은 UNVERIFIED.</a:t>
            </a:r>
          </a:p>
          <a:p xmlns:a="http://schemas.openxmlformats.org/drawingml/2006/main">
            <a:r>
              <a:t/>
            </a:r>
          </a:p>
          <a:p xmlns:a="http://schemas.openxmlformats.org/drawingml/2006/main">
            <a:r>
              <a:t>**Fallback:**</a:t>
            </a:r>
          </a:p>
          <a:p xmlns:a="http://schemas.openxmlformats.org/drawingml/2006/main">
            <a:r>
              <a:t>LOCAL STATIC ARTIFACT — production/preview/full/S07.png 또는 ACT_0.pptx의 같은 Slide. 원자료/과거 CLI/교육용 가정 구분을 유지한다. 현재 Live/HYBRID는 발표 환경 검증 전 비활성이다.</a:t>
            </a:r>
          </a:p>
          <a:p xmlns:a="http://schemas.openxmlformats.org/drawingml/2006/main">
            <a:r>
              <a:t/>
            </a:r>
          </a:p>
          <a:p xmlns:a="http://schemas.openxmlformats.org/drawingml/2006/main">
            <a:r>
              <a:t>**Validation Status:**</a:t>
            </a:r>
          </a:p>
          <a:p xmlns:a="http://schemas.openxmlformats.org/drawingml/2006/main">
            <a:r>
              <a:t>CONTENT ALIGNED — DEC-0084. 로컬 패키지·렌더·Notes 대조는 production/evaluation/ACT_0_CONTEXT_EXPANSION.md에 기록한다. Windows PowerPoint·발표 PC 글꼴·현재 제품/계정·교육장·실측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S08 — 테스트·명세·구현을 연결해 원인을 설명했다</a:t>
            </a:r>
          </a:p>
          <a:p xmlns:a="http://schemas.openxmlformats.org/drawingml/2006/main">
            <a:r>
              <a:t/>
            </a:r>
          </a:p>
          <a:p xmlns:a="http://schemas.openxmlformats.org/drawingml/2006/main">
            <a:r>
              <a:t>**Slide ID:**</a:t>
            </a:r>
          </a:p>
          <a:p xmlns:a="http://schemas.openxmlformats.org/drawingml/2006/main">
            <a:r>
              <a:t>S08</a:t>
            </a:r>
          </a:p>
          <a:p xmlns:a="http://schemas.openxmlformats.org/drawingml/2006/main">
            <a:r>
              <a:t/>
            </a:r>
          </a:p>
          <a:p xmlns:a="http://schemas.openxmlformats.org/drawingml/2006/main">
            <a:r>
              <a:t>**Working Title:**</a:t>
            </a:r>
          </a:p>
          <a:p xmlns:a="http://schemas.openxmlformats.org/drawingml/2006/main">
            <a:r>
              <a:t>테스트·명세·구현을 연결해 원인을 설명했다</a:t>
            </a:r>
          </a:p>
          <a:p xmlns:a="http://schemas.openxmlformats.org/drawingml/2006/main">
            <a:r>
              <a:t/>
            </a:r>
          </a:p>
          <a:p xmlns:a="http://schemas.openxmlformats.org/drawingml/2006/main">
            <a:r>
              <a:t>**ACT / Section:**</a:t>
            </a:r>
          </a:p>
          <a:p xmlns:a="http://schemas.openxmlformats.org/drawingml/2006/main">
            <a:r>
              <a:t>ACT 0 / 0D</a:t>
            </a:r>
          </a:p>
          <a:p xmlns:a="http://schemas.openxmlformats.org/drawingml/2006/main">
            <a:r>
              <a:t/>
            </a:r>
          </a:p>
          <a:p xmlns:a="http://schemas.openxmlformats.org/drawingml/2006/main">
            <a:r>
              <a:t>**Allocated Time:**</a:t>
            </a:r>
          </a:p>
          <a:p xmlns:a="http://schemas.openxmlformats.org/drawingml/2006/main">
            <a:r>
              <a:t>4 minutes</a:t>
            </a:r>
          </a:p>
          <a:p xmlns:a="http://schemas.openxmlformats.org/drawingml/2006/main">
            <a:r>
              <a:t/>
            </a:r>
          </a:p>
          <a:p xmlns:a="http://schemas.openxmlformats.org/drawingml/2006/main">
            <a:r>
              <a:t>**Mode Split:**</a:t>
            </a:r>
          </a:p>
          <a:p xmlns:a="http://schemas.openxmlformats.org/drawingml/2006/main">
            <a:r>
              <a:t>Demo 4분 (CAPTURED / RECONSTRUCTED)</a:t>
            </a:r>
          </a:p>
          <a:p xmlns:a="http://schemas.openxmlformats.org/drawingml/2006/main">
            <a:r>
              <a:t/>
            </a:r>
          </a:p>
          <a:p xmlns:a="http://schemas.openxmlformats.org/drawingml/2006/main">
            <a:r>
              <a:t>**Primary Message:**</a:t>
            </a:r>
          </a:p>
          <a:p xmlns:a="http://schemas.openxmlformats.org/drawingml/2006/main">
            <a:r>
              <a:t>실패 테스트와 끝 좌표 제외 명세, 끝 좌표까지 포함한 row[x_start : x_end + 1] 구현을 대조해 실패를 설명했다. 관련 코드는 cli.main→pipeline.process_image→transform.crop 호출 관계로 연결됐다.</a:t>
            </a:r>
          </a:p>
          <a:p xmlns:a="http://schemas.openxmlformats.org/drawingml/2006/main">
            <a:r>
              <a:t/>
            </a:r>
          </a:p>
          <a:p xmlns:a="http://schemas.openxmlformats.org/drawingml/2006/main">
            <a:r>
              <a:t>**Opening Question:**</a:t>
            </a:r>
          </a:p>
          <a:p xmlns:a="http://schemas.openxmlformats.org/drawingml/2006/main">
            <a:r>
              <a:t>“어떤 자료를 연결했기에 Crop 실패 원인을 설명할 수 있었나요?”</a:t>
            </a:r>
          </a:p>
          <a:p xmlns:a="http://schemas.openxmlformats.org/drawingml/2006/main">
            <a:r>
              <a:t/>
            </a:r>
          </a:p>
          <a:p xmlns:a="http://schemas.openxmlformats.org/drawingml/2006/main">
            <a:r>
              <a:t>**Speaker Flow:**</a:t>
            </a:r>
          </a:p>
          <a:p xmlns:a="http://schemas.openxmlformats.org/drawingml/2006/main">
            <a:r>
              <a:t>1. (0:00–0:30 / Demo) S07의 폭 차이를 설명한 근거를 확인하는 장임을 밝힌다. 세 열의 화살표는 설명을 위한 관계이며 실제 파일 접근 시간순이 아니다.</a:t>
            </a:r>
          </a:p>
          <a:p xmlns:a="http://schemas.openxmlformats.org/drawingml/2006/main">
            <a:r>
              <a:t>2. (0:30–2:30 / Demo) 실패 테스트 test_crop_excludes_end_coordinate, 끝 좌표 제외 명세[x_start,x_end), row[x_start : x_end + 1]을 차례로 비교한다. 기대 범위와 구현 범위가 다른 점이 실패를 설명한다. 소스에 없던 함수나 수정 후 코드는 추가하지 않는다.</a:t>
            </a:r>
          </a:p>
          <a:p xmlns:a="http://schemas.openxmlformats.org/drawingml/2006/main">
            <a:r>
              <a:t>3. (2:30–3:30 / Demo) 관련 구현은 cli.main→pipeline.process_image→transform.crop 호출 관계에 있었다. 이는 Product 코드의 호출 관계이며 Agent의 실제 접근 순서가 아니다. README에도 기존 결함 안내가 있었으므로 아무 힌트 없이 독자 발견했다고 말하지 않는다.</a:t>
            </a:r>
          </a:p>
          <a:p xmlns:a="http://schemas.openxmlformats.org/drawingml/2006/main">
            <a:r>
              <a:t>4. (3:30–4:00 / Demo) 실패·관련 구현·명세·호출 관계를 연결해 설명했으며 코드 수정은 없었다고 닫는다. 같은 전체 테스트의 다른 오류는 원인이 달랐다는 S09로 이동한다.</a:t>
            </a:r>
          </a:p>
          <a:p xmlns:a="http://schemas.openxmlformats.org/drawingml/2006/main">
            <a:r>
              <a:t/>
            </a:r>
          </a:p>
          <a:p xmlns:a="http://schemas.openxmlformats.org/drawingml/2006/main">
            <a:r>
              <a:t>**Evidence / Source:**</a:t>
            </a:r>
          </a:p>
          <a:p xmlns:a="http://schemas.openxmlformats.org/drawingml/2006/main">
            <a:r>
              <a:t>TRIAL-001 · DEMO-01 · BEAT-003 · CLM-0002/0009. plan/DEMO_MATRIX.md의 2026-09-28 Codex CLI0.154.0기록. STATE-00 22e7e2f806de2419b0df649107bbae14dea082eb; tests/test_transform.py:9–14 and src/graypipe/transform.py:7–13. 원자료에 근거한 재구성.</a:t>
            </a:r>
          </a:p>
          <a:p xmlns:a="http://schemas.openxmlformats.org/drawingml/2006/main">
            <a:r>
              <a:t/>
            </a:r>
          </a:p>
          <a:p xmlns:a="http://schemas.openxmlformats.org/drawingml/2006/main">
            <a:r>
              <a:t>**Claim Boundary:**</a:t>
            </a:r>
          </a:p>
          <a:p xmlns:a="http://schemas.openxmlformats.org/drawingml/2006/main">
            <a:r>
              <a:t>FROZEN WITH SCOPE — TRIAL-001 단일 CLI 조사. 관계도는 Agent의 실제 접근 시간순 로그가 아니며 README의 기존 결함 안내도 있었다. 코드 수정·반복성·현재 Desktop 동작을 주장하지 않는다. 새 Trial·Chatbot 비교·환경 복구·성능/비용 효과를 만들지 않는다.</a:t>
            </a:r>
          </a:p>
          <a:p xmlns:a="http://schemas.openxmlformats.org/drawingml/2006/main">
            <a:r>
              <a:t/>
            </a:r>
          </a:p>
          <a:p xmlns:a="http://schemas.openxmlformats.org/drawingml/2006/main">
            <a:r>
              <a:t>**Beginner Explanation:**</a:t>
            </a:r>
          </a:p>
          <a:p xmlns:a="http://schemas.openxmlformats.org/drawingml/2006/main">
            <a:r>
              <a:t>답만 듣는 대신 테스트·명세·구현이 어떻게 원인 설명을 뒷받침하는지 본다.</a:t>
            </a:r>
          </a:p>
          <a:p xmlns:a="http://schemas.openxmlformats.org/drawingml/2006/main">
            <a:r>
              <a:t/>
            </a:r>
          </a:p>
          <a:p xmlns:a="http://schemas.openxmlformats.org/drawingml/2006/main">
            <a:r>
              <a:t>**Advanced Insight:**</a:t>
            </a:r>
          </a:p>
          <a:p xmlns:a="http://schemas.openxmlformats.org/drawingml/2006/main">
            <a:r>
              <a:t>코드 호출 관계·근거 연결·Agent 접근 시간순과 독립 발견 주장을 구분한다.</a:t>
            </a:r>
          </a:p>
          <a:p xmlns:a="http://schemas.openxmlformats.org/drawingml/2006/main">
            <a:r>
              <a:t/>
            </a:r>
          </a:p>
          <a:p xmlns:a="http://schemas.openxmlformats.org/drawingml/2006/main">
            <a:r>
              <a:t>**C++ Vision Bridge:**</a:t>
            </a:r>
          </a:p>
          <a:p xmlns:a="http://schemas.openxmlformats.org/drawingml/2006/main">
            <a:r>
              <a:t>N/A. 실제 Python 조사 근거를 C++ Trial로 바꾸지 않는다.</a:t>
            </a:r>
          </a:p>
          <a:p xmlns:a="http://schemas.openxmlformats.org/drawingml/2006/main">
            <a:r>
              <a:t/>
            </a:r>
          </a:p>
          <a:p xmlns:a="http://schemas.openxmlformats.org/drawingml/2006/main">
            <a:r>
              <a:t>**Demo Operation:**</a:t>
            </a:r>
          </a:p>
          <a:p xmlns:a="http://schemas.openxmlformats.org/drawingml/2006/main">
            <a:r>
              <a:t>실패 테스트/명세/구현 세 근거를 가로로 연결하고, 하단에 관련 코드 호출 관계를 별도로 둔다. 본문의 연결은 설명 관계이며 실제 탐색 순서가 아니다. 정적 경로 production/ACT_0.pptx의 S08 / production/preview/act0/S08.png. 실제 실행 Screenshot이나 새 Live 결과로 표시하지 않는다. S07/S07만 Demo 각4분이며 S09/S09은 Case, S11/S11은 Lecture다.</a:t>
            </a:r>
          </a:p>
          <a:p xmlns:a="http://schemas.openxmlformats.org/drawingml/2006/main">
            <a:r>
              <a:t/>
            </a:r>
          </a:p>
          <a:p xmlns:a="http://schemas.openxmlformats.org/drawingml/2006/main">
            <a:r>
              <a:t>**Audience Interaction:**</a:t>
            </a:r>
          </a:p>
          <a:p xmlns:a="http://schemas.openxmlformats.org/drawingml/2006/main">
            <a:r>
              <a:t>한 장의 질문을 따라 관찰·해석하게 한다. 응답·실습·새 실행·공개 제출을 요구하지 않는다.</a:t>
            </a:r>
          </a:p>
          <a:p xmlns:a="http://schemas.openxmlformats.org/drawingml/2006/main">
            <a:r>
              <a:t/>
            </a:r>
          </a:p>
          <a:p xmlns:a="http://schemas.openxmlformats.org/drawingml/2006/main">
            <a:r>
              <a:t>**Transition:**</a:t>
            </a:r>
          </a:p>
          <a:p xmlns:a="http://schemas.openxmlformats.org/drawingml/2006/main">
            <a:r>
              <a:t>“같은 전체 테스트 실행에서 나온 다른 오류는, 이 Crop 결함과 원인이 달랐습니다.”</a:t>
            </a:r>
          </a:p>
          <a:p xmlns:a="http://schemas.openxmlformats.org/drawingml/2006/main">
            <a:r>
              <a:t/>
            </a:r>
          </a:p>
          <a:p xmlns:a="http://schemas.openxmlformats.org/drawingml/2006/main">
            <a:r>
              <a:t>**Time Management:**</a:t>
            </a:r>
          </a:p>
          <a:p xmlns:a="http://schemas.openxmlformats.org/drawingml/2006/main">
            <a:r>
              <a:t>Demo 4분 (CAPTURED / RECONSTRUCTED) = 4분. 위 Speaker Flow의 구간대로 운영하며 한 장의 역할만 설명한다. 초과하면 다음 장 내용을 미리 설명하는 부분을 줄이고 근거 경계를 유지한다. 실측 리허설은 UNVERIFIED.</a:t>
            </a:r>
          </a:p>
          <a:p xmlns:a="http://schemas.openxmlformats.org/drawingml/2006/main">
            <a:r>
              <a:t/>
            </a:r>
          </a:p>
          <a:p xmlns:a="http://schemas.openxmlformats.org/drawingml/2006/main">
            <a:r>
              <a:t>**Fallback:**</a:t>
            </a:r>
          </a:p>
          <a:p xmlns:a="http://schemas.openxmlformats.org/drawingml/2006/main">
            <a:r>
              <a:t>LOCAL STATIC ARTIFACT — production/preview/full/S08.png 또는 ACT_0.pptx의 같은 Slide. 원자료/과거 CLI/교육용 가정 구분을 유지한다. 현재 Live/HYBRID는 발표 환경 검증 전 비활성이다.</a:t>
            </a:r>
          </a:p>
          <a:p xmlns:a="http://schemas.openxmlformats.org/drawingml/2006/main">
            <a:r>
              <a:t/>
            </a:r>
          </a:p>
          <a:p xmlns:a="http://schemas.openxmlformats.org/drawingml/2006/main">
            <a:r>
              <a:t>**Validation Status:**</a:t>
            </a:r>
          </a:p>
          <a:p xmlns:a="http://schemas.openxmlformats.org/drawingml/2006/main">
            <a:r>
              <a:t>CONTENT ALIGNED — DEC-0084. 로컬 패키지·렌더·Notes 대조는 production/evaluation/ACT_0_CONTEXT_EXPANSION.md에 기록한다. Windows PowerPoint·발표 PC 글꼴·현재 제품/계정·교육장·실측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S09 — 다른 테스트 오류는 임시 폴더 생성에서 발생했다</a:t>
            </a:r>
          </a:p>
          <a:p xmlns:a="http://schemas.openxmlformats.org/drawingml/2006/main">
            <a:r>
              <a:t/>
            </a:r>
          </a:p>
          <a:p xmlns:a="http://schemas.openxmlformats.org/drawingml/2006/main">
            <a:r>
              <a:t>**Slide ID:**</a:t>
            </a:r>
          </a:p>
          <a:p xmlns:a="http://schemas.openxmlformats.org/drawingml/2006/main">
            <a:r>
              <a:t>S09</a:t>
            </a:r>
          </a:p>
          <a:p xmlns:a="http://schemas.openxmlformats.org/drawingml/2006/main">
            <a:r>
              <a:t/>
            </a:r>
          </a:p>
          <a:p xmlns:a="http://schemas.openxmlformats.org/drawingml/2006/main">
            <a:r>
              <a:t>**Working Title:**</a:t>
            </a:r>
          </a:p>
          <a:p xmlns:a="http://schemas.openxmlformats.org/drawingml/2006/main">
            <a:r>
              <a:t>다른 테스트 오류는 임시 폴더 생성에서 발생했다</a:t>
            </a:r>
          </a:p>
          <a:p xmlns:a="http://schemas.openxmlformats.org/drawingml/2006/main">
            <a:r>
              <a:t/>
            </a:r>
          </a:p>
          <a:p xmlns:a="http://schemas.openxmlformats.org/drawingml/2006/main">
            <a:r>
              <a:t>**ACT / Section:**</a:t>
            </a:r>
          </a:p>
          <a:p xmlns:a="http://schemas.openxmlformats.org/drawingml/2006/main">
            <a:r>
              <a:t>ACT 0 / 0D</a:t>
            </a:r>
          </a:p>
          <a:p xmlns:a="http://schemas.openxmlformats.org/drawingml/2006/main">
            <a:r>
              <a:t/>
            </a:r>
          </a:p>
          <a:p xmlns:a="http://schemas.openxmlformats.org/drawingml/2006/main">
            <a:r>
              <a:t>**Allocated Time:**</a:t>
            </a:r>
          </a:p>
          <a:p xmlns:a="http://schemas.openxmlformats.org/drawingml/2006/main">
            <a:r>
              <a:t>3 minutes</a:t>
            </a:r>
          </a:p>
          <a:p xmlns:a="http://schemas.openxmlformats.org/drawingml/2006/main">
            <a:r>
              <a:t/>
            </a:r>
          </a:p>
          <a:p xmlns:a="http://schemas.openxmlformats.org/drawingml/2006/main">
            <a:r>
              <a:t>**Mode Split:**</a:t>
            </a:r>
          </a:p>
          <a:p xmlns:a="http://schemas.openxmlformats.org/drawingml/2006/main">
            <a:r>
              <a:t>Case 3분</a:t>
            </a:r>
          </a:p>
          <a:p xmlns:a="http://schemas.openxmlformats.org/drawingml/2006/main">
            <a:r>
              <a:t/>
            </a:r>
          </a:p>
          <a:p xmlns:a="http://schemas.openxmlformats.org/drawingml/2006/main">
            <a:r>
              <a:t>**Primary Message:**</a:t>
            </a:r>
          </a:p>
          <a:p xmlns:a="http://schemas.openxmlformats.org/drawingml/2006/main">
            <a:r>
              <a:t>TRIAL-001 전체 테스트의 환경 오류3건은 읽기 전용 실행 조건이 임시 디렉터리 생성을 막아 발생했다. Crop 결함과 별개이며 Agent도 그 권한 제한을 해제하지 않았다.</a:t>
            </a:r>
          </a:p>
          <a:p xmlns:a="http://schemas.openxmlformats.org/drawingml/2006/main">
            <a:r>
              <a:t/>
            </a:r>
          </a:p>
          <a:p xmlns:a="http://schemas.openxmlformats.org/drawingml/2006/main">
            <a:r>
              <a:t>**Opening Question:**</a:t>
            </a:r>
          </a:p>
          <a:p xmlns:a="http://schemas.openxmlformats.org/drawingml/2006/main">
            <a:r>
              <a:t>“테스트가 임시 폴더를 만들려는데 쓰기 권한이 없으면 어떻게 될까요?”</a:t>
            </a:r>
          </a:p>
          <a:p xmlns:a="http://schemas.openxmlformats.org/drawingml/2006/main">
            <a:r>
              <a:t/>
            </a:r>
          </a:p>
          <a:p xmlns:a="http://schemas.openxmlformats.org/drawingml/2006/main">
            <a:r>
              <a:t>**Speaker Flow:**</a:t>
            </a:r>
          </a:p>
          <a:p xmlns:a="http://schemas.openxmlformats.org/drawingml/2006/main">
            <a:r>
              <a:t>1. (0:00–0:30 / Case) 같은 전체 테스트 실행 중 나온 환경 오류3건을 별도 사건으로 연다. Crop 실패1건의 추가 증거도 Product 결함3건도 아니라고 화면의 별도 표시로 구분한다.</a:t>
            </a:r>
          </a:p>
          <a:p xmlns:a="http://schemas.openxmlformats.org/drawingml/2006/main">
            <a:r>
              <a:t>2. (0:30–2:00 / Case) 테스트 실행→임시 폴더 생성 요청→생성 불가를 읽는다. TRIAL-001은 읽기 전용 sandbox로 실행됐고 임시 디렉터리를 만들 수 없어 일부 테스트에서 오류가 났다. 실제 로그에 없던 테스트 이름·파일 경로·예외 원문을 만들어 표시하지 않는다. 권한 해제법을 가르치는 장으로 확장하지 않는다.</a:t>
            </a:r>
          </a:p>
          <a:p xmlns:a="http://schemas.openxmlformats.org/drawingml/2006/main">
            <a:r>
              <a:t>3. (2:00–3:00 / Case) Agent는 원인을 구분했지만 권한 제한을 해제하거나 코드를 수정하지 않았다고 닫는다. 전체 기록은7개 통과+Crop 실패1건+환경 오류3건, crop 관련 명령은2개 통과+같은 Crop 실패다. 집계는 이 Notes에서 보존하고 현재 화면은 별도 오류의 인과관계에 집중한다.</a:t>
            </a:r>
          </a:p>
          <a:p xmlns:a="http://schemas.openxmlformats.org/drawingml/2006/main">
            <a:r>
              <a:t/>
            </a:r>
          </a:p>
          <a:p xmlns:a="http://schemas.openxmlformats.org/drawingml/2006/main">
            <a:r>
              <a:t>**Evidence / Source:**</a:t>
            </a:r>
          </a:p>
          <a:p xmlns:a="http://schemas.openxmlformats.org/drawingml/2006/main">
            <a:r>
              <a:t>TRIAL-001 · DEMO-01 · BEAT-003 · CLM-0002/0009. plan/DEMO_MATRIX.md의 2026-09-28 Codex CLI0.154.0기록. STATE-00 22e7e2f806de2419b0df649107bbae14dea082eb; tests/test_transform.py:9–14 and src/graypipe/transform.py:7–13. 원자료에 근거한 재구성.</a:t>
            </a:r>
          </a:p>
          <a:p xmlns:a="http://schemas.openxmlformats.org/drawingml/2006/main">
            <a:r>
              <a:t/>
            </a:r>
          </a:p>
          <a:p xmlns:a="http://schemas.openxmlformats.org/drawingml/2006/main">
            <a:r>
              <a:t>**Claim Boundary:**</a:t>
            </a:r>
          </a:p>
          <a:p xmlns:a="http://schemas.openxmlformats.org/drawingml/2006/main">
            <a:r>
              <a:t>FROZEN WITH SCOPE — TRIAL-001 실행 환경 제한의 관찰. Product/Crop 결함이나 성공한 환경 복구, 현재 Desktop 동작의 근거가 아니다. 새 Trial·Chatbot 비교·환경 복구·성능/비용 효과를 만들지 않는다.</a:t>
            </a:r>
          </a:p>
          <a:p xmlns:a="http://schemas.openxmlformats.org/drawingml/2006/main">
            <a:r>
              <a:t/>
            </a:r>
          </a:p>
          <a:p xmlns:a="http://schemas.openxmlformats.org/drawingml/2006/main">
            <a:r>
              <a:t>**Beginner Explanation:**</a:t>
            </a:r>
          </a:p>
          <a:p xmlns:a="http://schemas.openxmlformats.org/drawingml/2006/main">
            <a:r>
              <a:t>테스트가 실패하는 이유에는 코드 결함 외 실행 조건도 있음을 이해한다.</a:t>
            </a:r>
          </a:p>
          <a:p xmlns:a="http://schemas.openxmlformats.org/drawingml/2006/main">
            <a:r>
              <a:t/>
            </a:r>
          </a:p>
          <a:p xmlns:a="http://schemas.openxmlformats.org/drawingml/2006/main">
            <a:r>
              <a:t>**Advanced Insight:**</a:t>
            </a:r>
          </a:p>
          <a:p xmlns:a="http://schemas.openxmlformats.org/drawingml/2006/main">
            <a:r>
              <a:t>제품 결함과 실행 제한을 분리하고, 제한 관찰과 권한 변경·해결을 구분한다.</a:t>
            </a:r>
          </a:p>
          <a:p xmlns:a="http://schemas.openxmlformats.org/drawingml/2006/main">
            <a:r>
              <a:t/>
            </a:r>
          </a:p>
          <a:p xmlns:a="http://schemas.openxmlformats.org/drawingml/2006/main">
            <a:r>
              <a:t>**C++ Vision Bridge:**</a:t>
            </a:r>
          </a:p>
          <a:p xmlns:a="http://schemas.openxmlformats.org/drawingml/2006/main">
            <a:r>
              <a:t>N/A. 제조 현장/Windows에서 같은 오류가 관찰된 것으로 바꾸지 않는다.</a:t>
            </a:r>
          </a:p>
          <a:p xmlns:a="http://schemas.openxmlformats.org/drawingml/2006/main">
            <a:r>
              <a:t/>
            </a:r>
          </a:p>
          <a:p xmlns:a="http://schemas.openxmlformats.org/drawingml/2006/main">
            <a:r>
              <a:t>**Demo Operation:**</a:t>
            </a:r>
          </a:p>
          <a:p xmlns:a="http://schemas.openxmlformats.org/drawingml/2006/main">
            <a:r>
              <a:t>테스트 실행→임시 폴더 생성 요청→읽기 전용 권한으로 생성 불가를 한 가로 도식으로 보여준다. Crop 실패와 별개임과 제한 미해결을 화면에서 읽게 한다. 가짜 로그·권한 해제 화면은 만들지 않는다. 정적 경로 production/ACT_0.pptx의 S09 / production/preview/act0/S09.png. 실제 실행 Screenshot이나 새 Live 결과로 표시하지 않는다. S07/S07만 Demo 각4분이며 S09/S09은 Case, S11/S11은 Lecture다.</a:t>
            </a:r>
          </a:p>
          <a:p xmlns:a="http://schemas.openxmlformats.org/drawingml/2006/main">
            <a:r>
              <a:t/>
            </a:r>
          </a:p>
          <a:p xmlns:a="http://schemas.openxmlformats.org/drawingml/2006/main">
            <a:r>
              <a:t>**Audience Interaction:**</a:t>
            </a:r>
          </a:p>
          <a:p xmlns:a="http://schemas.openxmlformats.org/drawingml/2006/main">
            <a:r>
              <a:t>한 장의 질문을 따라 관찰·해석하게 한다. 응답·실습·새 실행·공개 제출을 요구하지 않는다.</a:t>
            </a:r>
          </a:p>
          <a:p xmlns:a="http://schemas.openxmlformats.org/drawingml/2006/main">
            <a:r>
              <a:t/>
            </a:r>
          </a:p>
          <a:p xmlns:a="http://schemas.openxmlformats.org/drawingml/2006/main">
            <a:r>
              <a:t>**Transition:**</a:t>
            </a:r>
          </a:p>
          <a:p xmlns:a="http://schemas.openxmlformats.org/drawingml/2006/main">
            <a:r>
              <a:t>“두 원인을 판단할 때 필요했던 정보들을 한곳에 모아보겠습니다.”</a:t>
            </a:r>
          </a:p>
          <a:p xmlns:a="http://schemas.openxmlformats.org/drawingml/2006/main">
            <a:r>
              <a:t/>
            </a:r>
          </a:p>
          <a:p xmlns:a="http://schemas.openxmlformats.org/drawingml/2006/main">
            <a:r>
              <a:t>**Time Management:**</a:t>
            </a:r>
          </a:p>
          <a:p xmlns:a="http://schemas.openxmlformats.org/drawingml/2006/main">
            <a:r>
              <a:t>Case 3분 = 3분. 위 Speaker Flow의 구간대로 운영하며 한 장의 역할만 설명한다. 초과하면 다음 장 내용을 미리 설명하는 부분을 줄이고 근거 경계를 유지한다. 실측 리허설은 UNVERIFIED.</a:t>
            </a:r>
          </a:p>
          <a:p xmlns:a="http://schemas.openxmlformats.org/drawingml/2006/main">
            <a:r>
              <a:t/>
            </a:r>
          </a:p>
          <a:p xmlns:a="http://schemas.openxmlformats.org/drawingml/2006/main">
            <a:r>
              <a:t>**Fallback:**</a:t>
            </a:r>
          </a:p>
          <a:p xmlns:a="http://schemas.openxmlformats.org/drawingml/2006/main">
            <a:r>
              <a:t>LOCAL STATIC ARTIFACT — production/preview/full/S09.png 또는 ACT_0.pptx의 같은 Slide. 원자료/과거 CLI/교육용 가정 구분을 유지한다. 현재 Live/HYBRID는 발표 환경 검증 전 비활성이다.</a:t>
            </a:r>
          </a:p>
          <a:p xmlns:a="http://schemas.openxmlformats.org/drawingml/2006/main">
            <a:r>
              <a:t/>
            </a:r>
          </a:p>
          <a:p xmlns:a="http://schemas.openxmlformats.org/drawingml/2006/main">
            <a:r>
              <a:t>**Validation Status:**</a:t>
            </a:r>
          </a:p>
          <a:p xmlns:a="http://schemas.openxmlformats.org/drawingml/2006/main">
            <a:r>
              <a:t>CONTENT ALIGNED — DEC-0084. 로컬 패키지·렌더·Notes 대조는 production/evaluation/ACT_0_CONTEXT_EXPANSION.md에 기록한다. Windows PowerPoint·발표 PC 글꼴·현재 제품/계정·교육장·실측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S10 — 원인 판단에는 코드와 실행 환경 정보가 필요했다</a:t>
            </a:r>
          </a:p>
          <a:p xmlns:a="http://schemas.openxmlformats.org/drawingml/2006/main">
            <a:r>
              <a:t/>
            </a:r>
          </a:p>
          <a:p xmlns:a="http://schemas.openxmlformats.org/drawingml/2006/main">
            <a:r>
              <a:t>**Slide ID:**</a:t>
            </a:r>
          </a:p>
          <a:p xmlns:a="http://schemas.openxmlformats.org/drawingml/2006/main">
            <a:r>
              <a:t>S10</a:t>
            </a:r>
          </a:p>
          <a:p xmlns:a="http://schemas.openxmlformats.org/drawingml/2006/main">
            <a:r>
              <a:t/>
            </a:r>
          </a:p>
          <a:p xmlns:a="http://schemas.openxmlformats.org/drawingml/2006/main">
            <a:r>
              <a:t>**Working Title:**</a:t>
            </a:r>
          </a:p>
          <a:p xmlns:a="http://schemas.openxmlformats.org/drawingml/2006/main">
            <a:r>
              <a:t>원인 판단에는 코드와 실행 환경 정보가 필요했다</a:t>
            </a:r>
          </a:p>
          <a:p xmlns:a="http://schemas.openxmlformats.org/drawingml/2006/main">
            <a:r>
              <a:t/>
            </a:r>
          </a:p>
          <a:p xmlns:a="http://schemas.openxmlformats.org/drawingml/2006/main">
            <a:r>
              <a:t>**ACT / Section:**</a:t>
            </a:r>
          </a:p>
          <a:p xmlns:a="http://schemas.openxmlformats.org/drawingml/2006/main">
            <a:r>
              <a:t>ACT 0 / 0D</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Case 2분</a:t>
            </a:r>
          </a:p>
          <a:p xmlns:a="http://schemas.openxmlformats.org/drawingml/2006/main">
            <a:r>
              <a:t/>
            </a:r>
          </a:p>
          <a:p xmlns:a="http://schemas.openxmlformats.org/drawingml/2006/main">
            <a:r>
              <a:t>**Primary Message:**</a:t>
            </a:r>
          </a:p>
          <a:p xmlns:a="http://schemas.openxmlformats.org/drawingml/2006/main">
            <a:r>
              <a:t>Repository의 테스트·명세·구현/호출 관계와 실행 환경의 로그·권한 정보를 함께 보아 원인을 구분한다. 이번 원인 판단에 쓰는 정보를 Context로 묶는 교육용 도식이다.</a:t>
            </a:r>
          </a:p>
          <a:p xmlns:a="http://schemas.openxmlformats.org/drawingml/2006/main">
            <a:r>
              <a:t/>
            </a:r>
          </a:p>
          <a:p xmlns:a="http://schemas.openxmlformats.org/drawingml/2006/main">
            <a:r>
              <a:t>**Opening Question:**</a:t>
            </a:r>
          </a:p>
          <a:p xmlns:a="http://schemas.openxmlformats.org/drawingml/2006/main">
            <a:r>
              <a:t>“이번 조사에서는 파일 외에 어떤 정보까지 필요했나요?”</a:t>
            </a:r>
          </a:p>
          <a:p xmlns:a="http://schemas.openxmlformats.org/drawingml/2006/main">
            <a:r>
              <a:t/>
            </a:r>
          </a:p>
          <a:p xmlns:a="http://schemas.openxmlformats.org/drawingml/2006/main">
            <a:r>
              <a:t>**Speaker Flow:**</a:t>
            </a:r>
          </a:p>
          <a:p xmlns:a="http://schemas.openxmlformats.org/drawingml/2006/main">
            <a:r>
              <a:t>1. (0:00–0:25 / Case) 앞의 두 문제에서 실제로 살펴본 자료를 한 장으로 모은다고 안내한다. 환경 오류의 원인은 재설명하지 않는다.</a:t>
            </a:r>
          </a:p>
          <a:p xmlns:a="http://schemas.openxmlformats.org/drawingml/2006/main">
            <a:r>
              <a:t>2. (0:25–1:25 / Case) Repository의 실패 테스트·Crop 명세·구현/호출 관계와 실행 환경의 로그·읽기/쓰기 권한을 구분해 읽는다. 파일과 실행 조건은 서로 다른 출처지만 이번 원인 판단에는 함께 쓰였다. 권한 자체가 Repository 안에 있거나 저장소를 열면 확대되는 그림으로 읽지 않는다.</a:t>
            </a:r>
          </a:p>
          <a:p xmlns:a="http://schemas.openxmlformats.org/drawingml/2006/main">
            <a:r>
              <a:t>3. (1:25–2:00 / Case) 원인을 판단하는 데 쓰는 정보를 이번 장에서 Context로 묶는다. ACT2의 저장 범위·Routing·항상 읽을 정보 설계를 여기서 미리 강의하지 않는다. 이제 같은 자료를 누가 찾고 전달하는지 S11로 넘긴다.</a:t>
            </a:r>
          </a:p>
          <a:p xmlns:a="http://schemas.openxmlformats.org/drawingml/2006/main">
            <a:r>
              <a:t/>
            </a:r>
          </a:p>
          <a:p xmlns:a="http://schemas.openxmlformats.org/drawingml/2006/main">
            <a:r>
              <a:t>**Evidence / Source:**</a:t>
            </a:r>
          </a:p>
          <a:p xmlns:a="http://schemas.openxmlformats.org/drawingml/2006/main">
            <a:r>
              <a:t>TRIAL-001 · DEMO-01 · BEAT-003 · CLM-0002/0009. plan/DEMO_MATRIX.md의 2026-09-28 Codex CLI0.154.0기록. STATE-00 22e7e2f806de2419b0df649107bbae14dea082eb; tests/test_transform.py:9–14 and src/graypipe/transform.py:7–13. 원자료에 근거한 재구성.</a:t>
            </a:r>
          </a:p>
          <a:p xmlns:a="http://schemas.openxmlformats.org/drawingml/2006/main">
            <a:r>
              <a:t/>
            </a:r>
          </a:p>
          <a:p xmlns:a="http://schemas.openxmlformats.org/drawingml/2006/main">
            <a:r>
              <a:t>**Claim Boundary:**</a:t>
            </a:r>
          </a:p>
          <a:p xmlns:a="http://schemas.openxmlformats.org/drawingml/2006/main">
            <a:r>
              <a:t>TEACHING MODEL — TRIAL-001에서 살펴본 정보를 묶은 해석이며 새 실행·제품 우열이 아니다. Repository 접근은 실행 권한 확장을 뜻하지 않는다. 새 Trial·Chatbot 비교·환경 복구·성능/비용 효과를 만들지 않는다.</a:t>
            </a:r>
          </a:p>
          <a:p xmlns:a="http://schemas.openxmlformats.org/drawingml/2006/main">
            <a:r>
              <a:t/>
            </a:r>
          </a:p>
          <a:p xmlns:a="http://schemas.openxmlformats.org/drawingml/2006/main">
            <a:r>
              <a:t>**Beginner Explanation:**</a:t>
            </a:r>
          </a:p>
          <a:p xmlns:a="http://schemas.openxmlformats.org/drawingml/2006/main">
            <a:r>
              <a:t>Context가 단지 복사한 코드 조각만을 의미하지 않음을 이번 사건으로 이해한다.</a:t>
            </a:r>
          </a:p>
          <a:p xmlns:a="http://schemas.openxmlformats.org/drawingml/2006/main">
            <a:r>
              <a:t/>
            </a:r>
          </a:p>
          <a:p xmlns:a="http://schemas.openxmlformats.org/drawingml/2006/main">
            <a:r>
              <a:t>**Advanced Insight:**</a:t>
            </a:r>
          </a:p>
          <a:p xmlns:a="http://schemas.openxmlformats.org/drawingml/2006/main">
            <a:r>
              <a:t>저장소에 있는 사실과 도구·권한이 제공하는 실행 조건의 출처를 구분한다.</a:t>
            </a:r>
          </a:p>
          <a:p xmlns:a="http://schemas.openxmlformats.org/drawingml/2006/main">
            <a:r>
              <a:t/>
            </a:r>
          </a:p>
          <a:p xmlns:a="http://schemas.openxmlformats.org/drawingml/2006/main">
            <a:r>
              <a:t>**C++ Vision Bridge:**</a:t>
            </a:r>
          </a:p>
          <a:p xmlns:a="http://schemas.openxmlformats.org/drawingml/2006/main">
            <a:r>
              <a:t>N/A. 일반화된 새 C++ 규칙·장비 사례는 추가하지 않는다.</a:t>
            </a:r>
          </a:p>
          <a:p xmlns:a="http://schemas.openxmlformats.org/drawingml/2006/main">
            <a:r>
              <a:t/>
            </a:r>
          </a:p>
          <a:p xmlns:a="http://schemas.openxmlformats.org/drawingml/2006/main">
            <a:r>
              <a:t>**Demo Operation:**</a:t>
            </a:r>
          </a:p>
          <a:p xmlns:a="http://schemas.openxmlformats.org/drawingml/2006/main">
            <a:r>
              <a:t>왼쪽 Repository 자료3개와 오른쪽 실행 환경 자료2개를 구분해 모으고, 원인을 판단하는 데 쓰는 정보=Context라는 한 결론으로 연결한다. 환경 오류 원인을 재강의하거나 ACT2의 Routing 설계를 먼저 설명하지 않는다. 정적 경로 production/ACT_0.pptx의 S10 / production/preview/act0/S10.png. 실제 실행 Screenshot이나 새 Live 결과로 표시하지 않는다. S07/S07만 Demo 각4분이며 S09/S09은 Case, S11/S11은 Lecture다.</a:t>
            </a:r>
          </a:p>
          <a:p xmlns:a="http://schemas.openxmlformats.org/drawingml/2006/main">
            <a:r>
              <a:t/>
            </a:r>
          </a:p>
          <a:p xmlns:a="http://schemas.openxmlformats.org/drawingml/2006/main">
            <a:r>
              <a:t>**Audience Interaction:**</a:t>
            </a:r>
          </a:p>
          <a:p xmlns:a="http://schemas.openxmlformats.org/drawingml/2006/main">
            <a:r>
              <a:t>한 장의 질문을 따라 관찰·해석하게 한다. 응답·실습·새 실행·공개 제출을 요구하지 않는다.</a:t>
            </a:r>
          </a:p>
          <a:p xmlns:a="http://schemas.openxmlformats.org/drawingml/2006/main">
            <a:r>
              <a:t/>
            </a:r>
          </a:p>
          <a:p xmlns:a="http://schemas.openxmlformats.org/drawingml/2006/main">
            <a:r>
              <a:t>**Transition:**</a:t>
            </a:r>
          </a:p>
          <a:p xmlns:a="http://schemas.openxmlformats.org/drawingml/2006/main">
            <a:r>
              <a:t>“이 자료를 사람이 직접 골라 대화창에 넣는다면, 답을 받기 전에 어떤 일을 해야 할까요?”</a:t>
            </a:r>
          </a:p>
          <a:p xmlns:a="http://schemas.openxmlformats.org/drawingml/2006/main">
            <a:r>
              <a:t/>
            </a:r>
          </a:p>
          <a:p xmlns:a="http://schemas.openxmlformats.org/drawingml/2006/main">
            <a:r>
              <a:t>**Time Management:**</a:t>
            </a:r>
          </a:p>
          <a:p xmlns:a="http://schemas.openxmlformats.org/drawingml/2006/main">
            <a:r>
              <a:t>Case 2분 = 2분. 위 Speaker Flow의 구간대로 운영하며 한 장의 역할만 설명한다. 초과하면 다음 장 내용을 미리 설명하는 부분을 줄이고 근거 경계를 유지한다. 실측 리허설은 UNVERIFIED.</a:t>
            </a:r>
          </a:p>
          <a:p xmlns:a="http://schemas.openxmlformats.org/drawingml/2006/main">
            <a:r>
              <a:t/>
            </a:r>
          </a:p>
          <a:p xmlns:a="http://schemas.openxmlformats.org/drawingml/2006/main">
            <a:r>
              <a:t>**Fallback:**</a:t>
            </a:r>
          </a:p>
          <a:p xmlns:a="http://schemas.openxmlformats.org/drawingml/2006/main">
            <a:r>
              <a:t>LOCAL STATIC ARTIFACT — production/preview/full/S10.png 또는 ACT_0.pptx의 같은 Slide. 원자료/과거 CLI/교육용 가정 구분을 유지한다. 현재 Live/HYBRID는 발표 환경 검증 전 비활성이다.</a:t>
            </a:r>
          </a:p>
          <a:p xmlns:a="http://schemas.openxmlformats.org/drawingml/2006/main">
            <a:r>
              <a:t/>
            </a:r>
          </a:p>
          <a:p xmlns:a="http://schemas.openxmlformats.org/drawingml/2006/main">
            <a:r>
              <a:t>**Validation Status:**</a:t>
            </a:r>
          </a:p>
          <a:p xmlns:a="http://schemas.openxmlformats.org/drawingml/2006/main">
            <a:r>
              <a:t>CONTENT ALIGNED — DEC-0084. 로컬 패키지·렌더·Notes 대조는 production/evaluation/ACT_0_CONTEXT_EXPANSION.md에 기록한다. Windows PowerPoint·발표 PC 글꼴·현재 제품/계정·교육장·실측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S11 — Chatbot에 이 자료를 직접 전달한다면?</a:t>
            </a:r>
          </a:p>
          <a:p xmlns:a="http://schemas.openxmlformats.org/drawingml/2006/main">
            <a:r>
              <a:t/>
            </a:r>
          </a:p>
          <a:p xmlns:a="http://schemas.openxmlformats.org/drawingml/2006/main">
            <a:r>
              <a:t>**Slide ID:**</a:t>
            </a:r>
          </a:p>
          <a:p xmlns:a="http://schemas.openxmlformats.org/drawingml/2006/main">
            <a:r>
              <a:t>S11</a:t>
            </a:r>
          </a:p>
          <a:p xmlns:a="http://schemas.openxmlformats.org/drawingml/2006/main">
            <a:r>
              <a:t/>
            </a:r>
          </a:p>
          <a:p xmlns:a="http://schemas.openxmlformats.org/drawingml/2006/main">
            <a:r>
              <a:t>**Working Title:**</a:t>
            </a:r>
          </a:p>
          <a:p xmlns:a="http://schemas.openxmlformats.org/drawingml/2006/main">
            <a:r>
              <a:t>Chatbot에 이 자료를 직접 전달한다면?</a:t>
            </a:r>
          </a:p>
          <a:p xmlns:a="http://schemas.openxmlformats.org/drawingml/2006/main">
            <a:r>
              <a:t/>
            </a:r>
          </a:p>
          <a:p xmlns:a="http://schemas.openxmlformats.org/drawingml/2006/main">
            <a:r>
              <a:t>**ACT / Section:**</a:t>
            </a:r>
          </a:p>
          <a:p xmlns:a="http://schemas.openxmlformats.org/drawingml/2006/main">
            <a:r>
              <a:t>ACT 0 / 0E</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Lecture 2분</a:t>
            </a:r>
          </a:p>
          <a:p xmlns:a="http://schemas.openxmlformats.org/drawingml/2006/main">
            <a:r>
              <a:t/>
            </a:r>
          </a:p>
          <a:p xmlns:a="http://schemas.openxmlformats.org/drawingml/2006/main">
            <a:r>
              <a:t>**Primary Message:**</a:t>
            </a:r>
          </a:p>
          <a:p xmlns:a="http://schemas.openxmlformats.org/drawingml/2006/main">
            <a:r>
              <a:t>자료를 직접 선택·첨부하는 대화 방식에서는 사람이 테스트·명세·구현·실행 로그·권한 정보를 찾아 연결해 전달한다. 이는 수집 주체를 설명하는 가정이며 모든 Chatbot 사용 방식이나 능력의 한계를 정하는 주장이 아니다.</a:t>
            </a:r>
          </a:p>
          <a:p xmlns:a="http://schemas.openxmlformats.org/drawingml/2006/main">
            <a:r>
              <a:t/>
            </a:r>
          </a:p>
          <a:p xmlns:a="http://schemas.openxmlformats.org/drawingml/2006/main">
            <a:r>
              <a:t>**Opening Question:**</a:t>
            </a:r>
          </a:p>
          <a:p xmlns:a="http://schemas.openxmlformats.org/drawingml/2006/main">
            <a:r>
              <a:t>“답을 받기 전에 누가 필요한 자료를 찾아 골라 전달하나요?”</a:t>
            </a:r>
          </a:p>
          <a:p xmlns:a="http://schemas.openxmlformats.org/drawingml/2006/main">
            <a:r>
              <a:t/>
            </a:r>
          </a:p>
          <a:p xmlns:a="http://schemas.openxmlformats.org/drawingml/2006/main">
            <a:r>
              <a:t>**Speaker Flow:**</a:t>
            </a:r>
          </a:p>
          <a:p xmlns:a="http://schemas.openxmlformats.org/drawingml/2006/main">
            <a:r>
              <a:t>1. (0:00–0:30 / Lecture) S10의 같은 다섯 자료를 유지하되, 사람이 직접 골라 대화창에 첨부하는 방식이라는 가정을 읽는다. 모든 Chatbot 기능을 정의하거나 실제 비교한 결과가 아니다.</a:t>
            </a:r>
          </a:p>
          <a:p xmlns:a="http://schemas.openxmlformats.org/drawingml/2006/main">
            <a:r>
              <a:t>2. (0:30–1:30 / Lecture) 왼쪽 자료→가운데 사람의 찾기·선택·전달→오른쪽 대화창을 따라간다. 코드·테스트·명세만 고르면 실행 로그·권한 단서가 빠질 수 있고, 그것도 전달하면 분석 단서가 생긴다. 정보 미전달을 Chatbot의 해결 불가능성으로 바꾸지 않는다. 시간·토큰 비용을 측정했다는 주장을 하지 않는다.</a:t>
            </a:r>
          </a:p>
          <a:p xmlns:a="http://schemas.openxmlformats.org/drawingml/2006/main">
            <a:r>
              <a:t>3. (1:30–2:00 / Lecture) 답을 받기 전 관련 자료를 찾아 연결하는 일이 있다는 메시지만 회수한다. 같은 위치·자료 카드를 유지한 다음 S12에서 수집 주체가 달라지는 것을 본다.</a:t>
            </a:r>
          </a:p>
          <a:p xmlns:a="http://schemas.openxmlformats.org/drawingml/2006/main">
            <a:r>
              <a:t/>
            </a:r>
          </a:p>
          <a:p xmlns:a="http://schemas.openxmlformats.org/drawingml/2006/main">
            <a:r>
              <a:t>**Evidence / Source:**</a:t>
            </a:r>
          </a:p>
          <a:p xmlns:a="http://schemas.openxmlformats.org/drawingml/2006/main">
            <a:r>
              <a:t>TRIAL-001 · DEMO-01 · BEAT-003 · CLM-0002/0009. plan/DEMO_MATRIX.md의 2026-09-28 Codex CLI0.154.0기록. STATE-00 22e7e2f806de2419b0df649107bbae14dea082eb; tests/test_transform.py:9–14 and src/graypipe/transform.py:7–13. 원자료에 근거한 재구성. DEC-0086: prototype/image-illustration-pilot/assets/S07.png의 왼쪽 장면을 우측 상단 여백에 가로·세로1.8배로 확대해 재사용한다. 생성 지시는 prototype/image-illustration-pilot/PROMPTS.md의 S09에 보존한다. AI 생성 설명용 삽화이며 실제 실행 캡처·새 Trial 근거가 아니다.</a:t>
            </a:r>
          </a:p>
          <a:p xmlns:a="http://schemas.openxmlformats.org/drawingml/2006/main">
            <a:r>
              <a:t/>
            </a:r>
          </a:p>
          <a:p xmlns:a="http://schemas.openxmlformats.org/drawingml/2006/main">
            <a:r>
              <a:t>**Claim Boundary:**</a:t>
            </a:r>
          </a:p>
          <a:p xmlns:a="http://schemas.openxmlformats.org/drawingml/2006/main">
            <a:r>
              <a:t>TEACHING MODEL — 실제 Chatbot 비교 실행·성능·불가능성 주장이 아니다. 환경 로그·권한 정보까지 전달하면 원인 분석 단서도 전달된다. 새 Trial·Chatbot 비교·환경 복구·성능/비용 효과를 만들지 않는다.</a:t>
            </a:r>
          </a:p>
          <a:p xmlns:a="http://schemas.openxmlformats.org/drawingml/2006/main">
            <a:r>
              <a:t/>
            </a:r>
          </a:p>
          <a:p xmlns:a="http://schemas.openxmlformats.org/drawingml/2006/main">
            <a:r>
              <a:t>**Beginner Explanation:**</a:t>
            </a:r>
          </a:p>
          <a:p xmlns:a="http://schemas.openxmlformats.org/drawingml/2006/main">
            <a:r>
              <a:t>답변 전에도 사람이 관련 자료를 찾아 연결하는 일이 있음을 본다.</a:t>
            </a:r>
          </a:p>
          <a:p xmlns:a="http://schemas.openxmlformats.org/drawingml/2006/main">
            <a:r>
              <a:t/>
            </a:r>
          </a:p>
          <a:p xmlns:a="http://schemas.openxmlformats.org/drawingml/2006/main">
            <a:r>
              <a:t>**Advanced Insight:**</a:t>
            </a:r>
          </a:p>
          <a:p xmlns:a="http://schemas.openxmlformats.org/drawingml/2006/main">
            <a:r>
              <a:t>정보가 전달되지 않은 상태와 도구의 문제 해결 능력을 구분한다.</a:t>
            </a:r>
          </a:p>
          <a:p xmlns:a="http://schemas.openxmlformats.org/drawingml/2006/main">
            <a:r>
              <a:t/>
            </a:r>
          </a:p>
          <a:p xmlns:a="http://schemas.openxmlformats.org/drawingml/2006/main">
            <a:r>
              <a:t>**C++ Vision Bridge:**</a:t>
            </a:r>
          </a:p>
          <a:p xmlns:a="http://schemas.openxmlformats.org/drawingml/2006/main">
            <a:r>
              <a:t>Contextual cue — 큰 저장소에서 필요한 자료를 찾는 상황에만 연결한다.</a:t>
            </a:r>
          </a:p>
          <a:p xmlns:a="http://schemas.openxmlformats.org/drawingml/2006/main">
            <a:r>
              <a:t/>
            </a:r>
          </a:p>
          <a:p xmlns:a="http://schemas.openxmlformats.org/drawingml/2006/main">
            <a:r>
              <a:t>**Demo Operation:**</a:t>
            </a:r>
          </a:p>
          <a:p xmlns:a="http://schemas.openxmlformats.org/drawingml/2006/main">
            <a:r>
              <a:t>S10의 같은 다섯 자료 이름·색을 왼쪽에 유지하고 사람의 찾기/선택/전달을 거쳐 교육용 대화창으로 들어가는 흐름으로 보여준다. 누락된 자료를 도구 능력 부족으로 표현하지 않는다. 정적 경로 production/ACT_0.pptx의 S11 / production/preview/act0/S11.png. 실제 실행 Screenshot이나 새 Live 결과로 표시하지 않는다. S07/S07만 Demo 각4분이며 S09/S09은 Case, S11/S11은 Lecture다. 기존 도식을 먼저 따라가며, 우측 상단의 왼쪽 장면 삽화는 같은 역할을 보충하는 교육용 그림으로만 짚는다.</a:t>
            </a:r>
          </a:p>
          <a:p xmlns:a="http://schemas.openxmlformats.org/drawingml/2006/main">
            <a:r>
              <a:t/>
            </a:r>
          </a:p>
          <a:p xmlns:a="http://schemas.openxmlformats.org/drawingml/2006/main">
            <a:r>
              <a:t>**Audience Interaction:**</a:t>
            </a:r>
          </a:p>
          <a:p xmlns:a="http://schemas.openxmlformats.org/drawingml/2006/main">
            <a:r>
              <a:t>한 장의 질문을 따라 관찰·해석하게 한다. 응답·실습·새 실행·공개 제출을 요구하지 않는다.</a:t>
            </a:r>
          </a:p>
          <a:p xmlns:a="http://schemas.openxmlformats.org/drawingml/2006/main">
            <a:r>
              <a:t/>
            </a:r>
          </a:p>
          <a:p xmlns:a="http://schemas.openxmlformats.org/drawingml/2006/main">
            <a:r>
              <a:t>**Transition:**</a:t>
            </a:r>
          </a:p>
          <a:p xmlns:a="http://schemas.openxmlformats.org/drawingml/2006/main">
            <a:r>
              <a:t>“방금 본 Agent 조사에서는, 이 자료를 찾고 연결하는 일을 일부 맡겼습니다.”</a:t>
            </a:r>
          </a:p>
          <a:p xmlns:a="http://schemas.openxmlformats.org/drawingml/2006/main">
            <a:r>
              <a:t/>
            </a:r>
          </a:p>
          <a:p xmlns:a="http://schemas.openxmlformats.org/drawingml/2006/main">
            <a:r>
              <a:t>**Time Management:**</a:t>
            </a:r>
          </a:p>
          <a:p xmlns:a="http://schemas.openxmlformats.org/drawingml/2006/main">
            <a:r>
              <a:t>Lecture 2분 = 2분. 위 Speaker Flow의 구간대로 운영하며 한 장의 역할만 설명한다. 초과하면 다음 장 내용을 미리 설명하는 부분을 줄이고 근거 경계를 유지한다. 실측 리허설은 UNVERIFIED.</a:t>
            </a:r>
          </a:p>
          <a:p xmlns:a="http://schemas.openxmlformats.org/drawingml/2006/main">
            <a:r>
              <a:t/>
            </a:r>
          </a:p>
          <a:p xmlns:a="http://schemas.openxmlformats.org/drawingml/2006/main">
            <a:r>
              <a:t>**Fallback:**</a:t>
            </a:r>
          </a:p>
          <a:p xmlns:a="http://schemas.openxmlformats.org/drawingml/2006/main">
            <a:r>
              <a:t>LOCAL STATIC ARTIFACT — production/preview/full/S11.png 또는 ACT_0.pptx의 같은 Slide. 원자료/과거 CLI/교육용 가정 구분을 유지한다. 현재 Live/HYBRID는 발표 환경 검증 전 비활성이다.</a:t>
            </a:r>
          </a:p>
          <a:p xmlns:a="http://schemas.openxmlformats.org/drawingml/2006/main">
            <a:r>
              <a:t/>
            </a:r>
          </a:p>
          <a:p xmlns:a="http://schemas.openxmlformats.org/drawingml/2006/main">
            <a:r>
              <a:t>**Validation Status:**</a:t>
            </a:r>
          </a:p>
          <a:p xmlns:a="http://schemas.openxmlformats.org/drawingml/2006/main">
            <a:r>
              <a:t>CONTENT ALIGNED — DEC-0084. 로컬 패키지·렌더·Notes 대조는 production/evaluation/ACT_0_CONTEXT_EXPANSION.md에 기록한다. Windows PowerPoint·발표 PC 글꼴·현재 제품/계정·교육장·실측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S12 — Agent가 자료를 직접 찾아 연결했다</a:t>
            </a:r>
          </a:p>
          <a:p xmlns:a="http://schemas.openxmlformats.org/drawingml/2006/main">
            <a:r>
              <a:t/>
            </a:r>
          </a:p>
          <a:p xmlns:a="http://schemas.openxmlformats.org/drawingml/2006/main">
            <a:r>
              <a:t>**Slide ID:**</a:t>
            </a:r>
          </a:p>
          <a:p xmlns:a="http://schemas.openxmlformats.org/drawingml/2006/main">
            <a:r>
              <a:t>S12</a:t>
            </a:r>
          </a:p>
          <a:p xmlns:a="http://schemas.openxmlformats.org/drawingml/2006/main">
            <a:r>
              <a:t/>
            </a:r>
          </a:p>
          <a:p xmlns:a="http://schemas.openxmlformats.org/drawingml/2006/main">
            <a:r>
              <a:t>**Working Title:**</a:t>
            </a:r>
          </a:p>
          <a:p xmlns:a="http://schemas.openxmlformats.org/drawingml/2006/main">
            <a:r>
              <a:t>Agent가 자료를 직접 찾아 연결했다</a:t>
            </a:r>
          </a:p>
          <a:p xmlns:a="http://schemas.openxmlformats.org/drawingml/2006/main">
            <a:r>
              <a:t/>
            </a:r>
          </a:p>
          <a:p xmlns:a="http://schemas.openxmlformats.org/drawingml/2006/main">
            <a:r>
              <a:t>**ACT / Section:**</a:t>
            </a:r>
          </a:p>
          <a:p xmlns:a="http://schemas.openxmlformats.org/drawingml/2006/main">
            <a:r>
              <a:t>ACT 0 / 0E</a:t>
            </a:r>
          </a:p>
          <a:p xmlns:a="http://schemas.openxmlformats.org/drawingml/2006/main">
            <a:r>
              <a:t/>
            </a:r>
          </a:p>
          <a:p xmlns:a="http://schemas.openxmlformats.org/drawingml/2006/main">
            <a:r>
              <a:t>**Allocated Time:**</a:t>
            </a:r>
          </a:p>
          <a:p xmlns:a="http://schemas.openxmlformats.org/drawingml/2006/main">
            <a:r>
              <a:t>2 minutes</a:t>
            </a:r>
          </a:p>
          <a:p xmlns:a="http://schemas.openxmlformats.org/drawingml/2006/main">
            <a:r>
              <a:t/>
            </a:r>
          </a:p>
          <a:p xmlns:a="http://schemas.openxmlformats.org/drawingml/2006/main">
            <a:r>
              <a:t>**Mode Split:**</a:t>
            </a:r>
          </a:p>
          <a:p xmlns:a="http://schemas.openxmlformats.org/drawingml/2006/main">
            <a:r>
              <a:t>Lecture 2분</a:t>
            </a:r>
          </a:p>
          <a:p xmlns:a="http://schemas.openxmlformats.org/drawingml/2006/main">
            <a:r>
              <a:t/>
            </a:r>
          </a:p>
          <a:p xmlns:a="http://schemas.openxmlformats.org/drawingml/2006/main">
            <a:r>
              <a:t>**Primary Message:**</a:t>
            </a:r>
          </a:p>
          <a:p xmlns:a="http://schemas.openxmlformats.org/drawingml/2006/main">
            <a:r>
              <a:t>TRIAL-001에서 Agent가 허용된 파일·도구 범위의 테스트·코드·명세·실행 결과를 조사하고 Crop 원인과 실행 제한을 구분했다. 목표·검토 책임은 사람에게 남으며 접근 전 승인된 도구·계정·자료·권한 범위를 확인한다.</a:t>
            </a:r>
          </a:p>
          <a:p xmlns:a="http://schemas.openxmlformats.org/drawingml/2006/main">
            <a:r>
              <a:t/>
            </a:r>
          </a:p>
          <a:p xmlns:a="http://schemas.openxmlformats.org/drawingml/2006/main">
            <a:r>
              <a:t>**Opening Question:**</a:t>
            </a:r>
          </a:p>
          <a:p xmlns:a="http://schemas.openxmlformats.org/drawingml/2006/main">
            <a:r>
              <a:t>“방금 Agent는 허용된 환경에서 어떤 자료를 직접 찾아 연결했나요?”</a:t>
            </a:r>
          </a:p>
          <a:p xmlns:a="http://schemas.openxmlformats.org/drawingml/2006/main">
            <a:r>
              <a:t/>
            </a:r>
          </a:p>
          <a:p xmlns:a="http://schemas.openxmlformats.org/drawingml/2006/main">
            <a:r>
              <a:t>**Speaker Flow:**</a:t>
            </a:r>
          </a:p>
          <a:p xmlns:a="http://schemas.openxmlformats.org/drawingml/2006/main">
            <a:r>
              <a:t>1. (0:00–0:30 / Lecture) S11의 같은 다섯 자료와 배치를 가리킨다. 가운데 주체가 사람의 선택·전달에서 Agent의 허용된 조사로 바뀌고 오른쪽은 관찰된 조사 내용이다. 새 제품 실행이 아니다.</a:t>
            </a:r>
          </a:p>
          <a:p xmlns:a="http://schemas.openxmlformats.org/drawingml/2006/main">
            <a:r>
              <a:t>2. (0:30–1:10 / Lecture) 실제 근거는 TRIAL-001의 단일 과거 CLI 조사다. Agent가 실패 테스트·관련 코드·명세·호출 경로를 조사하고 실행 제한을 구분했다. 모든 정보의 자동 발견·우월한 답변·권한 해결·현재 Desktop 재현으로 일반화하지 않는다. 목표 설정과 근거 검토 책임은 사람에게 남는다.</a:t>
            </a:r>
          </a:p>
          <a:p xmlns:a="http://schemas.openxmlformats.org/drawingml/2006/main">
            <a:r>
              <a:t>3. (1:10–1:50 / Lecture) 화면 하단의 접근 전 승인된 도구·계정·자료·권한 확인을 짚는다. Repository 접근과 실제 도구/실행 권한은 별개다. 조직의 실제 허용·금지 목록이나 제품 보안 보장을 새로 확정하지 않는다.</a:t>
            </a:r>
          </a:p>
          <a:p xmlns:a="http://schemas.openxmlformats.org/drawingml/2006/main">
            <a:r>
              <a:t>4. (1:50–2:00 / Lecture) “이 교육에서는 어디에서 Repository를 열까요?”로 S13의 기존 Codex 진입 안내를 연다. Task 의도와 접근의 차이는 S14에 남긴다.</a:t>
            </a:r>
          </a:p>
          <a:p xmlns:a="http://schemas.openxmlformats.org/drawingml/2006/main">
            <a:r>
              <a:t/>
            </a:r>
          </a:p>
          <a:p xmlns:a="http://schemas.openxmlformats.org/drawingml/2006/main">
            <a:r>
              <a:t>**Evidence / Source:**</a:t>
            </a:r>
          </a:p>
          <a:p xmlns:a="http://schemas.openxmlformats.org/drawingml/2006/main">
            <a:r>
              <a:t>TRIAL-001 · DEMO-01 · BEAT-003 · CLM-0002/0009. plan/DEMO_MATRIX.md의 2026-09-28 Codex CLI0.154.0기록. STATE-00 22e7e2f806de2419b0df649107bbae14dea082eb; tests/test_transform.py:9–14 and src/graypipe/transform.py:7–13. 원자료에 근거한 재구성. DEC-0086: prototype/image-illustration-pilot/assets/S07.png의 오른쪽 장면을 우측 상단 여백에 가로·세로1.8배로 확대해 재사용한다. 생성 지시는 prototype/image-illustration-pilot/PROMPTS.md의 S09에 보존한다. AI 생성 설명용 삽화이며 실제 실행 캡처·새 Trial 근거가 아니다.</a:t>
            </a:r>
          </a:p>
          <a:p xmlns:a="http://schemas.openxmlformats.org/drawingml/2006/main">
            <a:r>
              <a:t/>
            </a:r>
          </a:p>
          <a:p xmlns:a="http://schemas.openxmlformats.org/drawingml/2006/main">
            <a:r>
              <a:t>**Claim Boundary:**</a:t>
            </a:r>
          </a:p>
          <a:p xmlns:a="http://schemas.openxmlformats.org/drawingml/2006/main">
            <a:r>
              <a:t>FROZEN WITH SCOPE — 실제 관찰은 과거 Codex CLI0.154.0 한 번; TEACHING MODEL — 그림은 조사 관계의 각색. 현재 Desktop·일반 효율·반복성·권한 확대/해결을 주장하지 않는다. 새 Trial·Chatbot 비교·환경 복구·성능/비용 효과를 만들지 않는다.</a:t>
            </a:r>
          </a:p>
          <a:p xmlns:a="http://schemas.openxmlformats.org/drawingml/2006/main">
            <a:r>
              <a:t/>
            </a:r>
          </a:p>
          <a:p xmlns:a="http://schemas.openxmlformats.org/drawingml/2006/main">
            <a:r>
              <a:t>**Beginner Explanation:**</a:t>
            </a:r>
          </a:p>
          <a:p xmlns:a="http://schemas.openxmlformats.org/drawingml/2006/main">
            <a:r>
              <a:t>관련 파일을 모두 직접 복사하기 전에 허용된 Repository 조사를 요청할 수 있음을 본다.</a:t>
            </a:r>
          </a:p>
          <a:p xmlns:a="http://schemas.openxmlformats.org/drawingml/2006/main">
            <a:r>
              <a:t/>
            </a:r>
          </a:p>
          <a:p xmlns:a="http://schemas.openxmlformats.org/drawingml/2006/main">
            <a:r>
              <a:t>**Advanced Insight:**</a:t>
            </a:r>
          </a:p>
          <a:p xmlns:a="http://schemas.openxmlformats.org/drawingml/2006/main">
            <a:r>
              <a:t>Context 수집 역할의 일부와 목표 설정·권한·수용 판단 책임을 분리한다.</a:t>
            </a:r>
          </a:p>
          <a:p xmlns:a="http://schemas.openxmlformats.org/drawingml/2006/main">
            <a:r>
              <a:t/>
            </a:r>
          </a:p>
          <a:p xmlns:a="http://schemas.openxmlformats.org/drawingml/2006/main">
            <a:r>
              <a:t>**C++ Vision Bridge:**</a:t>
            </a:r>
          </a:p>
          <a:p xmlns:a="http://schemas.openxmlformats.org/drawingml/2006/main">
            <a:r>
              <a:t>Contextual cue — 저장소의 모듈·테스트·명세 조사에만 연결한다.</a:t>
            </a:r>
          </a:p>
          <a:p xmlns:a="http://schemas.openxmlformats.org/drawingml/2006/main">
            <a:r>
              <a:t/>
            </a:r>
          </a:p>
          <a:p xmlns:a="http://schemas.openxmlformats.org/drawingml/2006/main">
            <a:r>
              <a:t>**Demo Operation:**</a:t>
            </a:r>
          </a:p>
          <a:p xmlns:a="http://schemas.openxmlformats.org/drawingml/2006/main">
            <a:r>
              <a:t>S11와 같은 다섯 자료·수집 주체·출력의 위치를 유지하되, 주체를 Agent와 허용된 조사로 바꾸고 오른쪽에 관찰된 조사 내용을 둔다. Repository 자료와 실행 권한이 별개이며 사람의 목표·검토 책임을 유지한다. 정적 경로 production/ACT_0.pptx의 S12 / production/preview/act0/S12.png. 실제 실행 Screenshot이나 새 Live 결과로 표시하지 않는다. S07/S07만 Demo 각4분이며 S09/S09은 Case, S11/S11은 Lecture다. 기존 도식을 먼저 따라가며, 우측 상단의 오른쪽 장면 삽화는 같은 역할을 보충하는 교육용 그림으로만 짚는다.</a:t>
            </a:r>
          </a:p>
          <a:p xmlns:a="http://schemas.openxmlformats.org/drawingml/2006/main">
            <a:r>
              <a:t/>
            </a:r>
          </a:p>
          <a:p xmlns:a="http://schemas.openxmlformats.org/drawingml/2006/main">
            <a:r>
              <a:t>**Audience Interaction:**</a:t>
            </a:r>
          </a:p>
          <a:p xmlns:a="http://schemas.openxmlformats.org/drawingml/2006/main">
            <a:r>
              <a:t>한 장의 질문을 따라 관찰·해석하게 한다. 응답·실습·새 실행·공개 제출을 요구하지 않는다.</a:t>
            </a:r>
          </a:p>
          <a:p xmlns:a="http://schemas.openxmlformats.org/drawingml/2006/main">
            <a:r>
              <a:t/>
            </a:r>
          </a:p>
          <a:p xmlns:a="http://schemas.openxmlformats.org/drawingml/2006/main">
            <a:r>
              <a:t>**Transition:**</a:t>
            </a:r>
          </a:p>
          <a:p xmlns:a="http://schemas.openxmlformats.org/drawingml/2006/main">
            <a:r>
              <a:t>“그렇다면 이 교육에서는 어디에서 Repository를 열까요?”</a:t>
            </a:r>
          </a:p>
          <a:p xmlns:a="http://schemas.openxmlformats.org/drawingml/2006/main">
            <a:r>
              <a:t/>
            </a:r>
          </a:p>
          <a:p xmlns:a="http://schemas.openxmlformats.org/drawingml/2006/main">
            <a:r>
              <a:t>**Time Management:**</a:t>
            </a:r>
          </a:p>
          <a:p xmlns:a="http://schemas.openxmlformats.org/drawingml/2006/main">
            <a:r>
              <a:t>Lecture 2분 = 2분. 위 Speaker Flow의 구간대로 운영하며 한 장의 역할만 설명한다. 초과하면 다음 장 내용을 미리 설명하는 부분을 줄이고 근거 경계를 유지한다. 실측 리허설은 UNVERIFIED.</a:t>
            </a:r>
          </a:p>
          <a:p xmlns:a="http://schemas.openxmlformats.org/drawingml/2006/main">
            <a:r>
              <a:t/>
            </a:r>
          </a:p>
          <a:p xmlns:a="http://schemas.openxmlformats.org/drawingml/2006/main">
            <a:r>
              <a:t>**Fallback:**</a:t>
            </a:r>
          </a:p>
          <a:p xmlns:a="http://schemas.openxmlformats.org/drawingml/2006/main">
            <a:r>
              <a:t>LOCAL STATIC ARTIFACT — production/preview/full/S12.png 또는 ACT_0.pptx의 같은 Slide. 원자료/과거 CLI/교육용 가정 구분을 유지한다. 현재 Live/HYBRID는 발표 환경 검증 전 비활성이다.</a:t>
            </a:r>
          </a:p>
          <a:p xmlns:a="http://schemas.openxmlformats.org/drawingml/2006/main">
            <a:r>
              <a:t/>
            </a:r>
          </a:p>
          <a:p xmlns:a="http://schemas.openxmlformats.org/drawingml/2006/main">
            <a:r>
              <a:t>**Validation Status:**</a:t>
            </a:r>
          </a:p>
          <a:p xmlns:a="http://schemas.openxmlformats.org/drawingml/2006/main">
            <a:r>
              <a:t>CONTENT ALIGNED — DEC-0084. 로컬 패키지·렌더·Notes 대조는 production/evaluation/ACT_0_CONTEXT_EXPANSION.md에 기록한다. Windows PowerPoint·발표 PC 글꼴·현재 제품/계정·교육장·실측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S13 — Repository 작업은 Codex에서 시작한다</a:t>
            </a:r>
          </a:p>
          <a:p xmlns:a="http://schemas.openxmlformats.org/drawingml/2006/main">
            <a:r>
              <a:t/>
            </a:r>
          </a:p>
          <a:p xmlns:a="http://schemas.openxmlformats.org/drawingml/2006/main">
            <a:r>
              <a:t>Slide ID: S13</a:t>
            </a:r>
          </a:p>
          <a:p xmlns:a="http://schemas.openxmlformats.org/drawingml/2006/main">
            <a:r>
              <a:t/>
            </a:r>
          </a:p>
          <a:p xmlns:a="http://schemas.openxmlformats.org/drawingml/2006/main">
            <a:r>
              <a:t>Working Title: Repository 작업은 Codex에서 시작한다</a:t>
            </a:r>
          </a:p>
          <a:p xmlns:a="http://schemas.openxmlformats.org/drawingml/2006/main">
            <a:r>
              <a:t/>
            </a:r>
          </a:p>
          <a:p xmlns:a="http://schemas.openxmlformats.org/drawingml/2006/main">
            <a:r>
              <a:t>ACT / Section: ACT 0 / 0E</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이 교육에서 Repository를 조사하는 개발 작업은 ChatGPT 데스크톱 앱의 ChatGPT 메뉴에서 Codex를 선택해 시작한다.</a:t>
            </a:r>
          </a:p>
          <a:p xmlns:a="http://schemas.openxmlformats.org/drawingml/2006/main">
            <a:r>
              <a:t/>
            </a:r>
          </a:p>
          <a:p xmlns:a="http://schemas.openxmlformats.org/drawingml/2006/main">
            <a:r>
              <a:t>Opening Question: “Repository 작업을 맡기려면 어디로 들어갈까?”</a:t>
            </a:r>
          </a:p>
          <a:p xmlns:a="http://schemas.openxmlformats.org/drawingml/2006/main">
            <a:r>
              <a:t/>
            </a:r>
          </a:p>
          <a:p xmlns:a="http://schemas.openxmlformats.org/drawingml/2006/main">
            <a:r>
              <a:t>**Speaker Flow:**</a:t>
            </a:r>
          </a:p>
          <a:p xmlns:a="http://schemas.openxmlformats.org/drawingml/2006/main">
            <a:r>
              <a:t>1. **LOCATE (0:00–0:15):** 재구성 UI의 좌측 상단 ChatGPT 메뉴를 가리킨다. 사용자 지정 위치를 보여 주는 교육용 도식이며 실제 계정의 실행 캡처가 아님을 짧게 밝힌다.</a:t>
            </a:r>
          </a:p>
          <a:p xmlns:a="http://schemas.openxmlformats.org/drawingml/2006/main">
            <a:r>
              <a:t>2. **SELECT (0:15–0:30):** 메뉴의 Codex를 가리킨다. 이 교육에서 코드베이스 조사와 개발 작업을 시작하는 표면을 연결한다.</a:t>
            </a:r>
          </a:p>
          <a:p xmlns:a="http://schemas.openxmlformats.org/drawingml/2006/main">
            <a:r>
              <a:t>3. **REPOSITORY (0:30–0:45):** 허용된 Repository 폴더를 선택하는 흐름을 가리킨다. 앞 장에서 확인한 도구·계정·자료·권한 범위 안의 폴더만 대상이며 실제 선택이나 Live 실행을 하지 않는다.</a:t>
            </a:r>
          </a:p>
          <a:p xmlns:a="http://schemas.openxmlformats.org/drawingml/2006/main">
            <a:r>
              <a:t>4. **ASK (0:45–1:00):** “먼저 조사해줘”라는 요청으로 S06의 조사 태도를 회수한다. “들어가는 곳을 알았으니, 무엇을 볼 수 있고 누가 최종 결정할지 나눠 보겠습니다”라며 S14로 간다.</a:t>
            </a:r>
          </a:p>
          <a:p xmlns:a="http://schemas.openxmlformats.org/drawingml/2006/main">
            <a:r>
              <a:t>운영 표시: “실무 적용 팁 · 사용 환경” 배지로 다시 찾아 쓸 기준임을 짚는다. 기존 설명·근거 범위와 배정 시간 안에서 진행하며 요청·예시를 새로 실행하지 않는다.</a:t>
            </a:r>
          </a:p>
          <a:p xmlns:a="http://schemas.openxmlformats.org/drawingml/2006/main">
            <a:r>
              <a:t/>
            </a:r>
          </a:p>
          <a:p xmlns:a="http://schemas.openxmlformats.org/drawingml/2006/main">
            <a:r>
              <a:t>Evidence / Source: BEAT-003에 연결한 사용자 승인 진입 가교; DEC-0036; SRC-0228 (Quickstart), SRC-0229 (App), CLM-0031 (공식 문서의 전환 경로, 대상 UI·계정 UNVERIFIED). 공식 자료 [ChatGPT quickstart](https://learn.chatgpt.com/docs/quickstart?setup=app), [ChatGPT app](https://learn.chatgpt.com/docs/app), 확인 2026-10-21. Quickstart는 코드베이스 Context·개발 도구가 필요한 소프트웨어 개발에서 ChatGPT dropdown의 Codex 선택을 안내한다. 좌측 상단 위치는 사용자의 명시적 UI 요구다. 화면 구성은 공식 자료 기반 UI 재구성이며 실제 Screenshot이 아니다. 로컬 앱 직접 확인은 도구 안전 제약으로 수행하지 못해 UNVERIFIED다.</a:t>
            </a:r>
          </a:p>
          <a:p xmlns:a="http://schemas.openxmlformats.org/drawingml/2006/main">
            <a:r>
              <a:t/>
            </a:r>
          </a:p>
          <a:p xmlns:a="http://schemas.openxmlformats.org/drawingml/2006/main">
            <a:r>
              <a:t>Claim Boundary: 이 교육의 개발 작업 진입 경로를 안내한다. 모든 Repository 접근에 Codex만 가능하다는 보편적 주장이 아니다. ChatGPT의 다른 작업 표면에서도 파일 접근이 가능한 경우가 있으며 제품·계정·권한에 따라 다르다. 과거 CLI TRIAL-001을 현재 Desktop 동작의 검증 근거로 사용하지 않는다. 현재 대상 계정·Windows·정확한 메뉴와 폴더 선택 동작은 실제 환경 확인 전까지 UNVERIFIED다.</a:t>
            </a:r>
          </a:p>
          <a:p xmlns:a="http://schemas.openxmlformats.org/drawingml/2006/main">
            <a:r>
              <a:t/>
            </a:r>
          </a:p>
          <a:p xmlns:a="http://schemas.openxmlformats.org/drawingml/2006/main">
            <a:r>
              <a:t>Beginner Explanation: 작은 코드 질문을 하던 대화에서 Repository 조사로 옮길 때, 이 교육에서는 Codex를 선택하는 진입점을 사용한다.</a:t>
            </a:r>
          </a:p>
          <a:p xmlns:a="http://schemas.openxmlformats.org/drawingml/2006/main">
            <a:r>
              <a:t/>
            </a:r>
          </a:p>
          <a:p xmlns:a="http://schemas.openxmlformats.org/drawingml/2006/main">
            <a:r>
              <a:t>Advanced Insight: 제품 표면의 선택, Repository 접근 권한, 이번 Task의 의도는 서로 다른 경계다. 이 장은 진입 경로만 연결하며 제품별 접근 성능이나 독점적 기능을 주장하지 않는다.</a:t>
            </a:r>
          </a:p>
          <a:p xmlns:a="http://schemas.openxmlformats.org/drawingml/2006/main">
            <a:r>
              <a:t/>
            </a:r>
          </a:p>
          <a:p xmlns:a="http://schemas.openxmlformats.org/drawingml/2006/main">
            <a:r>
              <a:t>C++ Vision Bridge: N/A. 언어·IDE별 설정을 추가하지 않는다.</a:t>
            </a:r>
          </a:p>
          <a:p xmlns:a="http://schemas.openxmlformats.org/drawingml/2006/main">
            <a:r>
              <a:t/>
            </a:r>
          </a:p>
          <a:p xmlns:a="http://schemas.openxmlformats.org/drawingml/2006/main">
            <a:r>
              <a:t>Demo Operation: N/A — 공식 자료를 토대로 재구성한 정적 UI 도식이다. 실제 제품 조작·새 Trial·현장 실습은 없다. 대상 계정의 기능이 확인되지 않았으므로 Live 경로로 전환하지 않는다.</a:t>
            </a:r>
          </a:p>
          <a:p xmlns:a="http://schemas.openxmlformats.org/drawingml/2006/main">
            <a:r>
              <a:t/>
            </a:r>
          </a:p>
          <a:p xmlns:a="http://schemas.openxmlformats.org/drawingml/2006/main">
            <a:r>
              <a:t>Audience Interaction: 위치를 함께 보는 1분 안내다. 청중에게 계정 로그인·폴더 선택·응답을 요구하지 않는다.</a:t>
            </a:r>
          </a:p>
          <a:p xmlns:a="http://schemas.openxmlformats.org/drawingml/2006/main">
            <a:r>
              <a:t/>
            </a:r>
          </a:p>
          <a:p xmlns:a="http://schemas.openxmlformats.org/drawingml/2006/main">
            <a:r>
              <a:t>Transition: “Repository 안을 함께 볼 수 있어도, 어떤 결과를 받아들일지는 누가 정할까요?”라는 질문으로 S14에 간다.</a:t>
            </a:r>
          </a:p>
          <a:p xmlns:a="http://schemas.openxmlformats.org/drawingml/2006/main">
            <a:r>
              <a:t/>
            </a:r>
          </a:p>
          <a:p xmlns:a="http://schemas.openxmlformats.org/drawingml/2006/main">
            <a:r>
              <a:t>**Time Management:**</a:t>
            </a:r>
          </a:p>
          <a:p xmlns:a="http://schemas.openxmlformats.org/drawingml/2006/main">
            <a:r>
              <a:t>Lecture 1분. 메뉴 위치 15초, Codex 선택 15초, 허용 폴더 15초, 조사 요청·S14 연결 15초다. 이 장의1분은 보존한다. 현재 ACT0 43분·전체406분·Lecture160분이며 마지막 팁 찾아보기3분은 ACT5의 별도 배정이다. 설정 tutorial을 추가하지 않는다. 제목6장의 Transition6분은 각 ACT의 별도 배정이다.</a:t>
            </a:r>
          </a:p>
          <a:p xmlns:a="http://schemas.openxmlformats.org/drawingml/2006/main">
            <a:r>
              <a:t/>
            </a:r>
          </a:p>
          <a:p xmlns:a="http://schemas.openxmlformats.org/drawingml/2006/main">
            <a:r>
              <a:t>Fallback: 제작 완료 후 production/preview/act0/S13.png 또는 production/preview/full/S13.png의 정적 재구성 도식을 사용한다. 새 PNG와 PPT의 일치는 production/evaluation/CODEX_ENTRY_INSERTION.md에서 확인하기 전까지 미검증이다. 화면을 열 수 없으면 “이 교육에서는 ChatGPT 메뉴에서 Codex를 선택해 허용된 저장소 조사를 시작합니다”라고 말하고 S14로 간다. 즉석 계정 시연으로 대체하지 않는다.</a:t>
            </a:r>
          </a:p>
          <a:p xmlns:a="http://schemas.openxmlformats.org/drawingml/2006/main">
            <a:r>
              <a:t/>
            </a:r>
          </a:p>
          <a:p xmlns:a="http://schemas.openxmlformats.org/drawingml/2006/main">
            <a:r>
              <a:t>Validation Status: ALIGNED — 사용자 요청·공식 자료와 Notes를 정렬했다. 실제 Screenshot, 현재 계정의 제품 재현, Windows 호환성, 교육장 투사와 시간 리허설을 검증한 결과가 아니다. 새 PPT/PNG·내장 Notes 대조는 production/evaluation/CODEX_ENTRY_INSERTION.md에서 별도로 기록한다.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S14 — Repository 접근과 Task 의도는 별개다</a:t>
            </a:r>
          </a:p>
          <a:p xmlns:a="http://schemas.openxmlformats.org/drawingml/2006/main">
            <a:r>
              <a:t/>
            </a:r>
          </a:p>
          <a:p xmlns:a="http://schemas.openxmlformats.org/drawingml/2006/main">
            <a:r>
              <a:t>Slide ID: S14</a:t>
            </a:r>
          </a:p>
          <a:p xmlns:a="http://schemas.openxmlformats.org/drawingml/2006/main">
            <a:r>
              <a:t/>
            </a:r>
          </a:p>
          <a:p xmlns:a="http://schemas.openxmlformats.org/drawingml/2006/main">
            <a:r>
              <a:t>Working Title: Repository 접근과 Task 의도는 별개다</a:t>
            </a:r>
          </a:p>
          <a:p xmlns:a="http://schemas.openxmlformats.org/drawingml/2006/main">
            <a:r>
              <a:t/>
            </a:r>
          </a:p>
          <a:p xmlns:a="http://schemas.openxmlformats.org/drawingml/2006/main">
            <a:r>
              <a:t>ACT / Section: ACT 0 / 0E</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Mode Split: Lecture 2 minutes</a:t>
            </a:r>
          </a:p>
          <a:p xmlns:a="http://schemas.openxmlformats.org/drawingml/2006/main">
            <a:r>
              <a:t/>
            </a:r>
          </a:p>
          <a:p xmlns:a="http://schemas.openxmlformats.org/drawingml/2006/main">
            <a:r>
              <a:t>Primary Message: Repository 탐색은 Context 수집에 도움을 줄 수 있지만, Task의 목표와 완료 조건까지 대신 정하지 않는다.</a:t>
            </a:r>
          </a:p>
          <a:p xmlns:a="http://schemas.openxmlformats.org/drawingml/2006/main">
            <a:r>
              <a:t/>
            </a:r>
          </a:p>
          <a:p xmlns:a="http://schemas.openxmlformats.org/drawingml/2006/main">
            <a:r>
              <a:t>Opening Question: “Repository를 볼 수 있으면 원하는 작업도 알게 되는가?”</a:t>
            </a:r>
          </a:p>
          <a:p xmlns:a="http://schemas.openxmlformats.org/drawingml/2006/main">
            <a:r>
              <a:t/>
            </a:r>
          </a:p>
          <a:p xmlns:a="http://schemas.openxmlformats.org/drawingml/2006/main">
            <a:r>
              <a:t>**Speaker Flow:**</a:t>
            </a:r>
          </a:p>
          <a:p xmlns:a="http://schemas.openxmlformats.org/drawingml/2006/main">
            <a:r>
              <a:t>1. **OPEN (0:00–0:20):** 왼쪽 “볼 수 있는 것”과 오른쪽 “최종 정해야 하는 것”을 나눈다. 바로 앞 S13은 진입 경로, 이 장은 역할과 책임의 구분이다.</a:t>
            </a:r>
          </a:p>
          <a:p xmlns:a="http://schemas.openxmlformats.org/drawingml/2006/main">
            <a:r>
              <a:t>2. **SHARED ACCESS (0:20–0:50):** 왼쪽 사람+AI Agent 아이콘과 허용된 파일·구현·테스트를 가리킨다. 사람도 Agent도 접근 권한과 제공된 도구 범위 안에서 이 정보를 살필 수 있다는 뜻이다.</a:t>
            </a:r>
          </a:p>
          <a:p xmlns:a="http://schemas.openxmlformats.org/drawingml/2006/main">
            <a:r>
              <a:t>3. **HUMAN RESPONSIBILITY (0:50–1:30):** 오른쪽 사람 아이콘과 원하는 결과·허용 범위·완료 수용을 짚는다. Agent는 선택지와 근거를 제안할 수 있지만 최종 목표와 변경 승인·수용 책임은 사람에게 둔다.</a:t>
            </a:r>
          </a:p>
          <a:p xmlns:a="http://schemas.openxmlformats.org/drawingml/2006/main">
            <a:r>
              <a:t>4. **TRANSFER (1:30–2:00):** “코드를 함께 볼 수 있어도, 맡길 일과 받아들일 결과는 사람이 정한다”로 묶는다. 이 구분을 각자 작업에 대입할 S15 질문으로 이동하며 ACT 1의 요청 구조는 미리 설명하지 않는다.</a:t>
            </a:r>
          </a:p>
          <a:p xmlns:a="http://schemas.openxmlformats.org/drawingml/2006/main">
            <a:r>
              <a:t/>
            </a:r>
          </a:p>
          <a:p xmlns:a="http://schemas.openxmlformats.org/drawingml/2006/main">
            <a:r>
              <a:t>Evidence / Source: BEAT-003 next friction, DEMO-01 callback, TRIAL-001; CLM-0002, CLM-0009; DEC-0036. TEACHING_MODEL. 사람·AI Agent 픽토그램: assets/slide-illustrations/human-agent-icons.png, image_gen 교육용 이미지이며 실제 사람 사진·제품 UI·관찰 결과가 아니다.</a:t>
            </a:r>
          </a:p>
          <a:p xmlns:a="http://schemas.openxmlformats.org/drawingml/2006/main">
            <a:r>
              <a:t/>
            </a:r>
          </a:p>
          <a:p xmlns:a="http://schemas.openxmlformats.org/drawingml/2006/main">
            <a:r>
              <a:t/>
            </a:r>
          </a:p>
          <a:p xmlns:a="http://schemas.openxmlformats.org/drawingml/2006/main">
            <a:r>
              <a:t>Claim Boundary: Mental Model이며 모든 제품·환경의 기능 설명이 아니다. “볼 수 있다”는 허용된 자료·접근 범위 안의 조사 가능성을 뜻하며 무제한 접근을 보증하지 않는다. 사람의 최종 결정은 이 교육의 목표·범위·수용 책임 원칙이다. AI가 판단·추론·제안을 전혀 못한다는 뜻이 아니다. Prompt 구조나 완료 조건의 구체 항목은 ACT 1에서 미리 설명하지 않는다.</a:t>
            </a:r>
          </a:p>
          <a:p xmlns:a="http://schemas.openxmlformats.org/drawingml/2006/main">
            <a:r>
              <a:t/>
            </a:r>
          </a:p>
          <a:p xmlns:a="http://schemas.openxmlformats.org/drawingml/2006/main">
            <a:r>
              <a:t/>
            </a:r>
          </a:p>
          <a:p xmlns:a="http://schemas.openxmlformats.org/drawingml/2006/main">
            <a:r>
              <a:t>Beginner Explanation: 사람과 Agent가 같은 파일을 살필 수 있어도, 원하는 결과와 받아들일 변경은 사람이 최종 정한다.</a:t>
            </a:r>
          </a:p>
          <a:p xmlns:a="http://schemas.openxmlformats.org/drawingml/2006/main">
            <a:r>
              <a:t/>
            </a:r>
          </a:p>
          <a:p xmlns:a="http://schemas.openxmlformats.org/drawingml/2006/main">
            <a:r>
              <a:t/>
            </a:r>
          </a:p>
          <a:p xmlns:a="http://schemas.openxmlformats.org/drawingml/2006/main">
            <a:r>
              <a:t>Advanced Insight: Context access와 objective/acceptance responsibility는 별도 경계다. Agent의 제안·근거와 사람의 최종 승인 책임을 구분한다.</a:t>
            </a:r>
          </a:p>
          <a:p xmlns:a="http://schemas.openxmlformats.org/drawingml/2006/main">
            <a:r>
              <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 DEMO-01 성공 뒤 남는 문제를 설명한다.</a:t>
            </a:r>
          </a:p>
          <a:p xmlns:a="http://schemas.openxmlformats.org/drawingml/2006/main">
            <a:r>
              <a:t/>
            </a:r>
          </a:p>
          <a:p xmlns:a="http://schemas.openxmlformats.org/drawingml/2006/main">
            <a:r>
              <a:t>Audience Interaction: Opening question은 수사 질문이다. 짧은 강의 시간에 답변을 요구하지 않는다.</a:t>
            </a:r>
          </a:p>
          <a:p xmlns:a="http://schemas.openxmlformats.org/drawingml/2006/main">
            <a:r>
              <a:t/>
            </a:r>
          </a:p>
          <a:p xmlns:a="http://schemas.openxmlformats.org/drawingml/2006/main">
            <a:r>
              <a:t>**Transition:**</a:t>
            </a:r>
          </a:p>
          <a:p xmlns:a="http://schemas.openxmlformats.org/drawingml/2006/main">
            <a:r>
              <a:t>“이 구분을 여러분이 지금 맡기고 싶은 일에 대입해 보겠습니다.”라고 S15의 개인 적용 질문을 연다.</a:t>
            </a:r>
          </a:p>
          <a:p xmlns:a="http://schemas.openxmlformats.org/drawingml/2006/main">
            <a:r>
              <a:t/>
            </a:r>
          </a:p>
          <a:p xmlns:a="http://schemas.openxmlformats.org/drawingml/2006/main">
            <a:r>
              <a:t>Time Management: Lecture 2분. 구분 20초, 사람+Agent의 허용 정보 접근 30초, 사람의 최종 책임 40초, 정리·S15 연결 30초다. Access와 Intent 두 축만 설명하고 ACT 1의 구조나 목록은 소개하지 않는다.</a:t>
            </a:r>
          </a:p>
          <a:p xmlns:a="http://schemas.openxmlformats.org/drawingml/2006/main">
            <a:r>
              <a:t/>
            </a:r>
          </a:p>
          <a:p xmlns:a="http://schemas.openxmlformats.org/drawingml/2006/main">
            <a:r>
              <a:t/>
            </a:r>
          </a:p>
          <a:p xmlns:a="http://schemas.openxmlformats.org/drawingml/2006/main">
            <a:r>
              <a:t>Fallback: 화면 도식이 보이지 않으면 “자료는 함께 살펴보고, 목표·허용 범위·완료 수용은 사람이 최종 정합니다”라고 설명하고 S15으로 간다. Agent의 제안 가능성을 부정하지 않는다. 정적 경로는 production/preview/act0/S14.png 및 production/preview/full/S14.png이며 새 파일 일치는 후속 렌더 대조 전까지 미검증이다.</a:t>
            </a:r>
          </a:p>
          <a:p xmlns:a="http://schemas.openxmlformats.org/drawingml/2006/main">
            <a:r>
              <a:t/>
            </a:r>
          </a:p>
          <a:p xmlns:a="http://schemas.openxmlformats.org/drawingml/2006/main">
            <a:r>
              <a:t/>
            </a:r>
          </a:p>
          <a:p xmlns:a="http://schemas.openxmlformats.org/drawingml/2006/main">
            <a:r>
              <a:t>Validation Status: ALIGNED — DEC-0036에 따라 사람·Agent 접근과 사람의 최종 책임을 구분했다. 새 PPT/PNG·내장 Notes 대조는 production/evaluation/CODEX_ENTRY_INSERTION.md에서 기록한다. Windows PowerPoint, 실제 계정·권한,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S15 — Repository를 보면 내가 원하는 것까지 알까?</a:t>
            </a:r>
          </a:p>
          <a:p xmlns:a="http://schemas.openxmlformats.org/drawingml/2006/main">
            <a:r>
              <a:t/>
            </a:r>
          </a:p>
          <a:p xmlns:a="http://schemas.openxmlformats.org/drawingml/2006/main">
            <a:r>
              <a:t>Slide ID: S15</a:t>
            </a:r>
          </a:p>
          <a:p xmlns:a="http://schemas.openxmlformats.org/drawingml/2006/main">
            <a:r>
              <a:t/>
            </a:r>
          </a:p>
          <a:p xmlns:a="http://schemas.openxmlformats.org/drawingml/2006/main">
            <a:r>
              <a:t>Working Title: Repository를 보면 내가 원하는 것까지 알까?</a:t>
            </a:r>
          </a:p>
          <a:p xmlns:a="http://schemas.openxmlformats.org/drawingml/2006/main">
            <a:r>
              <a:t/>
            </a:r>
          </a:p>
          <a:p xmlns:a="http://schemas.openxmlformats.org/drawingml/2006/main">
            <a:r>
              <a:t>ACT / Section: ACT 0 / 0F</a:t>
            </a:r>
          </a:p>
          <a:p xmlns:a="http://schemas.openxmlformats.org/drawingml/2006/main">
            <a:r>
              <a:t/>
            </a:r>
          </a:p>
          <a:p xmlns:a="http://schemas.openxmlformats.org/drawingml/2006/main">
            <a:r>
              <a:t>Allocated Time: 6 minutes</a:t>
            </a:r>
          </a:p>
          <a:p xmlns:a="http://schemas.openxmlformats.org/drawingml/2006/main">
            <a:r>
              <a:t/>
            </a:r>
          </a:p>
          <a:p xmlns:a="http://schemas.openxmlformats.org/drawingml/2006/main">
            <a:r>
              <a:t>Mode Split: Transition 3 minutes + Q&amp;A 3 minutes</a:t>
            </a:r>
          </a:p>
          <a:p xmlns:a="http://schemas.openxmlformats.org/drawingml/2006/main">
            <a:r>
              <a:t/>
            </a:r>
          </a:p>
          <a:p xmlns:a="http://schemas.openxmlformats.org/drawingml/2006/main">
            <a:r>
              <a:t>Primary Message: Repository를 볼 수 있다는 사실만으로 Task의 의도가 정해지지는 않는다.</a:t>
            </a:r>
          </a:p>
          <a:p xmlns:a="http://schemas.openxmlformats.org/drawingml/2006/main">
            <a:r>
              <a:t/>
            </a:r>
          </a:p>
          <a:p xmlns:a="http://schemas.openxmlformats.org/drawingml/2006/main">
            <a:r>
              <a:t>Opening Question: “지금 이 저장소에 어떤 일을 맡기고 싶으신가요?” 제조 라인 검사장비로 확장한다는 가정 아래 원하는 검사 작업을 떠올리게 한다.</a:t>
            </a:r>
          </a:p>
          <a:p xmlns:a="http://schemas.openxmlformats.org/drawingml/2006/main">
            <a:r>
              <a:t/>
            </a:r>
          </a:p>
          <a:p xmlns:a="http://schemas.openxmlformats.org/drawingml/2006/main">
            <a:r>
              <a:t>**Speaker Flow:**</a:t>
            </a:r>
          </a:p>
          <a:p xmlns:a="http://schemas.openxmlformats.org/drawingml/2006/main">
            <a:r>
              <a:t>1. **CALLBACK (0:00–0:25 / Transition):** S14에서 사람이 정할 목표·허용 범위·완료 수용을 남겼음을 짧게 회수한다. 화면의 제조 검사 Task는 교육용 가정이라고 말한다.</a:t>
            </a:r>
          </a:p>
          <a:p xmlns:a="http://schemas.openxmlformats.org/drawingml/2006/main">
            <a:r>
              <a:t>2. **PIPELINE CONTEXT (0:25–1:15 / Transition):** 입력 이미지에서 관심 영역을 crop하는 실선을 가리키고 “앞서 조사한 기존 구현”이라고 말한다. 이후 점선의 밝기 정규화, 크기 맞춤, 통계·특징, 양불 판정을 한 번 훑는다. 점선은 이 검사 흐름에서 추가로 정의·연결할 범위이지 실제 저장소의 함수 미구현을 뜻하지 않는다. 각 알고리즘의 원리·판정 기준을 강의하거나 구현 결과로 보여주지 않는다.</a:t>
            </a:r>
          </a:p>
          <a:p xmlns:a="http://schemas.openxmlformats.org/drawingml/2006/main">
            <a:r>
              <a:t>3. **TASK QUESTION (1:15–2:30 / Transition):** 하단의 “지금 이 저장소에 어떤 일을 맡기고 싶으신가요?”를 읽고 원하는 작업 하나를 조용히 떠올리게 한다. 판정 카드의 ?를 남겨 두며 정답이나 새 기능 목록을 제시하지 않는다.</a:t>
            </a:r>
          </a:p>
          <a:p xmlns:a="http://schemas.openxmlformats.org/drawingml/2006/main">
            <a:r>
              <a:t>4. **HANDOFF (2:30–3:00 / Transition):** “그 원하는 결과까지 코드에 적혀 있을까요?”를 읽는다. 같은 Repository를 보더라도 원하는 검사는 별도로 전달해야 한다는 다음 문제를 남긴다. ACT 1의 다섯 책임을 먼저 펼치지 않는다.</a:t>
            </a:r>
          </a:p>
          <a:p xmlns:a="http://schemas.openxmlformats.org/drawingml/2006/main">
            <a:r>
              <a:t>5. **Q&amp;A (3:00–6:00):** 자발적인 질문을 받는다. 질문이 없으면 두 질문을 화면에 남기고, 종료 시 기존 Transition 문구로 S17의 모호한 요청에 연결한다.</a:t>
            </a:r>
          </a:p>
          <a:p xmlns:a="http://schemas.openxmlformats.org/drawingml/2006/main">
            <a:r>
              <a:t>기존 연결 질문을 유지한 채 ACT 1 제목 S16를 거쳐 S17의 첫 문제로 이어간다. 제목의 Transition1분은 다음 ACT에 별도로 배정한다.</a:t>
            </a:r>
          </a:p>
          <a:p xmlns:a="http://schemas.openxmlformats.org/drawingml/2006/main">
            <a:r>
              <a:t/>
            </a:r>
          </a:p>
          <a:p xmlns:a="http://schemas.openxmlformats.org/drawingml/2006/main">
            <a:r>
              <a:t>Evidence / Source: BEAT-003 → BEAT-004, DEMO-01 callback, CLM-0002, CLM-0009, DEC-0037. TEACHING_MODEL. plan/DEMO_REPOSITORY_SPEC.md의 초기 모듈 범위 및 ai-dev-training-demo의 src/graypipe/pipeline.py·statistics.py와 대조했다. 실제 구현은 load→normalize→optional invert/crop/resize→save→statistics 경로이며 현재 도식과 동일한 제조 검사 순서가 아니다. 새로운 실행·Trial은 수행하지 않았다.</a:t>
            </a:r>
          </a:p>
          <a:p xmlns:a="http://schemas.openxmlformats.org/drawingml/2006/main">
            <a:r>
              <a:t/>
            </a:r>
          </a:p>
          <a:p xmlns:a="http://schemas.openxmlformats.org/drawingml/2006/main">
            <a:r>
              <a:t>Claim Boundary: 제조 검사장비로 확장하는 교육용 가정이다. 실제 저장소에는 normalize/resize/statistics도 구현돼 있으므로 점선을 함수 미구현으로 설명하지 않는다. crop의 실선도 정상·검증 완료를 뜻하지 않는다. TRIAL-001 조사 뒤 실제 crop 수정은 다음 ACT의 TRIAL-002에서 회수한다. 통계 카드의 막대는 추상 기호이며 측정 히스토그램·결함 검출·양불 판정 결과가 아니다. 판정 조건·알고리즘 정답이나 완성된 Task 요청을 이 장에서 제공하지 않는다.</a:t>
            </a:r>
          </a:p>
          <a:p xmlns:a="http://schemas.openxmlformats.org/drawingml/2006/main">
            <a:r>
              <a:t/>
            </a:r>
          </a:p>
          <a:p xmlns:a="http://schemas.openxmlformats.org/drawingml/2006/main">
            <a:r>
              <a:t>Beginner Explanation: ROI crop 이후 검사에서 무엇을 더 하고 싶은지는 코드를 보는 것만으로 정해지지 않는다. 그림의 점선 중 어디까지 맡기고 싶은지 떠올리면 충분하다.</a:t>
            </a:r>
          </a:p>
          <a:p xmlns:a="http://schemas.openxmlformats.org/drawingml/2006/main">
            <a:r>
              <a:t/>
            </a:r>
          </a:p>
          <a:p xmlns:a="http://schemas.openxmlformats.org/drawingml/2006/main">
            <a:r>
              <a:t>Advanced Insight: 강사용 연결: ROI crop의 동작·보존 범위는 ACT 1, 좌표·밝기·크기 조건은 ACT 2, Normalize/Resize/Statistics의 반복 성능 조사는 ACT 3, 개별 단계와 연결 검증 범위·환경 변화는 ACT 4와 대응한다. 이 연결을 지금 미리 강의하지 않는다. 뒤 ACT가 이 가상의 제조 검사 파이프라인 전체를 실제로 구현·검증한다고 약속하지 않는다.</a:t>
            </a:r>
          </a:p>
          <a:p xmlns:a="http://schemas.openxmlformats.org/drawingml/2006/main">
            <a:r>
              <a:t/>
            </a:r>
          </a:p>
          <a:p xmlns:a="http://schemas.openxmlformats.org/drawingml/2006/main">
            <a:r>
              <a:t>C++ Vision Bridge: N/A. 제조 검사 도메인은 질문의 배경이며 새로운 C++ 도구·하드웨어 검증이나 전용 Bridge를 추가하지 않는다.</a:t>
            </a:r>
          </a:p>
          <a:p xmlns:a="http://schemas.openxmlformats.org/drawingml/2006/main">
            <a:r>
              <a:t/>
            </a:r>
          </a:p>
          <a:p xmlns:a="http://schemas.openxmlformats.org/drawingml/2006/main">
            <a:r>
              <a:t>Demo Operation: N/A. 편집 가능한 native 도식으로 질문을 여는 정적 화면이다. 검사장비 실행·신규 Demo·새 Trial을 시연하지 않는다.</a:t>
            </a:r>
          </a:p>
          <a:p xmlns:a="http://schemas.openxmlformats.org/drawingml/2006/main">
            <a:r>
              <a:t/>
            </a:r>
          </a:p>
          <a:p xmlns:a="http://schemas.openxmlformats.org/drawingml/2006/main">
            <a:r>
              <a:t>Audience Interaction: Transition 3분에서 개인적으로 작업을 떠올리게 하고 Q&amp;A 3분은 선택적 질문 시간으로 둔다. 답변·공유·코드 작성·알고리즘 설계를 강제하지 않는다.</a:t>
            </a:r>
          </a:p>
          <a:p xmlns:a="http://schemas.openxmlformats.org/drawingml/2006/main">
            <a:r>
              <a:t/>
            </a:r>
          </a:p>
          <a:p xmlns:a="http://schemas.openxmlformats.org/drawingml/2006/main">
            <a:r>
              <a:t>**Transition:**</a:t>
            </a:r>
          </a:p>
          <a:p xmlns:a="http://schemas.openxmlformats.org/drawingml/2006/main">
            <a:r>
              <a:t>“방금 떠올린 원하는 결과를 작업 요청으로 전달하려면 무엇이 더 필요할까요?”라는 질문으로 `Chatbot → Prompt`를 handoff한다. ACT 1의 내부 구조는 소개하지 않는다.</a:t>
            </a:r>
          </a:p>
          <a:p xmlns:a="http://schemas.openxmlformats.org/drawingml/2006/main">
            <a:r>
              <a:t>기존 연결 질문을 유지한 채 ACT 1 제목 S16를 거쳐 S17의 첫 문제로 이어간다. 제목의 Transition1분은 다음 ACT에 별도로 배정한다.</a:t>
            </a:r>
          </a:p>
          <a:p xmlns:a="http://schemas.openxmlformats.org/drawingml/2006/main">
            <a:r>
              <a:t/>
            </a:r>
          </a:p>
          <a:p xmlns:a="http://schemas.openxmlformats.org/drawingml/2006/main">
            <a:r>
              <a:t>Time Management: Transition 3분 뒤 Q&amp;A 3분 순서를 유지한다. 파이프라인 설명은 50초 정도로 제한하고 이름·실선/점선 범위만 짚는다. Q&amp;A를 늘려 ACT 시간을 옮기지 않는다. 실제 운영 시간은 리허설 전까지 UNVERIFIED다.</a:t>
            </a:r>
          </a:p>
          <a:p xmlns:a="http://schemas.openxmlformats.org/drawingml/2006/main">
            <a:r>
              <a:t/>
            </a:r>
          </a:p>
          <a:p xmlns:a="http://schemas.openxmlformats.org/drawingml/2006/main">
            <a:r>
              <a:t>Fallback: production/ACT_0.pptx S15 또는 production/preview/act0/S15.png의 동일 도식을 사용한다. 질문이 없으면 판정의 ?와 두 질문을 남긴 채 기존 Transition으로 S17에 넘긴다. 즉석 검사 알고리즘·실행 화면으로 대체하지 않는다.</a:t>
            </a:r>
          </a:p>
          <a:p xmlns:a="http://schemas.openxmlformats.org/drawingml/2006/main">
            <a:r>
              <a:t/>
            </a:r>
          </a:p>
          <a:p xmlns:a="http://schemas.openxmlformats.org/drawingml/2006/main">
            <a:r>
              <a:t>Validation Status: ALIGNED — DEC-0037에 따라 교육용 파이프라인과 실제 구현 범위, 기존 질문·시간·Story 연결을 대조했다. 최종 PPT/내장 Notes/PNG 검토는 production/evaluation/S10_INSPECTION_PIPELINE_REVISION.md에 기록한다. Windows PowerPoint·발표 PC 글꼴·교육장 투사·실측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827ed76988495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b8db78d44a49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b4599b148948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e0cb28b79149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33532ef39e41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b3daad35f040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16E52B-F17F-40EA-8CBA-8CFE490F5E2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85C5361-10A1-42DC-B2BA-5E0CD4DBBEA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6E3B1F-B2C1-4E2B-86BE-5BA35253F61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269F7F-45A6-4B4A-8C22-05719C30EE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05A8EF-5CB8-4EBE-8C1A-816791731DB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4D53934-4B1A-49CC-A97D-B17F2DC8C9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43530B-6678-4362-90BB-6032B65F85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5D56B82-C571-4AC6-B5BF-9F900D353D2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289158-B12C-4373-B910-0379EA32F7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635050-D70B-4FFF-BD60-BB258BF0C3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20bf438a2947c3" /><Relationship Type="http://schemas.openxmlformats.org/officeDocument/2006/relationships/slideLayout" Target="/ppt/slideLayouts/slideLayout1.xml" Id="Rda246a6d1f8d4755" /><Relationship Type="http://schemas.openxmlformats.org/officeDocument/2006/relationships/slideLayout" Target="/ppt/slideLayouts/slideLayout2.xml" Id="R171132a05d694b30" /><Relationship Type="http://schemas.openxmlformats.org/officeDocument/2006/relationships/slideLayout" Target="/ppt/slideLayouts/slideLayout3.xml" Id="R49f57661d0f04511" /><Relationship Type="http://schemas.openxmlformats.org/officeDocument/2006/relationships/slideLayout" Target="/ppt/slideLayouts/slideLayout4.xml" Id="R5dc49115483942dc" /><Relationship Type="http://schemas.openxmlformats.org/officeDocument/2006/relationships/slideLayout" Target="/ppt/slideLayouts/slideLayout5.xml" Id="R9d294c40145a4477" /><Relationship Type="http://schemas.openxmlformats.org/officeDocument/2006/relationships/slideLayout" Target="/ppt/slideLayouts/slideLayout6.xml" Id="R7c816ce4a52f43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246a6d1f8d4755"/>
    <p:sldLayoutId xmlns:r="http://schemas.openxmlformats.org/officeDocument/2006/relationships" id="2147483650" r:id="R171132a05d694b30"/>
    <p:sldLayoutId xmlns:r="http://schemas.openxmlformats.org/officeDocument/2006/relationships" id="2147483651" r:id="R49f57661d0f04511"/>
    <p:sldLayoutId xmlns:r="http://schemas.openxmlformats.org/officeDocument/2006/relationships" id="2147483652" r:id="R5dc49115483942dc"/>
    <p:sldLayoutId xmlns:r="http://schemas.openxmlformats.org/officeDocument/2006/relationships" id="2147483653" r:id="R9d294c40145a4477"/>
    <p:sldLayoutId xmlns:r="http://schemas.openxmlformats.org/officeDocument/2006/relationships" id="2147483654" r:id="R7c816ce4a52f43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ebd26b9b9d4adf" /><Relationship Type="http://schemas.openxmlformats.org/officeDocument/2006/relationships/notesSlide" Target="/ppt/notesSlides/notesSlide1.xml" Id="R1146c2dd1ef14d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94d0ca9edc4c2d" /><Relationship Type="http://schemas.openxmlformats.org/officeDocument/2006/relationships/image" Target="/ppt/media/image.png" Id="Rf190913372b44567" /><Relationship Type="http://schemas.openxmlformats.org/officeDocument/2006/relationships/notesSlide" Target="/ppt/notesSlides/notesSlide2.xml" Id="Rdd253fe0cbf448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10fa831317483c" /><Relationship Type="http://schemas.openxmlformats.org/officeDocument/2006/relationships/notesSlide" Target="/ppt/notesSlides/notesSlide3.xml" Id="Raaa2c01b76254a1a" /></Relationships>
</file>

<file path=ppt/slides/_rels/slide4.xml.rels><?xml version="1.0" encoding="utf-8"?><Relationships xmlns="http://schemas.openxmlformats.org/package/2006/relationships"><Relationship Type="http://schemas.openxmlformats.org/officeDocument/2006/relationships/slideLayout" Target="/ppt/slideLayouts/slideLayout6.xml" Id="R2b4c2e9edb4c4480"/><Relationship Type="http://schemas.openxmlformats.org/officeDocument/2006/relationships/notesSlide" Target="/ppt/notesSlides/notesSlide4.xml" Id="Ra75387b975d94fc5"/></Relationships>
</file>

<file path=ppt/slides/_rels/slide5.xml.rels><?xml version="1.0" encoding="utf-8"?><Relationships xmlns="http://schemas.openxmlformats.org/package/2006/relationships"><Relationship Type="http://schemas.openxmlformats.org/officeDocument/2006/relationships/slideLayout" Target="/ppt/slideLayouts/slideLayout6.xml" Id="R04b8a0257c9c45ee" /><Relationship Type="http://schemas.openxmlformats.org/officeDocument/2006/relationships/notesSlide" Target="/ppt/notesSlides/notesSlide5.xml" Id="R5817f02b8a6e4ab5" /></Relationships>
</file>

<file path=ppt/slides/_rels/slide6.xml.rels><?xml version="1.0" encoding="utf-8"?><Relationships xmlns="http://schemas.openxmlformats.org/package/2006/relationships"><Relationship Type="http://schemas.openxmlformats.org/officeDocument/2006/relationships/slideLayout" Target="/ppt/slideLayouts/slideLayout6.xml" Id="R59c503a7dc0d4d22" /><Relationship Type="http://schemas.openxmlformats.org/officeDocument/2006/relationships/image" Target="/ppt/media/image2.png" Id="Rd95d55adf7414435" /><Relationship Type="http://schemas.openxmlformats.org/officeDocument/2006/relationships/notesSlide" Target="/ppt/notesSlides/notesSlide6.xml" Id="R465df4e0f9dc4ef3" /></Relationships>
</file>

<file path=ppt/slides/_rels/slide7.xml.rels><?xml version="1.0" encoding="utf-8"?><Relationships xmlns="http://schemas.openxmlformats.org/package/2006/relationships"><Relationship Type="http://schemas.openxmlformats.org/officeDocument/2006/relationships/slideLayout" Target="/ppt/slideLayouts/slideLayout6.xml" Id="R5743b4f12a654121" /><Relationship Type="http://schemas.openxmlformats.org/officeDocument/2006/relationships/notesSlide" Target="/ppt/notesSlides/notesSlide7.xml" Id="Rd1f385244f5043c4" /></Relationships>
</file>

<file path=ppt/slides/_rels/slide8.xml.rels><?xml version="1.0" encoding="utf-8"?><Relationships xmlns="http://schemas.openxmlformats.org/package/2006/relationships"><Relationship Type="http://schemas.openxmlformats.org/officeDocument/2006/relationships/slideLayout" Target="/ppt/slideLayouts/slideLayout6.xml" Id="R857e2873b0a744f8" /><Relationship Type="http://schemas.openxmlformats.org/officeDocument/2006/relationships/notesSlide" Target="/ppt/notesSlides/notesSlide8.xml" Id="Rf056d218fde24d0b" /></Relationships>
</file>

<file path=ppt/slides/_rels/slide9.xml.rels><?xml version="1.0" encoding="utf-8"?><Relationships xmlns="http://schemas.openxmlformats.org/package/2006/relationships"><Relationship Type="http://schemas.openxmlformats.org/officeDocument/2006/relationships/slideLayout" Target="/ppt/slideLayouts/slideLayout6.xml" Id="Rd7e666a5949a45d3" /><Relationship Type="http://schemas.openxmlformats.org/officeDocument/2006/relationships/notesSlide" Target="/ppt/notesSlides/notesSlide9.xml" Id="R48e56697f0a44087" /></Relationships>
</file>

<file path=ppt/slides/_rels/slide10.xml.rels><?xml version="1.0" encoding="utf-8"?><Relationships xmlns="http://schemas.openxmlformats.org/package/2006/relationships"><Relationship Type="http://schemas.openxmlformats.org/officeDocument/2006/relationships/slideLayout" Target="/ppt/slideLayouts/slideLayout6.xml" Id="R99fa99cc686f44ae" /><Relationship Type="http://schemas.openxmlformats.org/officeDocument/2006/relationships/notesSlide" Target="/ppt/notesSlides/notesSlide10.xml" Id="R3ea12644fae84ba6" /></Relationships>
</file>

<file path=ppt/slides/_rels/slide11.xml.rels><?xml version="1.0" encoding="utf-8"?><Relationships xmlns="http://schemas.openxmlformats.org/package/2006/relationships"><Relationship Type="http://schemas.openxmlformats.org/officeDocument/2006/relationships/slideLayout" Target="/ppt/slideLayouts/slideLayout6.xml" Id="R4178145e9ab24752" /><Relationship Type="http://schemas.openxmlformats.org/officeDocument/2006/relationships/image" Target="/ppt/media/image3.png" Id="R1405e92e9b8c45ba" /><Relationship Type="http://schemas.openxmlformats.org/officeDocument/2006/relationships/notesSlide" Target="/ppt/notesSlides/notesSlide11.xml" Id="R2de2f936d3324d1e" /></Relationships>
</file>

<file path=ppt/slides/_rels/slide12.xml.rels><?xml version="1.0" encoding="utf-8"?><Relationships xmlns="http://schemas.openxmlformats.org/package/2006/relationships"><Relationship Type="http://schemas.openxmlformats.org/officeDocument/2006/relationships/slideLayout" Target="/ppt/slideLayouts/slideLayout6.xml" Id="R699ae772fe444880" /><Relationship Type="http://schemas.openxmlformats.org/officeDocument/2006/relationships/image" Target="/ppt/media/image4.png" Id="Rf0b868e3c0394193" /><Relationship Type="http://schemas.openxmlformats.org/officeDocument/2006/relationships/notesSlide" Target="/ppt/notesSlides/notesSlide12.xml" Id="Rdb986e759dfb4bda" /></Relationships>
</file>

<file path=ppt/slides/_rels/slide13.xml.rels><?xml version="1.0" encoding="utf-8"?><Relationships xmlns="http://schemas.openxmlformats.org/package/2006/relationships"><Relationship Type="http://schemas.openxmlformats.org/officeDocument/2006/relationships/slideLayout" Target="/ppt/slideLayouts/slideLayout6.xml" Id="R0ccf0a71db464b4e" /><Relationship Type="http://schemas.openxmlformats.org/officeDocument/2006/relationships/notesSlide" Target="/ppt/notesSlides/notesSlide13.xml" Id="R71faaa85c8de40c9" /></Relationships>
</file>

<file path=ppt/slides/_rels/slide14.xml.rels><?xml version="1.0" encoding="utf-8"?><Relationships xmlns="http://schemas.openxmlformats.org/package/2006/relationships"><Relationship Type="http://schemas.openxmlformats.org/officeDocument/2006/relationships/slideLayout" Target="/ppt/slideLayouts/slideLayout6.xml" Id="R02ef8f2125b54361" /><Relationship Type="http://schemas.openxmlformats.org/officeDocument/2006/relationships/image" Target="/ppt/media/image5.png" Id="R4dbd71d421854e9c" /><Relationship Type="http://schemas.openxmlformats.org/officeDocument/2006/relationships/image" Target="/ppt/media/image6.png" Id="Rd6b24596b6094590" /><Relationship Type="http://schemas.openxmlformats.org/officeDocument/2006/relationships/image" Target="/ppt/media/image7.png" Id="Rab4aa8c9254b49aa" /><Relationship Type="http://schemas.openxmlformats.org/officeDocument/2006/relationships/notesSlide" Target="/ppt/notesSlides/notesSlide14.xml" Id="Raaa7fe0ecf0946a1" /></Relationships>
</file>

<file path=ppt/slides/_rels/slide15.xml.rels><?xml version="1.0" encoding="utf-8"?><Relationships xmlns="http://schemas.openxmlformats.org/package/2006/relationships"><Relationship Type="http://schemas.openxmlformats.org/officeDocument/2006/relationships/slideLayout" Target="/ppt/slideLayouts/slideLayout6.xml" Id="R0c5701ee0f5e4994" /><Relationship Type="http://schemas.openxmlformats.org/officeDocument/2006/relationships/notesSlide" Target="/ppt/notesSlides/notesSlide15.xml" Id="Rabbd10da436c4fb6" /></Relationships>
</file>

<file path=ppt/slides/slide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8" name="ACT 0">
            <a:extLst xmlns:a="http://schemas.openxmlformats.org/drawingml/2006/main">
              <a:ext uri="{FF2B5EF4-FFF2-40B4-BE49-F238E27FC236}">
                <a16:creationId xmlns:a16="http://schemas.microsoft.com/office/drawing/2014/main" id="{C5E98EAE-F4E1-4B1D-ADA6-1A97B5589F40}"/>
              </a:ext>
            </a:extLst>
          </p:cNvPr>
          <p:cNvSpPr>
            <a:spLocks xmlns:a="http://schemas.openxmlformats.org/drawingml/2006/main" noGrp="1"/>
          </p:cNvSpPr>
          <p:nvPr/>
        </p:nvSpPr>
        <p:spPr>
          <a:xfrm xmlns:a="http://schemas.openxmlformats.org/drawingml/2006/main">
            <a:off x="609600" y="45720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ACT 0</a:t>
            </a:r>
          </a:p>
        </p:txBody>
      </p:sp>
      <p:sp>
        <p:nvSpPr>
          <p:cNvPr id="2" name="S01">
            <a:extLst xmlns:a="http://schemas.openxmlformats.org/drawingml/2006/main">
              <a:ext uri="{FF2B5EF4-FFF2-40B4-BE49-F238E27FC236}">
                <a16:creationId xmlns:a16="http://schemas.microsoft.com/office/drawing/2014/main" id="{CA6F81DA-601A-4C0E-8B29-2DD39614C051}"/>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S01</a:t>
            </a:r>
          </a:p>
        </p:txBody>
      </p:sp>
      <p:sp>
        <p:nvSpPr>
          <p:cNvPr id="3" name="">
            <a:extLst xmlns:a="http://schemas.openxmlformats.org/drawingml/2006/main">
              <a:ext uri="{FF2B5EF4-FFF2-40B4-BE49-F238E27FC236}">
                <a16:creationId xmlns:a16="http://schemas.microsoft.com/office/drawing/2014/main" id="{0D515229-2A37-4D21-A3E3-36C880E2571F}"/>
              </a:ext>
            </a:extLst>
          </p:cNvPr>
          <p:cNvSpPr>
            <a:spLocks xmlns:a="http://schemas.openxmlformats.org/drawingml/2006/main" noGrp="1"/>
          </p:cNvSpPr>
          <p:nvPr/>
        </p:nvSpPr>
        <p:spPr>
          <a:xfrm xmlns:a="http://schemas.openxmlformats.org/drawingml/2006/main">
            <a:off x="609600" y="1866900"/>
            <a:ext cx="9144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4" name="AI를 Repository로&#10;데려가기">
            <a:extLst xmlns:a="http://schemas.openxmlformats.org/drawingml/2006/main">
              <a:ext uri="{FF2B5EF4-FFF2-40B4-BE49-F238E27FC236}">
                <a16:creationId xmlns:a16="http://schemas.microsoft.com/office/drawing/2014/main" id="{4D4693EC-B722-4B24-BE33-860DBB14801E}"/>
              </a:ext>
            </a:extLst>
          </p:cNvPr>
          <p:cNvSpPr>
            <a:spLocks xmlns:a="http://schemas.openxmlformats.org/drawingml/2006/main" noGrp="1"/>
          </p:cNvSpPr>
          <p:nvPr/>
        </p:nvSpPr>
        <p:spPr>
          <a:xfrm xmlns:a="http://schemas.openxmlformats.org/drawingml/2006/main">
            <a:off x="609600" y="2266950"/>
            <a:ext cx="109728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800" b="1">
                <a:solidFill>
                  <a:srgbClr val="17212B"/>
                </a:solidFill>
                <a:latin typeface="Malgun Gothic"/>
                <a:ea typeface="Malgun Gothic"/>
                <a:cs typeface="Malgun Gothic"/>
              </a:defRPr>
            </a:defPPr>
            <a:lvl1pPr algn="l">
              <a:defRPr sz="4800" b="1">
                <a:solidFill>
                  <a:srgbClr val="17212B"/>
                </a:solidFill>
                <a:latin typeface="Malgun Gothic"/>
                <a:ea typeface="Malgun Gothic"/>
                <a:cs typeface="Malgun Gothic"/>
              </a:defRPr>
            </a:lvl1pPr>
            <a:lvl2pPr algn="l">
              <a:defRPr sz="4800" b="1">
                <a:solidFill>
                  <a:srgbClr val="17212B"/>
                </a:solidFill>
                <a:latin typeface="Malgun Gothic"/>
                <a:ea typeface="Malgun Gothic"/>
                <a:cs typeface="Malgun Gothic"/>
              </a:defRPr>
            </a:lvl2pPr>
            <a:lvl3pPr algn="l">
              <a:defRPr sz="4800" b="1">
                <a:solidFill>
                  <a:srgbClr val="17212B"/>
                </a:solidFill>
                <a:latin typeface="Malgun Gothic"/>
                <a:ea typeface="Malgun Gothic"/>
                <a:cs typeface="Malgun Gothic"/>
              </a:defRPr>
            </a:lvl3pPr>
            <a:lvl4pPr algn="l">
              <a:defRPr sz="4800" b="1">
                <a:solidFill>
                  <a:srgbClr val="17212B"/>
                </a:solidFill>
                <a:latin typeface="Malgun Gothic"/>
                <a:ea typeface="Malgun Gothic"/>
                <a:cs typeface="Malgun Gothic"/>
              </a:defRPr>
            </a:lvl4pPr>
            <a:lvl5pPr algn="l">
              <a:defRPr sz="4800" b="1">
                <a:solidFill>
                  <a:srgbClr val="17212B"/>
                </a:solidFill>
                <a:latin typeface="Malgun Gothic"/>
                <a:ea typeface="Malgun Gothic"/>
                <a:cs typeface="Malgun Gothic"/>
              </a:defRPr>
            </a:lvl5pPr>
            <a:lvl6pPr algn="l">
              <a:defRPr sz="4800" b="1">
                <a:solidFill>
                  <a:srgbClr val="17212B"/>
                </a:solidFill>
                <a:latin typeface="Malgun Gothic"/>
                <a:ea typeface="Malgun Gothic"/>
                <a:cs typeface="Malgun Gothic"/>
              </a:defRPr>
            </a:lvl6pPr>
            <a:lvl7pPr algn="l">
              <a:defRPr sz="4800" b="1">
                <a:solidFill>
                  <a:srgbClr val="17212B"/>
                </a:solidFill>
                <a:latin typeface="Malgun Gothic"/>
                <a:ea typeface="Malgun Gothic"/>
                <a:cs typeface="Malgun Gothic"/>
              </a:defRPr>
            </a:lvl7pPr>
            <a:lvl8pPr algn="l">
              <a:defRPr sz="4800" b="1">
                <a:solidFill>
                  <a:srgbClr val="17212B"/>
                </a:solidFill>
                <a:latin typeface="Malgun Gothic"/>
                <a:ea typeface="Malgun Gothic"/>
                <a:cs typeface="Malgun Gothic"/>
              </a:defRPr>
            </a:lvl8pPr>
            <a:lvl9pPr algn="l">
              <a:defRPr sz="4800" b="1">
                <a:solidFill>
                  <a:srgbClr val="17212B"/>
                </a:solidFill>
                <a:latin typeface="Malgun Gothic"/>
                <a:ea typeface="Malgun Gothic"/>
                <a:cs typeface="Malgun Gothic"/>
              </a:defRPr>
            </a:lvl9pPr>
          </a:lstStyle>
          <a:p xmlns:a="http://schemas.openxmlformats.org/drawingml/2006/main">
            <a:pPr algn="l">
              <a:defRPr sz="4800" b="1">
                <a:solidFill>
                  <a:srgbClr val="17212B"/>
                </a:solidFill>
                <a:latin typeface="Malgun Gothic"/>
                <a:ea typeface="Malgun Gothic"/>
                <a:cs typeface="Malgun Gothic"/>
              </a:defRPr>
            </a:pPr>
            <a:r>
              <a:rPr sz="4800" b="1">
                <a:solidFill>
                  <a:srgbClr val="17212B"/>
                </a:solidFill>
                <a:latin typeface="Malgun Gothic"/>
                <a:ea typeface="Malgun Gothic"/>
                <a:cs typeface="Malgun Gothic"/>
              </a:rPr>
              <a:t>AI를 Repository로</a:t>
            </a:r>
          </a:p>
          <a:p xmlns:a="http://schemas.openxmlformats.org/drawingml/2006/main">
            <a:pPr algn="l">
              <a:defRPr sz="4800" b="1">
                <a:solidFill>
                  <a:srgbClr val="17212B"/>
                </a:solidFill>
                <a:latin typeface="Malgun Gothic"/>
                <a:ea typeface="Malgun Gothic"/>
                <a:cs typeface="Malgun Gothic"/>
              </a:defRPr>
            </a:pPr>
            <a:r>
              <a:rPr sz="4800" b="1">
                <a:solidFill>
                  <a:srgbClr val="17212B"/>
                </a:solidFill>
                <a:latin typeface="Malgun Gothic"/>
                <a:ea typeface="Malgun Gothic"/>
                <a:cs typeface="Malgun Gothic"/>
              </a:rPr>
              <a:t>데려가기</a:t>
            </a:r>
          </a:p>
        </p:txBody>
      </p:sp>
      <p:sp>
        <p:nvSpPr>
          <p:cNvPr id="5" name="Chatbot → Repository Agent">
            <a:extLst xmlns:a="http://schemas.openxmlformats.org/drawingml/2006/main">
              <a:ext uri="{FF2B5EF4-FFF2-40B4-BE49-F238E27FC236}">
                <a16:creationId xmlns:a16="http://schemas.microsoft.com/office/drawing/2014/main" id="{D18033A5-19E8-4B4D-B811-A2BA4C06BC2D}"/>
              </a:ext>
            </a:extLst>
          </p:cNvPr>
          <p:cNvSpPr>
            <a:spLocks xmlns:a="http://schemas.openxmlformats.org/drawingml/2006/main" noGrp="1"/>
          </p:cNvSpPr>
          <p:nvPr/>
        </p:nvSpPr>
        <p:spPr>
          <a:xfrm xmlns:a="http://schemas.openxmlformats.org/drawingml/2006/main">
            <a:off x="609600" y="42291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0B6172"/>
                </a:solidFill>
                <a:latin typeface="Malgun Gothic"/>
                <a:ea typeface="Malgun Gothic"/>
                <a:cs typeface="Malgun Gothic"/>
              </a:defRPr>
            </a:defPPr>
            <a:lvl1pPr algn="l">
              <a:defRPr sz="2250" b="0">
                <a:solidFill>
                  <a:srgbClr val="0B6172"/>
                </a:solidFill>
                <a:latin typeface="Malgun Gothic"/>
                <a:ea typeface="Malgun Gothic"/>
                <a:cs typeface="Malgun Gothic"/>
              </a:defRPr>
            </a:lvl1pPr>
            <a:lvl2pPr algn="l">
              <a:defRPr sz="2250" b="0">
                <a:solidFill>
                  <a:srgbClr val="0B6172"/>
                </a:solidFill>
                <a:latin typeface="Malgun Gothic"/>
                <a:ea typeface="Malgun Gothic"/>
                <a:cs typeface="Malgun Gothic"/>
              </a:defRPr>
            </a:lvl2pPr>
            <a:lvl3pPr algn="l">
              <a:defRPr sz="2250" b="0">
                <a:solidFill>
                  <a:srgbClr val="0B6172"/>
                </a:solidFill>
                <a:latin typeface="Malgun Gothic"/>
                <a:ea typeface="Malgun Gothic"/>
                <a:cs typeface="Malgun Gothic"/>
              </a:defRPr>
            </a:lvl3pPr>
            <a:lvl4pPr algn="l">
              <a:defRPr sz="2250" b="0">
                <a:solidFill>
                  <a:srgbClr val="0B6172"/>
                </a:solidFill>
                <a:latin typeface="Malgun Gothic"/>
                <a:ea typeface="Malgun Gothic"/>
                <a:cs typeface="Malgun Gothic"/>
              </a:defRPr>
            </a:lvl4pPr>
            <a:lvl5pPr algn="l">
              <a:defRPr sz="2250" b="0">
                <a:solidFill>
                  <a:srgbClr val="0B6172"/>
                </a:solidFill>
                <a:latin typeface="Malgun Gothic"/>
                <a:ea typeface="Malgun Gothic"/>
                <a:cs typeface="Malgun Gothic"/>
              </a:defRPr>
            </a:lvl5pPr>
            <a:lvl6pPr algn="l">
              <a:defRPr sz="2250" b="0">
                <a:solidFill>
                  <a:srgbClr val="0B6172"/>
                </a:solidFill>
                <a:latin typeface="Malgun Gothic"/>
                <a:ea typeface="Malgun Gothic"/>
                <a:cs typeface="Malgun Gothic"/>
              </a:defRPr>
            </a:lvl6pPr>
            <a:lvl7pPr algn="l">
              <a:defRPr sz="2250" b="0">
                <a:solidFill>
                  <a:srgbClr val="0B6172"/>
                </a:solidFill>
                <a:latin typeface="Malgun Gothic"/>
                <a:ea typeface="Malgun Gothic"/>
                <a:cs typeface="Malgun Gothic"/>
              </a:defRPr>
            </a:lvl7pPr>
            <a:lvl8pPr algn="l">
              <a:defRPr sz="2250" b="0">
                <a:solidFill>
                  <a:srgbClr val="0B6172"/>
                </a:solidFill>
                <a:latin typeface="Malgun Gothic"/>
                <a:ea typeface="Malgun Gothic"/>
                <a:cs typeface="Malgun Gothic"/>
              </a:defRPr>
            </a:lvl8pPr>
            <a:lvl9pPr algn="l">
              <a:defRPr sz="2250" b="0">
                <a:solidFill>
                  <a:srgbClr val="0B6172"/>
                </a:solidFill>
                <a:latin typeface="Malgun Gothic"/>
                <a:ea typeface="Malgun Gothic"/>
                <a:cs typeface="Malgun Gothic"/>
              </a:defRPr>
            </a:lvl9pPr>
          </a:lstStyle>
          <a:p xmlns:a="http://schemas.openxmlformats.org/drawingml/2006/main">
            <a:pPr algn="l">
              <a:defRPr sz="2250" b="0">
                <a:solidFill>
                  <a:srgbClr val="0B6172"/>
                </a:solidFill>
                <a:latin typeface="Malgun Gothic"/>
                <a:ea typeface="Malgun Gothic"/>
                <a:cs typeface="Malgun Gothic"/>
              </a:defRPr>
            </a:pPr>
            <a:r>
              <a:rPr sz="2250" b="0">
                <a:solidFill>
                  <a:srgbClr val="0B6172"/>
                </a:solidFill>
                <a:latin typeface="Malgun Gothic"/>
                <a:ea typeface="Malgun Gothic"/>
                <a:cs typeface="Malgun Gothic"/>
              </a:rPr>
              <a:t>Chatbot → Repository Agent</a:t>
            </a:r>
          </a:p>
        </p:txBody>
      </p:sp>
      <p:sp>
        <p:nvSpPr>
          <p:cNvPr id="6" name="ChatGPT &amp; Codex · 개발자 교육">
            <a:extLst xmlns:a="http://schemas.openxmlformats.org/drawingml/2006/main">
              <a:ext uri="{FF2B5EF4-FFF2-40B4-BE49-F238E27FC236}">
                <a16:creationId xmlns:a16="http://schemas.microsoft.com/office/drawing/2014/main" id="{7514534F-B122-42C2-B7C8-485D4301057D}"/>
              </a:ext>
            </a:extLst>
          </p:cNvPr>
          <p:cNvSpPr>
            <a:spLocks xmlns:a="http://schemas.openxmlformats.org/drawingml/2006/main" noGrp="1"/>
          </p:cNvSpPr>
          <p:nvPr/>
        </p:nvSpPr>
        <p:spPr>
          <a:xfrm xmlns:a="http://schemas.openxmlformats.org/drawingml/2006/main">
            <a:off x="609600" y="6134100"/>
            <a:ext cx="731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ChatGPT &amp; Codex · 개발자 교육</a:t>
            </a:r>
          </a:p>
        </p:txBody>
      </p:sp>
      <p:sp>
        <p:nvSpPr>
          <p:cNvPr id="7" name="Legacy module connection">
            <a:extLst xmlns:a="http://schemas.openxmlformats.org/drawingml/2006/main">
              <a:ext uri="{FF2B5EF4-FFF2-40B4-BE49-F238E27FC236}">
                <a16:creationId xmlns:a16="http://schemas.microsoft.com/office/drawing/2014/main" id="{1DB80869-EDBB-4C86-95D8-DF638FF9F80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ACT 안내</a:t>
            </a:r>
          </a:p>
        </p:txBody>
      </p:sp>
    </p:spTree>
    <p:extLst>
      <p:ext uri="{BB962C8B-B14F-4D97-AF65-F5344CB8AC3E}">
        <p14:creationId xmlns:p14="http://schemas.microsoft.com/office/powerpoint/2010/main" val="775266719"/>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3" name="ACT 0 · 익숙한 사용에서 출발하기">
            <a:extLst xmlns:a="http://schemas.openxmlformats.org/drawingml/2006/main">
              <a:ext uri="{FF2B5EF4-FFF2-40B4-BE49-F238E27FC236}">
                <a16:creationId xmlns:a16="http://schemas.microsoft.com/office/drawing/2014/main" id="{C8496A54-33C1-4E9B-B12A-8B89F0156CFA}"/>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익숙한 사용에서 출발하기</a:t>
            </a:r>
          </a:p>
        </p:txBody>
      </p:sp>
      <p:sp>
        <p:nvSpPr>
          <p:cNvPr id="2" name="S02">
            <a:extLst xmlns:a="http://schemas.openxmlformats.org/drawingml/2006/main">
              <a:ext uri="{FF2B5EF4-FFF2-40B4-BE49-F238E27FC236}">
                <a16:creationId xmlns:a16="http://schemas.microsoft.com/office/drawing/2014/main" id="{C84DEC2C-4D37-4F99-816F-7DAD0A726CA3}"/>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S02</a:t>
            </a:r>
          </a:p>
        </p:txBody>
      </p:sp>
      <p:sp>
        <p:nvSpPr>
          <p:cNvPr id="3" name="AI에게 지금 무엇을 맡기고 있는가?">
            <a:extLst xmlns:a="http://schemas.openxmlformats.org/drawingml/2006/main">
              <a:ext uri="{FF2B5EF4-FFF2-40B4-BE49-F238E27FC236}">
                <a16:creationId xmlns:a16="http://schemas.microsoft.com/office/drawing/2014/main" id="{6BA1D0A6-8136-4C54-A76C-9075797A8D9A}"/>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AI에게 지금 무엇을 맡기고 있는가?</a:t>
            </a:r>
          </a:p>
        </p:txBody>
      </p:sp>
      <p:sp>
        <p:nvSpPr>
          <p:cNvPr id="4" name="">
            <a:extLst xmlns:a="http://schemas.openxmlformats.org/drawingml/2006/main">
              <a:ext uri="{FF2B5EF4-FFF2-40B4-BE49-F238E27FC236}">
                <a16:creationId xmlns:a16="http://schemas.microsoft.com/office/drawing/2014/main" id="{53D4816F-2F76-4BFC-9414-AA1E94C07DBD}"/>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사례 삽화 · AI 생성 이미지 · 실제 제품 실행 화면 아님">
            <a:extLst xmlns:a="http://schemas.openxmlformats.org/drawingml/2006/main">
              <a:ext uri="{FF2B5EF4-FFF2-40B4-BE49-F238E27FC236}">
                <a16:creationId xmlns:a16="http://schemas.microsoft.com/office/drawing/2014/main" id="{3E7744B1-EFC2-4396-8967-33C33B92938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사례 삽화 · AI 생성 이미지 · 실제 제품 실행 화면 아님</a:t>
            </a:r>
          </a:p>
        </p:txBody>
      </p:sp>
      <p:sp>
        <p:nvSpPr>
          <p:cNvPr id="6" name="자신의 경험 하나만 떠올려 보세요. 사용 수준을 평가하는 질문이 아닙니다.">
            <a:extLst xmlns:a="http://schemas.openxmlformats.org/drawingml/2006/main">
              <a:ext uri="{FF2B5EF4-FFF2-40B4-BE49-F238E27FC236}">
                <a16:creationId xmlns:a16="http://schemas.microsoft.com/office/drawing/2014/main" id="{886901BA-A1C0-49C7-A11D-2D366ADBEF69}"/>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자신의 경험 하나만 떠올려 보세요. 사용 수준을 평가하는 질문이 아닙니다.</a:t>
            </a:r>
          </a:p>
        </p:txBody>
      </p:sp>
      <p:sp>
        <p:nvSpPr>
          <p:cNvPr id="7" name="최근 AI에 맡긴 일 하나를 떠올려 보세요.">
            <a:extLst xmlns:a="http://schemas.openxmlformats.org/drawingml/2006/main">
              <a:ext uri="{FF2B5EF4-FFF2-40B4-BE49-F238E27FC236}">
                <a16:creationId xmlns:a16="http://schemas.microsoft.com/office/drawing/2014/main" id="{7C034177-B72A-4A66-B01C-9AEC4DA8E977}"/>
              </a:ext>
            </a:extLst>
          </p:cNvPr>
          <p:cNvSpPr>
            <a:spLocks xmlns:a="http://schemas.openxmlformats.org/drawingml/2006/main" noGrp="1"/>
          </p:cNvSpPr>
          <p:nvPr/>
        </p:nvSpPr>
        <p:spPr>
          <a:xfrm xmlns:a="http://schemas.openxmlformats.org/drawingml/2006/main">
            <a:off x="609600" y="16573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최근 AI에 맡긴 일 하나를 떠올려 보세요.</a:t>
            </a:r>
          </a:p>
        </p:txBody>
      </p:sp>
      <p:pic>
        <p:nvPicPr>
          <p:cNvPr id="8" name="">
            <a:extLst xmlns:a="http://schemas.openxmlformats.org/drawingml/2006/main">
              <a:ext uri="{FF2B5EF4-FFF2-40B4-BE49-F238E27FC236}">
                <a16:creationId xmlns:a16="http://schemas.microsoft.com/office/drawing/2014/main" id="{ED6DEB03-B0E4-4D1E-86B0-186577B930E2}"/>
              </a:ext>
            </a:extLst>
          </p:cNvPr>
          <p:cNvPicPr>
            <a:picLocks xmlns:a="http://schemas.openxmlformats.org/drawingml/2006/main" noChangeAspect="1"/>
          </p:cNvPicPr>
          <p:nvPr/>
        </p:nvPicPr>
        <p:blipFill>
          <a:blip xmlns:r="http://schemas.openxmlformats.org/officeDocument/2006/relationships" xmlns:a="http://schemas.openxmlformats.org/drawingml/2006/main" r:embed="Rf190913372b44567"/>
          <a:stretch xmlns:a="http://schemas.openxmlformats.org/drawingml/2006/main"/>
        </p:blipFill>
        <p:spPr>
          <a:xfrm xmlns:a="http://schemas.openxmlformats.org/drawingml/2006/main">
            <a:off x="609600" y="2038350"/>
            <a:ext cx="10972800" cy="3657600"/>
          </a:xfrm>
          <a:prstGeom xmlns:a="http://schemas.openxmlformats.org/drawingml/2006/main" prst="rect">
            <a:avLst/>
          </a:prstGeom>
        </p:spPr>
      </p:pic>
      <p:sp>
        <p:nvSpPr>
          <p:cNvPr id="9" name="설명 받기">
            <a:extLst xmlns:a="http://schemas.openxmlformats.org/drawingml/2006/main">
              <a:ext uri="{FF2B5EF4-FFF2-40B4-BE49-F238E27FC236}">
                <a16:creationId xmlns:a16="http://schemas.microsoft.com/office/drawing/2014/main" id="{8B96D21D-7EA5-4EA0-9070-05DCA28A5BDF}"/>
              </a:ext>
            </a:extLst>
          </p:cNvPr>
          <p:cNvSpPr>
            <a:spLocks xmlns:a="http://schemas.openxmlformats.org/drawingml/2006/main" noGrp="1"/>
          </p:cNvSpPr>
          <p:nvPr/>
        </p:nvSpPr>
        <p:spPr>
          <a:xfrm xmlns:a="http://schemas.openxmlformats.org/drawingml/2006/main">
            <a:off x="609600" y="5229225"/>
            <a:ext cx="350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설명 받기</a:t>
            </a:r>
          </a:p>
        </p:txBody>
      </p:sp>
      <p:sp>
        <p:nvSpPr>
          <p:cNvPr id="10" name="조사 맡기기">
            <a:extLst xmlns:a="http://schemas.openxmlformats.org/drawingml/2006/main">
              <a:ext uri="{FF2B5EF4-FFF2-40B4-BE49-F238E27FC236}">
                <a16:creationId xmlns:a16="http://schemas.microsoft.com/office/drawing/2014/main" id="{2B69BE65-2F18-450D-8A7A-B1218074CD67}"/>
              </a:ext>
            </a:extLst>
          </p:cNvPr>
          <p:cNvSpPr>
            <a:spLocks xmlns:a="http://schemas.openxmlformats.org/drawingml/2006/main" noGrp="1"/>
          </p:cNvSpPr>
          <p:nvPr/>
        </p:nvSpPr>
        <p:spPr>
          <a:xfrm xmlns:a="http://schemas.openxmlformats.org/drawingml/2006/main">
            <a:off x="4343400" y="5229225"/>
            <a:ext cx="350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조사 맡기기</a:t>
            </a:r>
          </a:p>
        </p:txBody>
      </p:sp>
      <p:sp>
        <p:nvSpPr>
          <p:cNvPr id="11" name="결과 확인">
            <a:extLst xmlns:a="http://schemas.openxmlformats.org/drawingml/2006/main">
              <a:ext uri="{FF2B5EF4-FFF2-40B4-BE49-F238E27FC236}">
                <a16:creationId xmlns:a16="http://schemas.microsoft.com/office/drawing/2014/main" id="{3F72A57C-6009-40EB-8541-DCF6C18AE143}"/>
              </a:ext>
            </a:extLst>
          </p:cNvPr>
          <p:cNvSpPr>
            <a:spLocks xmlns:a="http://schemas.openxmlformats.org/drawingml/2006/main" noGrp="1"/>
          </p:cNvSpPr>
          <p:nvPr/>
        </p:nvSpPr>
        <p:spPr>
          <a:xfrm xmlns:a="http://schemas.openxmlformats.org/drawingml/2006/main">
            <a:off x="8077200" y="5229225"/>
            <a:ext cx="350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결과 확인</a:t>
            </a:r>
          </a:p>
        </p:txBody>
      </p:sp>
      <p:sp>
        <p:nvSpPr>
          <p:cNvPr id="12" name="Legacy module connection">
            <a:extLst xmlns:a="http://schemas.openxmlformats.org/drawingml/2006/main">
              <a:ext uri="{FF2B5EF4-FFF2-40B4-BE49-F238E27FC236}">
                <a16:creationId xmlns:a16="http://schemas.microsoft.com/office/drawing/2014/main" id="{7D0433FB-80D5-4C8D-B631-A6023430F5F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a:t>
            </a:r>
          </a:p>
        </p:txBody>
      </p:sp>
    </p:spTree>
    <p:extLst>
      <p:ext uri="{BB962C8B-B14F-4D97-AF65-F5344CB8AC3E}">
        <p14:creationId xmlns:p14="http://schemas.microsoft.com/office/powerpoint/2010/main" val="1077800199"/>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9" name="ACT 0 · 혼동하기 쉬운 C++ 초기화">
            <a:extLst xmlns:a="http://schemas.openxmlformats.org/drawingml/2006/main">
              <a:ext uri="{FF2B5EF4-FFF2-40B4-BE49-F238E27FC236}">
                <a16:creationId xmlns:a16="http://schemas.microsoft.com/office/drawing/2014/main" id="{34B03276-3397-4B22-A342-B01EA745D20A}"/>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혼동하기 쉬운 C++ 초기화</a:t>
            </a:r>
          </a:p>
        </p:txBody>
      </p:sp>
      <p:sp>
        <p:nvSpPr>
          <p:cNvPr id="2" name="S03">
            <a:extLst xmlns:a="http://schemas.openxmlformats.org/drawingml/2006/main">
              <a:ext uri="{FF2B5EF4-FFF2-40B4-BE49-F238E27FC236}">
                <a16:creationId xmlns:a16="http://schemas.microsoft.com/office/drawing/2014/main" id="{BDEFC4AA-3857-4B6F-BBF9-3D7D486533B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S03</a:t>
            </a:r>
          </a:p>
        </p:txBody>
      </p:sp>
      <p:sp>
        <p:nvSpPr>
          <p:cNvPr id="3" name="작은 질문에는 Chatbot이 유용하다">
            <a:extLst xmlns:a="http://schemas.openxmlformats.org/drawingml/2006/main">
              <a:ext uri="{FF2B5EF4-FFF2-40B4-BE49-F238E27FC236}">
                <a16:creationId xmlns:a16="http://schemas.microsoft.com/office/drawing/2014/main" id="{0B0E3DB6-B004-476C-8120-14710E15131A}"/>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작은 질문에는 Chatbot이 유용하다</a:t>
            </a:r>
          </a:p>
        </p:txBody>
      </p:sp>
      <p:sp>
        <p:nvSpPr>
          <p:cNvPr id="4" name="">
            <a:extLst xmlns:a="http://schemas.openxmlformats.org/drawingml/2006/main">
              <a:ext uri="{FF2B5EF4-FFF2-40B4-BE49-F238E27FC236}">
                <a16:creationId xmlns:a16="http://schemas.microsoft.com/office/drawing/2014/main" id="{E04EB190-E33F-4DD6-8547-C0FBFC54B49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Microsoft C++ 문서 기반 교육 예시 · 실제 ChatGPT 대화·실행 화면 아님">
            <a:extLst xmlns:a="http://schemas.openxmlformats.org/drawingml/2006/main">
              <a:ext uri="{FF2B5EF4-FFF2-40B4-BE49-F238E27FC236}">
                <a16:creationId xmlns:a16="http://schemas.microsoft.com/office/drawing/2014/main" id="{F0FDBAFC-0131-4852-B7BE-084D974B2B8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Microsoft C++ 문서 기반 교육 예시 · 실제 ChatGPT 대화·실행 화면 아님</a:t>
            </a:r>
          </a:p>
        </p:txBody>
      </p:sp>
      <p:sp>
        <p:nvSpPr>
          <p:cNvPr id="6" name="괄호는 개수·값 생성자, 중괄호는 이 예시의 initializer_list 생성자를 사용합니다.">
            <a:extLst xmlns:a="http://schemas.openxmlformats.org/drawingml/2006/main">
              <a:ext uri="{FF2B5EF4-FFF2-40B4-BE49-F238E27FC236}">
                <a16:creationId xmlns:a16="http://schemas.microsoft.com/office/drawing/2014/main" id="{C4AB3F6C-05C8-402B-BF17-D87DFBFC5DEC}"/>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괄호는 개수·값 생성자, 중괄호는 이 예시의 initializer_list 생성자를 사용합니다.</a:t>
            </a:r>
          </a:p>
        </p:txBody>
      </p:sp>
      <p:sp>
        <p:nvSpPr>
          <p:cNvPr id="7" name="괄호만 바뀌었는데, 같은 Vector일까?">
            <a:extLst xmlns:a="http://schemas.openxmlformats.org/drawingml/2006/main">
              <a:ext uri="{FF2B5EF4-FFF2-40B4-BE49-F238E27FC236}">
                <a16:creationId xmlns:a16="http://schemas.microsoft.com/office/drawing/2014/main" id="{D1EFD5AB-F50D-4B22-A282-2A2CD7C7BECE}"/>
              </a:ext>
            </a:extLst>
          </p:cNvPr>
          <p:cNvSpPr>
            <a:spLocks xmlns:a="http://schemas.openxmlformats.org/drawingml/2006/main" noGrp="1"/>
          </p:cNvSpPr>
          <p:nvPr/>
        </p:nvSpPr>
        <p:spPr>
          <a:xfrm xmlns:a="http://schemas.openxmlformats.org/drawingml/2006/main">
            <a:off x="609600" y="1657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괄호만 바뀌었는데, 같은 Vector일까?</a:t>
            </a:r>
          </a:p>
        </p:txBody>
      </p:sp>
      <p:sp>
        <p:nvSpPr>
          <p:cNvPr id="8" name="">
            <a:extLst xmlns:a="http://schemas.openxmlformats.org/drawingml/2006/main">
              <a:ext uri="{FF2B5EF4-FFF2-40B4-BE49-F238E27FC236}">
                <a16:creationId xmlns:a16="http://schemas.microsoft.com/office/drawing/2014/main" id="{73864F6E-6983-42CE-954E-70E14B8F5CED}"/>
              </a:ext>
            </a:extLst>
          </p:cNvPr>
          <p:cNvSpPr>
            <a:spLocks xmlns:a="http://schemas.openxmlformats.org/drawingml/2006/main" noGrp="1"/>
          </p:cNvSpPr>
          <p:nvPr/>
        </p:nvSpPr>
        <p:spPr>
          <a:xfrm xmlns:a="http://schemas.openxmlformats.org/drawingml/2006/main">
            <a:off x="609600" y="2247900"/>
            <a:ext cx="6858000" cy="7239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9" name="std::vector&lt;int&gt; a(3, 1);">
            <a:extLst xmlns:a="http://schemas.openxmlformats.org/drawingml/2006/main">
              <a:ext uri="{FF2B5EF4-FFF2-40B4-BE49-F238E27FC236}">
                <a16:creationId xmlns:a16="http://schemas.microsoft.com/office/drawing/2014/main" id="{9324562E-B5BE-4E12-BEBE-3BF6BA488878}"/>
              </a:ext>
            </a:extLst>
          </p:cNvPr>
          <p:cNvSpPr>
            <a:spLocks xmlns:a="http://schemas.openxmlformats.org/drawingml/2006/main" noGrp="1"/>
          </p:cNvSpPr>
          <p:nvPr/>
        </p:nvSpPr>
        <p:spPr>
          <a:xfrm xmlns:a="http://schemas.openxmlformats.org/drawingml/2006/main">
            <a:off x="838200" y="2400300"/>
            <a:ext cx="640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FFFFFF"/>
                </a:solidFill>
                <a:latin typeface="Consolas"/>
                <a:ea typeface="Consolas"/>
                <a:cs typeface="Consolas"/>
              </a:defRPr>
            </a:defPPr>
            <a:lvl1pPr algn="l">
              <a:defRPr sz="2100" b="0">
                <a:solidFill>
                  <a:srgbClr val="FFFFFF"/>
                </a:solidFill>
                <a:latin typeface="Consolas"/>
                <a:ea typeface="Consolas"/>
                <a:cs typeface="Consolas"/>
              </a:defRPr>
            </a:lvl1pPr>
            <a:lvl2pPr algn="l">
              <a:defRPr sz="2100" b="0">
                <a:solidFill>
                  <a:srgbClr val="FFFFFF"/>
                </a:solidFill>
                <a:latin typeface="Consolas"/>
                <a:ea typeface="Consolas"/>
                <a:cs typeface="Consolas"/>
              </a:defRPr>
            </a:lvl2pPr>
            <a:lvl3pPr algn="l">
              <a:defRPr sz="2100" b="0">
                <a:solidFill>
                  <a:srgbClr val="FFFFFF"/>
                </a:solidFill>
                <a:latin typeface="Consolas"/>
                <a:ea typeface="Consolas"/>
                <a:cs typeface="Consolas"/>
              </a:defRPr>
            </a:lvl3pPr>
            <a:lvl4pPr algn="l">
              <a:defRPr sz="2100" b="0">
                <a:solidFill>
                  <a:srgbClr val="FFFFFF"/>
                </a:solidFill>
                <a:latin typeface="Consolas"/>
                <a:ea typeface="Consolas"/>
                <a:cs typeface="Consolas"/>
              </a:defRPr>
            </a:lvl4pPr>
            <a:lvl5pPr algn="l">
              <a:defRPr sz="2100" b="0">
                <a:solidFill>
                  <a:srgbClr val="FFFFFF"/>
                </a:solidFill>
                <a:latin typeface="Consolas"/>
                <a:ea typeface="Consolas"/>
                <a:cs typeface="Consolas"/>
              </a:defRPr>
            </a:lvl5pPr>
            <a:lvl6pPr algn="l">
              <a:defRPr sz="2100" b="0">
                <a:solidFill>
                  <a:srgbClr val="FFFFFF"/>
                </a:solidFill>
                <a:latin typeface="Consolas"/>
                <a:ea typeface="Consolas"/>
                <a:cs typeface="Consolas"/>
              </a:defRPr>
            </a:lvl6pPr>
            <a:lvl7pPr algn="l">
              <a:defRPr sz="2100" b="0">
                <a:solidFill>
                  <a:srgbClr val="FFFFFF"/>
                </a:solidFill>
                <a:latin typeface="Consolas"/>
                <a:ea typeface="Consolas"/>
                <a:cs typeface="Consolas"/>
              </a:defRPr>
            </a:lvl7pPr>
            <a:lvl8pPr algn="l">
              <a:defRPr sz="2100" b="0">
                <a:solidFill>
                  <a:srgbClr val="FFFFFF"/>
                </a:solidFill>
                <a:latin typeface="Consolas"/>
                <a:ea typeface="Consolas"/>
                <a:cs typeface="Consolas"/>
              </a:defRPr>
            </a:lvl8pPr>
            <a:lvl9pPr algn="l">
              <a:defRPr sz="2100" b="0">
                <a:solidFill>
                  <a:srgbClr val="FFFFFF"/>
                </a:solidFill>
                <a:latin typeface="Consolas"/>
                <a:ea typeface="Consolas"/>
                <a:cs typeface="Consolas"/>
              </a:defRPr>
            </a:lvl9pPr>
          </a:lstStyle>
          <a:p xmlns:a="http://schemas.openxmlformats.org/drawingml/2006/main">
            <a:pPr algn="l">
              <a:defRPr sz="2100" b="0">
                <a:solidFill>
                  <a:srgbClr val="FFFFFF"/>
                </a:solidFill>
                <a:latin typeface="Consolas"/>
                <a:ea typeface="Consolas"/>
                <a:cs typeface="Consolas"/>
              </a:defRPr>
            </a:pPr>
            <a:r>
              <a:rPr sz="2100" b="0">
                <a:solidFill>
                  <a:srgbClr val="FFFFFF"/>
                </a:solidFill>
                <a:latin typeface="Consolas"/>
                <a:ea typeface="Consolas"/>
                <a:cs typeface="Consolas"/>
              </a:rPr>
              <a:t>std::vector&lt;int&gt; a(3, 1);</a:t>
            </a:r>
          </a:p>
        </p:txBody>
      </p:sp>
      <p:sp>
        <p:nvSpPr>
          <p:cNvPr id="10" name="">
            <a:extLst xmlns:a="http://schemas.openxmlformats.org/drawingml/2006/main">
              <a:ext uri="{FF2B5EF4-FFF2-40B4-BE49-F238E27FC236}">
                <a16:creationId xmlns:a16="http://schemas.microsoft.com/office/drawing/2014/main" id="{2B371B50-34E0-4001-8E14-BC7366E123CD}"/>
              </a:ext>
            </a:extLst>
          </p:cNvPr>
          <p:cNvSpPr>
            <a:spLocks xmlns:a="http://schemas.openxmlformats.org/drawingml/2006/main" noGrp="1"/>
          </p:cNvSpPr>
          <p:nvPr/>
        </p:nvSpPr>
        <p:spPr>
          <a:xfrm xmlns:a="http://schemas.openxmlformats.org/drawingml/2006/main">
            <a:off x="7677150" y="2486025"/>
            <a:ext cx="400050" cy="2381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9C684D4-6892-4530-986B-8F75438034C6}"/>
              </a:ext>
            </a:extLst>
          </p:cNvPr>
          <p:cNvSpPr>
            <a:spLocks xmlns:a="http://schemas.openxmlformats.org/drawingml/2006/main" noGrp="1"/>
          </p:cNvSpPr>
          <p:nvPr/>
        </p:nvSpPr>
        <p:spPr>
          <a:xfrm xmlns:a="http://schemas.openxmlformats.org/drawingml/2006/main">
            <a:off x="8401050" y="2295525"/>
            <a:ext cx="666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12" name="1">
            <a:extLst xmlns:a="http://schemas.openxmlformats.org/drawingml/2006/main">
              <a:ext uri="{FF2B5EF4-FFF2-40B4-BE49-F238E27FC236}">
                <a16:creationId xmlns:a16="http://schemas.microsoft.com/office/drawing/2014/main" id="{FEFF8029-BC4B-4F05-9492-37D14783C947}"/>
              </a:ext>
            </a:extLst>
          </p:cNvPr>
          <p:cNvSpPr>
            <a:spLocks xmlns:a="http://schemas.openxmlformats.org/drawingml/2006/main" noGrp="1"/>
          </p:cNvSpPr>
          <p:nvPr/>
        </p:nvSpPr>
        <p:spPr>
          <a:xfrm xmlns:a="http://schemas.openxmlformats.org/drawingml/2006/main">
            <a:off x="8401050" y="2295525"/>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1">
                <a:solidFill>
                  <a:srgbClr val="0B6172"/>
                </a:solidFill>
                <a:latin typeface="Malgun Gothic"/>
                <a:ea typeface="Malgun Gothic"/>
                <a:cs typeface="Malgun Gothic"/>
              </a:defRPr>
            </a:defPPr>
            <a:lvl1pPr algn="ctr">
              <a:defRPr sz="2625" b="1">
                <a:solidFill>
                  <a:srgbClr val="0B6172"/>
                </a:solidFill>
                <a:latin typeface="Malgun Gothic"/>
                <a:ea typeface="Malgun Gothic"/>
                <a:cs typeface="Malgun Gothic"/>
              </a:defRPr>
            </a:lvl1pPr>
            <a:lvl2pPr algn="ctr">
              <a:defRPr sz="2625" b="1">
                <a:solidFill>
                  <a:srgbClr val="0B6172"/>
                </a:solidFill>
                <a:latin typeface="Malgun Gothic"/>
                <a:ea typeface="Malgun Gothic"/>
                <a:cs typeface="Malgun Gothic"/>
              </a:defRPr>
            </a:lvl2pPr>
            <a:lvl3pPr algn="ctr">
              <a:defRPr sz="2625" b="1">
                <a:solidFill>
                  <a:srgbClr val="0B6172"/>
                </a:solidFill>
                <a:latin typeface="Malgun Gothic"/>
                <a:ea typeface="Malgun Gothic"/>
                <a:cs typeface="Malgun Gothic"/>
              </a:defRPr>
            </a:lvl3pPr>
            <a:lvl4pPr algn="ctr">
              <a:defRPr sz="2625" b="1">
                <a:solidFill>
                  <a:srgbClr val="0B6172"/>
                </a:solidFill>
                <a:latin typeface="Malgun Gothic"/>
                <a:ea typeface="Malgun Gothic"/>
                <a:cs typeface="Malgun Gothic"/>
              </a:defRPr>
            </a:lvl4pPr>
            <a:lvl5pPr algn="ctr">
              <a:defRPr sz="2625" b="1">
                <a:solidFill>
                  <a:srgbClr val="0B6172"/>
                </a:solidFill>
                <a:latin typeface="Malgun Gothic"/>
                <a:ea typeface="Malgun Gothic"/>
                <a:cs typeface="Malgun Gothic"/>
              </a:defRPr>
            </a:lvl5pPr>
            <a:lvl6pPr algn="ctr">
              <a:defRPr sz="2625" b="1">
                <a:solidFill>
                  <a:srgbClr val="0B6172"/>
                </a:solidFill>
                <a:latin typeface="Malgun Gothic"/>
                <a:ea typeface="Malgun Gothic"/>
                <a:cs typeface="Malgun Gothic"/>
              </a:defRPr>
            </a:lvl6pPr>
            <a:lvl7pPr algn="ctr">
              <a:defRPr sz="2625" b="1">
                <a:solidFill>
                  <a:srgbClr val="0B6172"/>
                </a:solidFill>
                <a:latin typeface="Malgun Gothic"/>
                <a:ea typeface="Malgun Gothic"/>
                <a:cs typeface="Malgun Gothic"/>
              </a:defRPr>
            </a:lvl7pPr>
            <a:lvl8pPr algn="ctr">
              <a:defRPr sz="2625" b="1">
                <a:solidFill>
                  <a:srgbClr val="0B6172"/>
                </a:solidFill>
                <a:latin typeface="Malgun Gothic"/>
                <a:ea typeface="Malgun Gothic"/>
                <a:cs typeface="Malgun Gothic"/>
              </a:defRPr>
            </a:lvl8pPr>
            <a:lvl9pPr algn="ctr">
              <a:defRPr sz="2625" b="1">
                <a:solidFill>
                  <a:srgbClr val="0B6172"/>
                </a:solidFill>
                <a:latin typeface="Malgun Gothic"/>
                <a:ea typeface="Malgun Gothic"/>
                <a:cs typeface="Malgun Gothic"/>
              </a:defRPr>
            </a:lvl9pPr>
          </a:lstStyle>
          <a:p xmlns:a="http://schemas.openxmlformats.org/drawingml/2006/main">
            <a:pPr algn="ctr">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1</a:t>
            </a:r>
          </a:p>
        </p:txBody>
      </p:sp>
      <p:sp>
        <p:nvSpPr>
          <p:cNvPr id="13" name="">
            <a:extLst xmlns:a="http://schemas.openxmlformats.org/drawingml/2006/main">
              <a:ext uri="{FF2B5EF4-FFF2-40B4-BE49-F238E27FC236}">
                <a16:creationId xmlns:a16="http://schemas.microsoft.com/office/drawing/2014/main" id="{F73BDFBC-E38E-4AAA-BDE1-7FB9333E4C14}"/>
              </a:ext>
            </a:extLst>
          </p:cNvPr>
          <p:cNvSpPr>
            <a:spLocks xmlns:a="http://schemas.openxmlformats.org/drawingml/2006/main" noGrp="1"/>
          </p:cNvSpPr>
          <p:nvPr/>
        </p:nvSpPr>
        <p:spPr>
          <a:xfrm xmlns:a="http://schemas.openxmlformats.org/drawingml/2006/main">
            <a:off x="9201150" y="2295525"/>
            <a:ext cx="666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14" name="1">
            <a:extLst xmlns:a="http://schemas.openxmlformats.org/drawingml/2006/main">
              <a:ext uri="{FF2B5EF4-FFF2-40B4-BE49-F238E27FC236}">
                <a16:creationId xmlns:a16="http://schemas.microsoft.com/office/drawing/2014/main" id="{2D15211F-6253-465C-8C6D-1E0C2DAD4753}"/>
              </a:ext>
            </a:extLst>
          </p:cNvPr>
          <p:cNvSpPr>
            <a:spLocks xmlns:a="http://schemas.openxmlformats.org/drawingml/2006/main" noGrp="1"/>
          </p:cNvSpPr>
          <p:nvPr/>
        </p:nvSpPr>
        <p:spPr>
          <a:xfrm xmlns:a="http://schemas.openxmlformats.org/drawingml/2006/main">
            <a:off x="9201150" y="2295525"/>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1">
                <a:solidFill>
                  <a:srgbClr val="0B6172"/>
                </a:solidFill>
                <a:latin typeface="Malgun Gothic"/>
                <a:ea typeface="Malgun Gothic"/>
                <a:cs typeface="Malgun Gothic"/>
              </a:defRPr>
            </a:defPPr>
            <a:lvl1pPr algn="ctr">
              <a:defRPr sz="2625" b="1">
                <a:solidFill>
                  <a:srgbClr val="0B6172"/>
                </a:solidFill>
                <a:latin typeface="Malgun Gothic"/>
                <a:ea typeface="Malgun Gothic"/>
                <a:cs typeface="Malgun Gothic"/>
              </a:defRPr>
            </a:lvl1pPr>
            <a:lvl2pPr algn="ctr">
              <a:defRPr sz="2625" b="1">
                <a:solidFill>
                  <a:srgbClr val="0B6172"/>
                </a:solidFill>
                <a:latin typeface="Malgun Gothic"/>
                <a:ea typeface="Malgun Gothic"/>
                <a:cs typeface="Malgun Gothic"/>
              </a:defRPr>
            </a:lvl2pPr>
            <a:lvl3pPr algn="ctr">
              <a:defRPr sz="2625" b="1">
                <a:solidFill>
                  <a:srgbClr val="0B6172"/>
                </a:solidFill>
                <a:latin typeface="Malgun Gothic"/>
                <a:ea typeface="Malgun Gothic"/>
                <a:cs typeface="Malgun Gothic"/>
              </a:defRPr>
            </a:lvl3pPr>
            <a:lvl4pPr algn="ctr">
              <a:defRPr sz="2625" b="1">
                <a:solidFill>
                  <a:srgbClr val="0B6172"/>
                </a:solidFill>
                <a:latin typeface="Malgun Gothic"/>
                <a:ea typeface="Malgun Gothic"/>
                <a:cs typeface="Malgun Gothic"/>
              </a:defRPr>
            </a:lvl4pPr>
            <a:lvl5pPr algn="ctr">
              <a:defRPr sz="2625" b="1">
                <a:solidFill>
                  <a:srgbClr val="0B6172"/>
                </a:solidFill>
                <a:latin typeface="Malgun Gothic"/>
                <a:ea typeface="Malgun Gothic"/>
                <a:cs typeface="Malgun Gothic"/>
              </a:defRPr>
            </a:lvl5pPr>
            <a:lvl6pPr algn="ctr">
              <a:defRPr sz="2625" b="1">
                <a:solidFill>
                  <a:srgbClr val="0B6172"/>
                </a:solidFill>
                <a:latin typeface="Malgun Gothic"/>
                <a:ea typeface="Malgun Gothic"/>
                <a:cs typeface="Malgun Gothic"/>
              </a:defRPr>
            </a:lvl6pPr>
            <a:lvl7pPr algn="ctr">
              <a:defRPr sz="2625" b="1">
                <a:solidFill>
                  <a:srgbClr val="0B6172"/>
                </a:solidFill>
                <a:latin typeface="Malgun Gothic"/>
                <a:ea typeface="Malgun Gothic"/>
                <a:cs typeface="Malgun Gothic"/>
              </a:defRPr>
            </a:lvl7pPr>
            <a:lvl8pPr algn="ctr">
              <a:defRPr sz="2625" b="1">
                <a:solidFill>
                  <a:srgbClr val="0B6172"/>
                </a:solidFill>
                <a:latin typeface="Malgun Gothic"/>
                <a:ea typeface="Malgun Gothic"/>
                <a:cs typeface="Malgun Gothic"/>
              </a:defRPr>
            </a:lvl8pPr>
            <a:lvl9pPr algn="ctr">
              <a:defRPr sz="2625" b="1">
                <a:solidFill>
                  <a:srgbClr val="0B6172"/>
                </a:solidFill>
                <a:latin typeface="Malgun Gothic"/>
                <a:ea typeface="Malgun Gothic"/>
                <a:cs typeface="Malgun Gothic"/>
              </a:defRPr>
            </a:lvl9pPr>
          </a:lstStyle>
          <a:p xmlns:a="http://schemas.openxmlformats.org/drawingml/2006/main">
            <a:pPr algn="ctr">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1</a:t>
            </a:r>
          </a:p>
        </p:txBody>
      </p:sp>
      <p:sp>
        <p:nvSpPr>
          <p:cNvPr id="15" name="">
            <a:extLst xmlns:a="http://schemas.openxmlformats.org/drawingml/2006/main">
              <a:ext uri="{FF2B5EF4-FFF2-40B4-BE49-F238E27FC236}">
                <a16:creationId xmlns:a16="http://schemas.microsoft.com/office/drawing/2014/main" id="{78FB450A-74BB-4FD8-8066-80FB1035AF41}"/>
              </a:ext>
            </a:extLst>
          </p:cNvPr>
          <p:cNvSpPr>
            <a:spLocks xmlns:a="http://schemas.openxmlformats.org/drawingml/2006/main" noGrp="1"/>
          </p:cNvSpPr>
          <p:nvPr/>
        </p:nvSpPr>
        <p:spPr>
          <a:xfrm xmlns:a="http://schemas.openxmlformats.org/drawingml/2006/main">
            <a:off x="10001250" y="2295525"/>
            <a:ext cx="666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16" name="1">
            <a:extLst xmlns:a="http://schemas.openxmlformats.org/drawingml/2006/main">
              <a:ext uri="{FF2B5EF4-FFF2-40B4-BE49-F238E27FC236}">
                <a16:creationId xmlns:a16="http://schemas.microsoft.com/office/drawing/2014/main" id="{16898B50-6DED-402B-93A6-F8FFE0A5CD56}"/>
              </a:ext>
            </a:extLst>
          </p:cNvPr>
          <p:cNvSpPr>
            <a:spLocks xmlns:a="http://schemas.openxmlformats.org/drawingml/2006/main" noGrp="1"/>
          </p:cNvSpPr>
          <p:nvPr/>
        </p:nvSpPr>
        <p:spPr>
          <a:xfrm xmlns:a="http://schemas.openxmlformats.org/drawingml/2006/main">
            <a:off x="10001250" y="2295525"/>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1">
                <a:solidFill>
                  <a:srgbClr val="0B6172"/>
                </a:solidFill>
                <a:latin typeface="Malgun Gothic"/>
                <a:ea typeface="Malgun Gothic"/>
                <a:cs typeface="Malgun Gothic"/>
              </a:defRPr>
            </a:defPPr>
            <a:lvl1pPr algn="ctr">
              <a:defRPr sz="2625" b="1">
                <a:solidFill>
                  <a:srgbClr val="0B6172"/>
                </a:solidFill>
                <a:latin typeface="Malgun Gothic"/>
                <a:ea typeface="Malgun Gothic"/>
                <a:cs typeface="Malgun Gothic"/>
              </a:defRPr>
            </a:lvl1pPr>
            <a:lvl2pPr algn="ctr">
              <a:defRPr sz="2625" b="1">
                <a:solidFill>
                  <a:srgbClr val="0B6172"/>
                </a:solidFill>
                <a:latin typeface="Malgun Gothic"/>
                <a:ea typeface="Malgun Gothic"/>
                <a:cs typeface="Malgun Gothic"/>
              </a:defRPr>
            </a:lvl2pPr>
            <a:lvl3pPr algn="ctr">
              <a:defRPr sz="2625" b="1">
                <a:solidFill>
                  <a:srgbClr val="0B6172"/>
                </a:solidFill>
                <a:latin typeface="Malgun Gothic"/>
                <a:ea typeface="Malgun Gothic"/>
                <a:cs typeface="Malgun Gothic"/>
              </a:defRPr>
            </a:lvl3pPr>
            <a:lvl4pPr algn="ctr">
              <a:defRPr sz="2625" b="1">
                <a:solidFill>
                  <a:srgbClr val="0B6172"/>
                </a:solidFill>
                <a:latin typeface="Malgun Gothic"/>
                <a:ea typeface="Malgun Gothic"/>
                <a:cs typeface="Malgun Gothic"/>
              </a:defRPr>
            </a:lvl4pPr>
            <a:lvl5pPr algn="ctr">
              <a:defRPr sz="2625" b="1">
                <a:solidFill>
                  <a:srgbClr val="0B6172"/>
                </a:solidFill>
                <a:latin typeface="Malgun Gothic"/>
                <a:ea typeface="Malgun Gothic"/>
                <a:cs typeface="Malgun Gothic"/>
              </a:defRPr>
            </a:lvl5pPr>
            <a:lvl6pPr algn="ctr">
              <a:defRPr sz="2625" b="1">
                <a:solidFill>
                  <a:srgbClr val="0B6172"/>
                </a:solidFill>
                <a:latin typeface="Malgun Gothic"/>
                <a:ea typeface="Malgun Gothic"/>
                <a:cs typeface="Malgun Gothic"/>
              </a:defRPr>
            </a:lvl6pPr>
            <a:lvl7pPr algn="ctr">
              <a:defRPr sz="2625" b="1">
                <a:solidFill>
                  <a:srgbClr val="0B6172"/>
                </a:solidFill>
                <a:latin typeface="Malgun Gothic"/>
                <a:ea typeface="Malgun Gothic"/>
                <a:cs typeface="Malgun Gothic"/>
              </a:defRPr>
            </a:lvl7pPr>
            <a:lvl8pPr algn="ctr">
              <a:defRPr sz="2625" b="1">
                <a:solidFill>
                  <a:srgbClr val="0B6172"/>
                </a:solidFill>
                <a:latin typeface="Malgun Gothic"/>
                <a:ea typeface="Malgun Gothic"/>
                <a:cs typeface="Malgun Gothic"/>
              </a:defRPr>
            </a:lvl8pPr>
            <a:lvl9pPr algn="ctr">
              <a:defRPr sz="2625" b="1">
                <a:solidFill>
                  <a:srgbClr val="0B6172"/>
                </a:solidFill>
                <a:latin typeface="Malgun Gothic"/>
                <a:ea typeface="Malgun Gothic"/>
                <a:cs typeface="Malgun Gothic"/>
              </a:defRPr>
            </a:lvl9pPr>
          </a:lstStyle>
          <a:p xmlns:a="http://schemas.openxmlformats.org/drawingml/2006/main">
            <a:pPr algn="ctr">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1</a:t>
            </a:r>
          </a:p>
        </p:txBody>
      </p:sp>
      <p:sp>
        <p:nvSpPr>
          <p:cNvPr id="17" name="3개">
            <a:extLst xmlns:a="http://schemas.openxmlformats.org/drawingml/2006/main">
              <a:ext uri="{FF2B5EF4-FFF2-40B4-BE49-F238E27FC236}">
                <a16:creationId xmlns:a16="http://schemas.microsoft.com/office/drawing/2014/main" id="{A3615045-C854-4C8D-A53F-750AFE13717D}"/>
              </a:ext>
            </a:extLst>
          </p:cNvPr>
          <p:cNvSpPr>
            <a:spLocks xmlns:a="http://schemas.openxmlformats.org/drawingml/2006/main" noGrp="1"/>
          </p:cNvSpPr>
          <p:nvPr/>
        </p:nvSpPr>
        <p:spPr>
          <a:xfrm xmlns:a="http://schemas.openxmlformats.org/drawingml/2006/main">
            <a:off x="10953750" y="24003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a:solidFill>
                  <a:srgbClr val="4D5A68"/>
                </a:solidFill>
                <a:latin typeface="Malgun Gothic"/>
                <a:ea typeface="Malgun Gothic"/>
                <a:cs typeface="Malgun Gothic"/>
              </a:defRPr>
            </a:defPPr>
            <a:lvl1pPr algn="r">
              <a:defRPr sz="1950" b="1">
                <a:solidFill>
                  <a:srgbClr val="4D5A68"/>
                </a:solidFill>
                <a:latin typeface="Malgun Gothic"/>
                <a:ea typeface="Malgun Gothic"/>
                <a:cs typeface="Malgun Gothic"/>
              </a:defRPr>
            </a:lvl1pPr>
            <a:lvl2pPr algn="r">
              <a:defRPr sz="1950" b="1">
                <a:solidFill>
                  <a:srgbClr val="4D5A68"/>
                </a:solidFill>
                <a:latin typeface="Malgun Gothic"/>
                <a:ea typeface="Malgun Gothic"/>
                <a:cs typeface="Malgun Gothic"/>
              </a:defRPr>
            </a:lvl2pPr>
            <a:lvl3pPr algn="r">
              <a:defRPr sz="1950" b="1">
                <a:solidFill>
                  <a:srgbClr val="4D5A68"/>
                </a:solidFill>
                <a:latin typeface="Malgun Gothic"/>
                <a:ea typeface="Malgun Gothic"/>
                <a:cs typeface="Malgun Gothic"/>
              </a:defRPr>
            </a:lvl3pPr>
            <a:lvl4pPr algn="r">
              <a:defRPr sz="1950" b="1">
                <a:solidFill>
                  <a:srgbClr val="4D5A68"/>
                </a:solidFill>
                <a:latin typeface="Malgun Gothic"/>
                <a:ea typeface="Malgun Gothic"/>
                <a:cs typeface="Malgun Gothic"/>
              </a:defRPr>
            </a:lvl4pPr>
            <a:lvl5pPr algn="r">
              <a:defRPr sz="1950" b="1">
                <a:solidFill>
                  <a:srgbClr val="4D5A68"/>
                </a:solidFill>
                <a:latin typeface="Malgun Gothic"/>
                <a:ea typeface="Malgun Gothic"/>
                <a:cs typeface="Malgun Gothic"/>
              </a:defRPr>
            </a:lvl5pPr>
            <a:lvl6pPr algn="r">
              <a:defRPr sz="1950" b="1">
                <a:solidFill>
                  <a:srgbClr val="4D5A68"/>
                </a:solidFill>
                <a:latin typeface="Malgun Gothic"/>
                <a:ea typeface="Malgun Gothic"/>
                <a:cs typeface="Malgun Gothic"/>
              </a:defRPr>
            </a:lvl6pPr>
            <a:lvl7pPr algn="r">
              <a:defRPr sz="1950" b="1">
                <a:solidFill>
                  <a:srgbClr val="4D5A68"/>
                </a:solidFill>
                <a:latin typeface="Malgun Gothic"/>
                <a:ea typeface="Malgun Gothic"/>
                <a:cs typeface="Malgun Gothic"/>
              </a:defRPr>
            </a:lvl7pPr>
            <a:lvl8pPr algn="r">
              <a:defRPr sz="1950" b="1">
                <a:solidFill>
                  <a:srgbClr val="4D5A68"/>
                </a:solidFill>
                <a:latin typeface="Malgun Gothic"/>
                <a:ea typeface="Malgun Gothic"/>
                <a:cs typeface="Malgun Gothic"/>
              </a:defRPr>
            </a:lvl8pPr>
            <a:lvl9pPr algn="r">
              <a:defRPr sz="1950" b="1">
                <a:solidFill>
                  <a:srgbClr val="4D5A68"/>
                </a:solidFill>
                <a:latin typeface="Malgun Gothic"/>
                <a:ea typeface="Malgun Gothic"/>
                <a:cs typeface="Malgun Gothic"/>
              </a:defRPr>
            </a:lvl9pPr>
          </a:lstStyle>
          <a:p xmlns:a="http://schemas.openxmlformats.org/drawingml/2006/main">
            <a:pPr algn="r">
              <a:defRPr sz="1950" b="1">
                <a:solidFill>
                  <a:srgbClr val="4D5A68"/>
                </a:solidFill>
                <a:latin typeface="Malgun Gothic"/>
                <a:ea typeface="Malgun Gothic"/>
                <a:cs typeface="Malgun Gothic"/>
              </a:defRPr>
            </a:pPr>
            <a:r>
              <a:rPr sz="1950" b="1">
                <a:solidFill>
                  <a:srgbClr val="4D5A68"/>
                </a:solidFill>
                <a:latin typeface="Malgun Gothic"/>
                <a:ea typeface="Malgun Gothic"/>
                <a:cs typeface="Malgun Gothic"/>
              </a:rPr>
              <a:t>3개</a:t>
            </a:r>
          </a:p>
        </p:txBody>
      </p:sp>
      <p:sp>
        <p:nvSpPr>
          <p:cNvPr id="18" name="">
            <a:extLst xmlns:a="http://schemas.openxmlformats.org/drawingml/2006/main">
              <a:ext uri="{FF2B5EF4-FFF2-40B4-BE49-F238E27FC236}">
                <a16:creationId xmlns:a16="http://schemas.microsoft.com/office/drawing/2014/main" id="{DED8DE67-52D4-43F2-B934-C3319873339B}"/>
              </a:ext>
            </a:extLst>
          </p:cNvPr>
          <p:cNvSpPr>
            <a:spLocks xmlns:a="http://schemas.openxmlformats.org/drawingml/2006/main" noGrp="1"/>
          </p:cNvSpPr>
          <p:nvPr/>
        </p:nvSpPr>
        <p:spPr>
          <a:xfrm xmlns:a="http://schemas.openxmlformats.org/drawingml/2006/main">
            <a:off x="609600" y="3171825"/>
            <a:ext cx="6858000" cy="7239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19" name="std::vector&lt;int&gt; b{3, 1};">
            <a:extLst xmlns:a="http://schemas.openxmlformats.org/drawingml/2006/main">
              <a:ext uri="{FF2B5EF4-FFF2-40B4-BE49-F238E27FC236}">
                <a16:creationId xmlns:a16="http://schemas.microsoft.com/office/drawing/2014/main" id="{4DA459B7-F8C3-4888-852A-B086E55298C4}"/>
              </a:ext>
            </a:extLst>
          </p:cNvPr>
          <p:cNvSpPr>
            <a:spLocks xmlns:a="http://schemas.openxmlformats.org/drawingml/2006/main" noGrp="1"/>
          </p:cNvSpPr>
          <p:nvPr/>
        </p:nvSpPr>
        <p:spPr>
          <a:xfrm xmlns:a="http://schemas.openxmlformats.org/drawingml/2006/main">
            <a:off x="838200" y="3324225"/>
            <a:ext cx="640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FFFFFF"/>
                </a:solidFill>
                <a:latin typeface="Consolas"/>
                <a:ea typeface="Consolas"/>
                <a:cs typeface="Consolas"/>
              </a:defRPr>
            </a:defPPr>
            <a:lvl1pPr algn="l">
              <a:defRPr sz="2100" b="0">
                <a:solidFill>
                  <a:srgbClr val="FFFFFF"/>
                </a:solidFill>
                <a:latin typeface="Consolas"/>
                <a:ea typeface="Consolas"/>
                <a:cs typeface="Consolas"/>
              </a:defRPr>
            </a:lvl1pPr>
            <a:lvl2pPr algn="l">
              <a:defRPr sz="2100" b="0">
                <a:solidFill>
                  <a:srgbClr val="FFFFFF"/>
                </a:solidFill>
                <a:latin typeface="Consolas"/>
                <a:ea typeface="Consolas"/>
                <a:cs typeface="Consolas"/>
              </a:defRPr>
            </a:lvl2pPr>
            <a:lvl3pPr algn="l">
              <a:defRPr sz="2100" b="0">
                <a:solidFill>
                  <a:srgbClr val="FFFFFF"/>
                </a:solidFill>
                <a:latin typeface="Consolas"/>
                <a:ea typeface="Consolas"/>
                <a:cs typeface="Consolas"/>
              </a:defRPr>
            </a:lvl3pPr>
            <a:lvl4pPr algn="l">
              <a:defRPr sz="2100" b="0">
                <a:solidFill>
                  <a:srgbClr val="FFFFFF"/>
                </a:solidFill>
                <a:latin typeface="Consolas"/>
                <a:ea typeface="Consolas"/>
                <a:cs typeface="Consolas"/>
              </a:defRPr>
            </a:lvl4pPr>
            <a:lvl5pPr algn="l">
              <a:defRPr sz="2100" b="0">
                <a:solidFill>
                  <a:srgbClr val="FFFFFF"/>
                </a:solidFill>
                <a:latin typeface="Consolas"/>
                <a:ea typeface="Consolas"/>
                <a:cs typeface="Consolas"/>
              </a:defRPr>
            </a:lvl5pPr>
            <a:lvl6pPr algn="l">
              <a:defRPr sz="2100" b="0">
                <a:solidFill>
                  <a:srgbClr val="FFFFFF"/>
                </a:solidFill>
                <a:latin typeface="Consolas"/>
                <a:ea typeface="Consolas"/>
                <a:cs typeface="Consolas"/>
              </a:defRPr>
            </a:lvl6pPr>
            <a:lvl7pPr algn="l">
              <a:defRPr sz="2100" b="0">
                <a:solidFill>
                  <a:srgbClr val="FFFFFF"/>
                </a:solidFill>
                <a:latin typeface="Consolas"/>
                <a:ea typeface="Consolas"/>
                <a:cs typeface="Consolas"/>
              </a:defRPr>
            </a:lvl7pPr>
            <a:lvl8pPr algn="l">
              <a:defRPr sz="2100" b="0">
                <a:solidFill>
                  <a:srgbClr val="FFFFFF"/>
                </a:solidFill>
                <a:latin typeface="Consolas"/>
                <a:ea typeface="Consolas"/>
                <a:cs typeface="Consolas"/>
              </a:defRPr>
            </a:lvl8pPr>
            <a:lvl9pPr algn="l">
              <a:defRPr sz="2100" b="0">
                <a:solidFill>
                  <a:srgbClr val="FFFFFF"/>
                </a:solidFill>
                <a:latin typeface="Consolas"/>
                <a:ea typeface="Consolas"/>
                <a:cs typeface="Consolas"/>
              </a:defRPr>
            </a:lvl9pPr>
          </a:lstStyle>
          <a:p xmlns:a="http://schemas.openxmlformats.org/drawingml/2006/main">
            <a:pPr algn="l">
              <a:defRPr sz="2100" b="0">
                <a:solidFill>
                  <a:srgbClr val="FFFFFF"/>
                </a:solidFill>
                <a:latin typeface="Consolas"/>
                <a:ea typeface="Consolas"/>
                <a:cs typeface="Consolas"/>
              </a:defRPr>
            </a:pPr>
            <a:r>
              <a:rPr sz="2100" b="0">
                <a:solidFill>
                  <a:srgbClr val="FFFFFF"/>
                </a:solidFill>
                <a:latin typeface="Consolas"/>
                <a:ea typeface="Consolas"/>
                <a:cs typeface="Consolas"/>
              </a:rPr>
              <a:t>std::vector&lt;int&gt; b{3, 1};</a:t>
            </a:r>
          </a:p>
        </p:txBody>
      </p:sp>
      <p:sp>
        <p:nvSpPr>
          <p:cNvPr id="20" name="">
            <a:extLst xmlns:a="http://schemas.openxmlformats.org/drawingml/2006/main">
              <a:ext uri="{FF2B5EF4-FFF2-40B4-BE49-F238E27FC236}">
                <a16:creationId xmlns:a16="http://schemas.microsoft.com/office/drawing/2014/main" id="{C251E24A-BD12-4A29-8B87-81B330FDB115}"/>
              </a:ext>
            </a:extLst>
          </p:cNvPr>
          <p:cNvSpPr>
            <a:spLocks xmlns:a="http://schemas.openxmlformats.org/drawingml/2006/main" noGrp="1"/>
          </p:cNvSpPr>
          <p:nvPr/>
        </p:nvSpPr>
        <p:spPr>
          <a:xfrm xmlns:a="http://schemas.openxmlformats.org/drawingml/2006/main">
            <a:off x="7677150" y="3409950"/>
            <a:ext cx="400050" cy="2381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5109475-22A4-4D29-AE00-63D81443341A}"/>
              </a:ext>
            </a:extLst>
          </p:cNvPr>
          <p:cNvSpPr>
            <a:spLocks xmlns:a="http://schemas.openxmlformats.org/drawingml/2006/main" noGrp="1"/>
          </p:cNvSpPr>
          <p:nvPr/>
        </p:nvSpPr>
        <p:spPr>
          <a:xfrm xmlns:a="http://schemas.openxmlformats.org/drawingml/2006/main">
            <a:off x="8401050" y="3219450"/>
            <a:ext cx="666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22" name="3">
            <a:extLst xmlns:a="http://schemas.openxmlformats.org/drawingml/2006/main">
              <a:ext uri="{FF2B5EF4-FFF2-40B4-BE49-F238E27FC236}">
                <a16:creationId xmlns:a16="http://schemas.microsoft.com/office/drawing/2014/main" id="{5B4A8267-F50B-434E-AEDD-87DE58FBF8C2}"/>
              </a:ext>
            </a:extLst>
          </p:cNvPr>
          <p:cNvSpPr>
            <a:spLocks xmlns:a="http://schemas.openxmlformats.org/drawingml/2006/main" noGrp="1"/>
          </p:cNvSpPr>
          <p:nvPr/>
        </p:nvSpPr>
        <p:spPr>
          <a:xfrm xmlns:a="http://schemas.openxmlformats.org/drawingml/2006/main">
            <a:off x="8401050" y="3219450"/>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1">
                <a:solidFill>
                  <a:srgbClr val="0B6172"/>
                </a:solidFill>
                <a:latin typeface="Malgun Gothic"/>
                <a:ea typeface="Malgun Gothic"/>
                <a:cs typeface="Malgun Gothic"/>
              </a:defRPr>
            </a:defPPr>
            <a:lvl1pPr algn="ctr">
              <a:defRPr sz="2625" b="1">
                <a:solidFill>
                  <a:srgbClr val="0B6172"/>
                </a:solidFill>
                <a:latin typeface="Malgun Gothic"/>
                <a:ea typeface="Malgun Gothic"/>
                <a:cs typeface="Malgun Gothic"/>
              </a:defRPr>
            </a:lvl1pPr>
            <a:lvl2pPr algn="ctr">
              <a:defRPr sz="2625" b="1">
                <a:solidFill>
                  <a:srgbClr val="0B6172"/>
                </a:solidFill>
                <a:latin typeface="Malgun Gothic"/>
                <a:ea typeface="Malgun Gothic"/>
                <a:cs typeface="Malgun Gothic"/>
              </a:defRPr>
            </a:lvl2pPr>
            <a:lvl3pPr algn="ctr">
              <a:defRPr sz="2625" b="1">
                <a:solidFill>
                  <a:srgbClr val="0B6172"/>
                </a:solidFill>
                <a:latin typeface="Malgun Gothic"/>
                <a:ea typeface="Malgun Gothic"/>
                <a:cs typeface="Malgun Gothic"/>
              </a:defRPr>
            </a:lvl3pPr>
            <a:lvl4pPr algn="ctr">
              <a:defRPr sz="2625" b="1">
                <a:solidFill>
                  <a:srgbClr val="0B6172"/>
                </a:solidFill>
                <a:latin typeface="Malgun Gothic"/>
                <a:ea typeface="Malgun Gothic"/>
                <a:cs typeface="Malgun Gothic"/>
              </a:defRPr>
            </a:lvl4pPr>
            <a:lvl5pPr algn="ctr">
              <a:defRPr sz="2625" b="1">
                <a:solidFill>
                  <a:srgbClr val="0B6172"/>
                </a:solidFill>
                <a:latin typeface="Malgun Gothic"/>
                <a:ea typeface="Malgun Gothic"/>
                <a:cs typeface="Malgun Gothic"/>
              </a:defRPr>
            </a:lvl5pPr>
            <a:lvl6pPr algn="ctr">
              <a:defRPr sz="2625" b="1">
                <a:solidFill>
                  <a:srgbClr val="0B6172"/>
                </a:solidFill>
                <a:latin typeface="Malgun Gothic"/>
                <a:ea typeface="Malgun Gothic"/>
                <a:cs typeface="Malgun Gothic"/>
              </a:defRPr>
            </a:lvl6pPr>
            <a:lvl7pPr algn="ctr">
              <a:defRPr sz="2625" b="1">
                <a:solidFill>
                  <a:srgbClr val="0B6172"/>
                </a:solidFill>
                <a:latin typeface="Malgun Gothic"/>
                <a:ea typeface="Malgun Gothic"/>
                <a:cs typeface="Malgun Gothic"/>
              </a:defRPr>
            </a:lvl7pPr>
            <a:lvl8pPr algn="ctr">
              <a:defRPr sz="2625" b="1">
                <a:solidFill>
                  <a:srgbClr val="0B6172"/>
                </a:solidFill>
                <a:latin typeface="Malgun Gothic"/>
                <a:ea typeface="Malgun Gothic"/>
                <a:cs typeface="Malgun Gothic"/>
              </a:defRPr>
            </a:lvl8pPr>
            <a:lvl9pPr algn="ctr">
              <a:defRPr sz="2625" b="1">
                <a:solidFill>
                  <a:srgbClr val="0B6172"/>
                </a:solidFill>
                <a:latin typeface="Malgun Gothic"/>
                <a:ea typeface="Malgun Gothic"/>
                <a:cs typeface="Malgun Gothic"/>
              </a:defRPr>
            </a:lvl9pPr>
          </a:lstStyle>
          <a:p xmlns:a="http://schemas.openxmlformats.org/drawingml/2006/main">
            <a:pPr algn="ctr">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3</a:t>
            </a:r>
          </a:p>
        </p:txBody>
      </p:sp>
      <p:sp>
        <p:nvSpPr>
          <p:cNvPr id="23" name="">
            <a:extLst xmlns:a="http://schemas.openxmlformats.org/drawingml/2006/main">
              <a:ext uri="{FF2B5EF4-FFF2-40B4-BE49-F238E27FC236}">
                <a16:creationId xmlns:a16="http://schemas.microsoft.com/office/drawing/2014/main" id="{C46858C7-3DC1-4859-A7E0-B8DA8366A938}"/>
              </a:ext>
            </a:extLst>
          </p:cNvPr>
          <p:cNvSpPr>
            <a:spLocks xmlns:a="http://schemas.openxmlformats.org/drawingml/2006/main" noGrp="1"/>
          </p:cNvSpPr>
          <p:nvPr/>
        </p:nvSpPr>
        <p:spPr>
          <a:xfrm xmlns:a="http://schemas.openxmlformats.org/drawingml/2006/main">
            <a:off x="9201150" y="3219450"/>
            <a:ext cx="666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24" name="1">
            <a:extLst xmlns:a="http://schemas.openxmlformats.org/drawingml/2006/main">
              <a:ext uri="{FF2B5EF4-FFF2-40B4-BE49-F238E27FC236}">
                <a16:creationId xmlns:a16="http://schemas.microsoft.com/office/drawing/2014/main" id="{1E516091-850E-4FA8-AF38-F61141C5701E}"/>
              </a:ext>
            </a:extLst>
          </p:cNvPr>
          <p:cNvSpPr>
            <a:spLocks xmlns:a="http://schemas.openxmlformats.org/drawingml/2006/main" noGrp="1"/>
          </p:cNvSpPr>
          <p:nvPr/>
        </p:nvSpPr>
        <p:spPr>
          <a:xfrm xmlns:a="http://schemas.openxmlformats.org/drawingml/2006/main">
            <a:off x="9201150" y="3219450"/>
            <a:ext cx="66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1">
                <a:solidFill>
                  <a:srgbClr val="0B6172"/>
                </a:solidFill>
                <a:latin typeface="Malgun Gothic"/>
                <a:ea typeface="Malgun Gothic"/>
                <a:cs typeface="Malgun Gothic"/>
              </a:defRPr>
            </a:defPPr>
            <a:lvl1pPr algn="ctr">
              <a:defRPr sz="2625" b="1">
                <a:solidFill>
                  <a:srgbClr val="0B6172"/>
                </a:solidFill>
                <a:latin typeface="Malgun Gothic"/>
                <a:ea typeface="Malgun Gothic"/>
                <a:cs typeface="Malgun Gothic"/>
              </a:defRPr>
            </a:lvl1pPr>
            <a:lvl2pPr algn="ctr">
              <a:defRPr sz="2625" b="1">
                <a:solidFill>
                  <a:srgbClr val="0B6172"/>
                </a:solidFill>
                <a:latin typeface="Malgun Gothic"/>
                <a:ea typeface="Malgun Gothic"/>
                <a:cs typeface="Malgun Gothic"/>
              </a:defRPr>
            </a:lvl2pPr>
            <a:lvl3pPr algn="ctr">
              <a:defRPr sz="2625" b="1">
                <a:solidFill>
                  <a:srgbClr val="0B6172"/>
                </a:solidFill>
                <a:latin typeface="Malgun Gothic"/>
                <a:ea typeface="Malgun Gothic"/>
                <a:cs typeface="Malgun Gothic"/>
              </a:defRPr>
            </a:lvl3pPr>
            <a:lvl4pPr algn="ctr">
              <a:defRPr sz="2625" b="1">
                <a:solidFill>
                  <a:srgbClr val="0B6172"/>
                </a:solidFill>
                <a:latin typeface="Malgun Gothic"/>
                <a:ea typeface="Malgun Gothic"/>
                <a:cs typeface="Malgun Gothic"/>
              </a:defRPr>
            </a:lvl4pPr>
            <a:lvl5pPr algn="ctr">
              <a:defRPr sz="2625" b="1">
                <a:solidFill>
                  <a:srgbClr val="0B6172"/>
                </a:solidFill>
                <a:latin typeface="Malgun Gothic"/>
                <a:ea typeface="Malgun Gothic"/>
                <a:cs typeface="Malgun Gothic"/>
              </a:defRPr>
            </a:lvl5pPr>
            <a:lvl6pPr algn="ctr">
              <a:defRPr sz="2625" b="1">
                <a:solidFill>
                  <a:srgbClr val="0B6172"/>
                </a:solidFill>
                <a:latin typeface="Malgun Gothic"/>
                <a:ea typeface="Malgun Gothic"/>
                <a:cs typeface="Malgun Gothic"/>
              </a:defRPr>
            </a:lvl6pPr>
            <a:lvl7pPr algn="ctr">
              <a:defRPr sz="2625" b="1">
                <a:solidFill>
                  <a:srgbClr val="0B6172"/>
                </a:solidFill>
                <a:latin typeface="Malgun Gothic"/>
                <a:ea typeface="Malgun Gothic"/>
                <a:cs typeface="Malgun Gothic"/>
              </a:defRPr>
            </a:lvl7pPr>
            <a:lvl8pPr algn="ctr">
              <a:defRPr sz="2625" b="1">
                <a:solidFill>
                  <a:srgbClr val="0B6172"/>
                </a:solidFill>
                <a:latin typeface="Malgun Gothic"/>
                <a:ea typeface="Malgun Gothic"/>
                <a:cs typeface="Malgun Gothic"/>
              </a:defRPr>
            </a:lvl8pPr>
            <a:lvl9pPr algn="ctr">
              <a:defRPr sz="2625" b="1">
                <a:solidFill>
                  <a:srgbClr val="0B6172"/>
                </a:solidFill>
                <a:latin typeface="Malgun Gothic"/>
                <a:ea typeface="Malgun Gothic"/>
                <a:cs typeface="Malgun Gothic"/>
              </a:defRPr>
            </a:lvl9pPr>
          </a:lstStyle>
          <a:p xmlns:a="http://schemas.openxmlformats.org/drawingml/2006/main">
            <a:pPr algn="ctr">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1</a:t>
            </a:r>
          </a:p>
        </p:txBody>
      </p:sp>
      <p:sp>
        <p:nvSpPr>
          <p:cNvPr id="25" name="2개">
            <a:extLst xmlns:a="http://schemas.openxmlformats.org/drawingml/2006/main">
              <a:ext uri="{FF2B5EF4-FFF2-40B4-BE49-F238E27FC236}">
                <a16:creationId xmlns:a16="http://schemas.microsoft.com/office/drawing/2014/main" id="{59CFC27F-1DE0-4EF6-9E54-A5FEB74F25EB}"/>
              </a:ext>
            </a:extLst>
          </p:cNvPr>
          <p:cNvSpPr>
            <a:spLocks xmlns:a="http://schemas.openxmlformats.org/drawingml/2006/main" noGrp="1"/>
          </p:cNvSpPr>
          <p:nvPr/>
        </p:nvSpPr>
        <p:spPr>
          <a:xfrm xmlns:a="http://schemas.openxmlformats.org/drawingml/2006/main">
            <a:off x="10953750" y="3324225"/>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a:solidFill>
                  <a:srgbClr val="4D5A68"/>
                </a:solidFill>
                <a:latin typeface="Malgun Gothic"/>
                <a:ea typeface="Malgun Gothic"/>
                <a:cs typeface="Malgun Gothic"/>
              </a:defRPr>
            </a:defPPr>
            <a:lvl1pPr algn="r">
              <a:defRPr sz="1950" b="1">
                <a:solidFill>
                  <a:srgbClr val="4D5A68"/>
                </a:solidFill>
                <a:latin typeface="Malgun Gothic"/>
                <a:ea typeface="Malgun Gothic"/>
                <a:cs typeface="Malgun Gothic"/>
              </a:defRPr>
            </a:lvl1pPr>
            <a:lvl2pPr algn="r">
              <a:defRPr sz="1950" b="1">
                <a:solidFill>
                  <a:srgbClr val="4D5A68"/>
                </a:solidFill>
                <a:latin typeface="Malgun Gothic"/>
                <a:ea typeface="Malgun Gothic"/>
                <a:cs typeface="Malgun Gothic"/>
              </a:defRPr>
            </a:lvl2pPr>
            <a:lvl3pPr algn="r">
              <a:defRPr sz="1950" b="1">
                <a:solidFill>
                  <a:srgbClr val="4D5A68"/>
                </a:solidFill>
                <a:latin typeface="Malgun Gothic"/>
                <a:ea typeface="Malgun Gothic"/>
                <a:cs typeface="Malgun Gothic"/>
              </a:defRPr>
            </a:lvl3pPr>
            <a:lvl4pPr algn="r">
              <a:defRPr sz="1950" b="1">
                <a:solidFill>
                  <a:srgbClr val="4D5A68"/>
                </a:solidFill>
                <a:latin typeface="Malgun Gothic"/>
                <a:ea typeface="Malgun Gothic"/>
                <a:cs typeface="Malgun Gothic"/>
              </a:defRPr>
            </a:lvl4pPr>
            <a:lvl5pPr algn="r">
              <a:defRPr sz="1950" b="1">
                <a:solidFill>
                  <a:srgbClr val="4D5A68"/>
                </a:solidFill>
                <a:latin typeface="Malgun Gothic"/>
                <a:ea typeface="Malgun Gothic"/>
                <a:cs typeface="Malgun Gothic"/>
              </a:defRPr>
            </a:lvl5pPr>
            <a:lvl6pPr algn="r">
              <a:defRPr sz="1950" b="1">
                <a:solidFill>
                  <a:srgbClr val="4D5A68"/>
                </a:solidFill>
                <a:latin typeface="Malgun Gothic"/>
                <a:ea typeface="Malgun Gothic"/>
                <a:cs typeface="Malgun Gothic"/>
              </a:defRPr>
            </a:lvl6pPr>
            <a:lvl7pPr algn="r">
              <a:defRPr sz="1950" b="1">
                <a:solidFill>
                  <a:srgbClr val="4D5A68"/>
                </a:solidFill>
                <a:latin typeface="Malgun Gothic"/>
                <a:ea typeface="Malgun Gothic"/>
                <a:cs typeface="Malgun Gothic"/>
              </a:defRPr>
            </a:lvl7pPr>
            <a:lvl8pPr algn="r">
              <a:defRPr sz="1950" b="1">
                <a:solidFill>
                  <a:srgbClr val="4D5A68"/>
                </a:solidFill>
                <a:latin typeface="Malgun Gothic"/>
                <a:ea typeface="Malgun Gothic"/>
                <a:cs typeface="Malgun Gothic"/>
              </a:defRPr>
            </a:lvl8pPr>
            <a:lvl9pPr algn="r">
              <a:defRPr sz="1950" b="1">
                <a:solidFill>
                  <a:srgbClr val="4D5A68"/>
                </a:solidFill>
                <a:latin typeface="Malgun Gothic"/>
                <a:ea typeface="Malgun Gothic"/>
                <a:cs typeface="Malgun Gothic"/>
              </a:defRPr>
            </a:lvl9pPr>
          </a:lstStyle>
          <a:p xmlns:a="http://schemas.openxmlformats.org/drawingml/2006/main">
            <a:pPr algn="r">
              <a:defRPr sz="1950" b="1">
                <a:solidFill>
                  <a:srgbClr val="4D5A68"/>
                </a:solidFill>
                <a:latin typeface="Malgun Gothic"/>
                <a:ea typeface="Malgun Gothic"/>
                <a:cs typeface="Malgun Gothic"/>
              </a:defRPr>
            </a:pPr>
            <a:r>
              <a:rPr sz="1950" b="1">
                <a:solidFill>
                  <a:srgbClr val="4D5A68"/>
                </a:solidFill>
                <a:latin typeface="Malgun Gothic"/>
                <a:ea typeface="Malgun Gothic"/>
                <a:cs typeface="Malgun Gothic"/>
              </a:rPr>
              <a:t>2개</a:t>
            </a:r>
          </a:p>
        </p:txBody>
      </p:sp>
      <p:sp>
        <p:nvSpPr>
          <p:cNvPr id="26" name="">
            <a:extLst xmlns:a="http://schemas.openxmlformats.org/drawingml/2006/main">
              <a:ext uri="{FF2B5EF4-FFF2-40B4-BE49-F238E27FC236}">
                <a16:creationId xmlns:a16="http://schemas.microsoft.com/office/drawing/2014/main" id="{6B009351-8FF9-4E00-A9B9-FB2D2E85458D}"/>
              </a:ext>
            </a:extLst>
          </p:cNvPr>
          <p:cNvSpPr>
            <a:spLocks xmlns:a="http://schemas.openxmlformats.org/drawingml/2006/main" noGrp="1"/>
          </p:cNvSpPr>
          <p:nvPr/>
        </p:nvSpPr>
        <p:spPr>
          <a:xfrm xmlns:a="http://schemas.openxmlformats.org/drawingml/2006/main">
            <a:off x="609600" y="4352925"/>
            <a:ext cx="3009900" cy="102870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27" name="IDE">
            <a:extLst xmlns:a="http://schemas.openxmlformats.org/drawingml/2006/main">
              <a:ext uri="{FF2B5EF4-FFF2-40B4-BE49-F238E27FC236}">
                <a16:creationId xmlns:a16="http://schemas.microsoft.com/office/drawing/2014/main" id="{9C78CE43-5919-463C-8E46-09F185EF6367}"/>
              </a:ext>
            </a:extLst>
          </p:cNvPr>
          <p:cNvSpPr>
            <a:spLocks xmlns:a="http://schemas.openxmlformats.org/drawingml/2006/main" noGrp="1"/>
          </p:cNvSpPr>
          <p:nvPr/>
        </p:nvSpPr>
        <p:spPr>
          <a:xfrm xmlns:a="http://schemas.openxmlformats.org/drawingml/2006/main">
            <a:off x="762000" y="4467225"/>
            <a:ext cx="2705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IDE</a:t>
            </a:r>
          </a:p>
        </p:txBody>
      </p:sp>
      <p:sp>
        <p:nvSpPr>
          <p:cNvPr id="28" name="코드 선택·복사">
            <a:extLst xmlns:a="http://schemas.openxmlformats.org/drawingml/2006/main">
              <a:ext uri="{FF2B5EF4-FFF2-40B4-BE49-F238E27FC236}">
                <a16:creationId xmlns:a16="http://schemas.microsoft.com/office/drawing/2014/main" id="{03A4D744-EE31-46FC-AD36-EDE1A908FCDD}"/>
              </a:ext>
            </a:extLst>
          </p:cNvPr>
          <p:cNvSpPr>
            <a:spLocks xmlns:a="http://schemas.openxmlformats.org/drawingml/2006/main" noGrp="1"/>
          </p:cNvSpPr>
          <p:nvPr/>
        </p:nvSpPr>
        <p:spPr>
          <a:xfrm xmlns:a="http://schemas.openxmlformats.org/drawingml/2006/main">
            <a:off x="762000" y="4819650"/>
            <a:ext cx="27051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17212B"/>
                </a:solidFill>
                <a:latin typeface="Malgun Gothic"/>
                <a:ea typeface="Malgun Gothic"/>
                <a:cs typeface="Malgun Gothic"/>
              </a:defRPr>
            </a:defPPr>
            <a:lvl1pPr algn="ctr">
              <a:defRPr sz="2100" b="1">
                <a:solidFill>
                  <a:srgbClr val="17212B"/>
                </a:solidFill>
                <a:latin typeface="Malgun Gothic"/>
                <a:ea typeface="Malgun Gothic"/>
                <a:cs typeface="Malgun Gothic"/>
              </a:defRPr>
            </a:lvl1pPr>
            <a:lvl2pPr algn="ctr">
              <a:defRPr sz="2100" b="1">
                <a:solidFill>
                  <a:srgbClr val="17212B"/>
                </a:solidFill>
                <a:latin typeface="Malgun Gothic"/>
                <a:ea typeface="Malgun Gothic"/>
                <a:cs typeface="Malgun Gothic"/>
              </a:defRPr>
            </a:lvl2pPr>
            <a:lvl3pPr algn="ctr">
              <a:defRPr sz="2100" b="1">
                <a:solidFill>
                  <a:srgbClr val="17212B"/>
                </a:solidFill>
                <a:latin typeface="Malgun Gothic"/>
                <a:ea typeface="Malgun Gothic"/>
                <a:cs typeface="Malgun Gothic"/>
              </a:defRPr>
            </a:lvl3pPr>
            <a:lvl4pPr algn="ctr">
              <a:defRPr sz="2100" b="1">
                <a:solidFill>
                  <a:srgbClr val="17212B"/>
                </a:solidFill>
                <a:latin typeface="Malgun Gothic"/>
                <a:ea typeface="Malgun Gothic"/>
                <a:cs typeface="Malgun Gothic"/>
              </a:defRPr>
            </a:lvl4pPr>
            <a:lvl5pPr algn="ctr">
              <a:defRPr sz="2100" b="1">
                <a:solidFill>
                  <a:srgbClr val="17212B"/>
                </a:solidFill>
                <a:latin typeface="Malgun Gothic"/>
                <a:ea typeface="Malgun Gothic"/>
                <a:cs typeface="Malgun Gothic"/>
              </a:defRPr>
            </a:lvl5pPr>
            <a:lvl6pPr algn="ctr">
              <a:defRPr sz="2100" b="1">
                <a:solidFill>
                  <a:srgbClr val="17212B"/>
                </a:solidFill>
                <a:latin typeface="Malgun Gothic"/>
                <a:ea typeface="Malgun Gothic"/>
                <a:cs typeface="Malgun Gothic"/>
              </a:defRPr>
            </a:lvl6pPr>
            <a:lvl7pPr algn="ctr">
              <a:defRPr sz="2100" b="1">
                <a:solidFill>
                  <a:srgbClr val="17212B"/>
                </a:solidFill>
                <a:latin typeface="Malgun Gothic"/>
                <a:ea typeface="Malgun Gothic"/>
                <a:cs typeface="Malgun Gothic"/>
              </a:defRPr>
            </a:lvl7pPr>
            <a:lvl8pPr algn="ctr">
              <a:defRPr sz="2100" b="1">
                <a:solidFill>
                  <a:srgbClr val="17212B"/>
                </a:solidFill>
                <a:latin typeface="Malgun Gothic"/>
                <a:ea typeface="Malgun Gothic"/>
                <a:cs typeface="Malgun Gothic"/>
              </a:defRPr>
            </a:lvl8pPr>
            <a:lvl9pPr algn="ctr">
              <a:defRPr sz="2100" b="1">
                <a:solidFill>
                  <a:srgbClr val="17212B"/>
                </a:solidFill>
                <a:latin typeface="Malgun Gothic"/>
                <a:ea typeface="Malgun Gothic"/>
                <a:cs typeface="Malgun Gothic"/>
              </a:defRPr>
            </a:lvl9pPr>
          </a:lstStyle>
          <a:p xmlns:a="http://schemas.openxmlformats.org/drawingml/2006/main">
            <a:pPr algn="ctr">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코드 선택·복사</a:t>
            </a:r>
          </a:p>
        </p:txBody>
      </p:sp>
      <p:sp>
        <p:nvSpPr>
          <p:cNvPr id="29" name="">
            <a:extLst xmlns:a="http://schemas.openxmlformats.org/drawingml/2006/main">
              <a:ext uri="{FF2B5EF4-FFF2-40B4-BE49-F238E27FC236}">
                <a16:creationId xmlns:a16="http://schemas.microsoft.com/office/drawing/2014/main" id="{A4FAB5F7-EF49-4F1F-ADB3-C0A8BDFA7EFA}"/>
              </a:ext>
            </a:extLst>
          </p:cNvPr>
          <p:cNvSpPr>
            <a:spLocks xmlns:a="http://schemas.openxmlformats.org/drawingml/2006/main" noGrp="1"/>
          </p:cNvSpPr>
          <p:nvPr/>
        </p:nvSpPr>
        <p:spPr>
          <a:xfrm xmlns:a="http://schemas.openxmlformats.org/drawingml/2006/main">
            <a:off x="4591050" y="4352925"/>
            <a:ext cx="3009900" cy="1028700"/>
          </a:xfrm>
          <a:prstGeom xmlns:a="http://schemas.openxmlformats.org/drawingml/2006/main" prst="rect">
            <a:avLst/>
          </a:prstGeom>
          <a:solidFill xmlns:a="http://schemas.openxmlformats.org/drawingml/2006/main">
            <a:srgbClr val="E0EFF0"/>
          </a:solidFill>
          <a:ln xmlns:a="http://schemas.openxmlformats.org/drawingml/2006/main" w="19050">
            <a:solidFill>
              <a:srgbClr val="0B6172"/>
            </a:solidFill>
            <a:prstDash val="solid"/>
          </a:ln>
        </p:spPr>
      </p:sp>
      <p:sp>
        <p:nvSpPr>
          <p:cNvPr id="30" name="Chatbot">
            <a:extLst xmlns:a="http://schemas.openxmlformats.org/drawingml/2006/main">
              <a:ext uri="{FF2B5EF4-FFF2-40B4-BE49-F238E27FC236}">
                <a16:creationId xmlns:a16="http://schemas.microsoft.com/office/drawing/2014/main" id="{A4EE0C13-3F3C-45F0-B676-0BA53A66C978}"/>
              </a:ext>
            </a:extLst>
          </p:cNvPr>
          <p:cNvSpPr>
            <a:spLocks xmlns:a="http://schemas.openxmlformats.org/drawingml/2006/main" noGrp="1"/>
          </p:cNvSpPr>
          <p:nvPr/>
        </p:nvSpPr>
        <p:spPr>
          <a:xfrm xmlns:a="http://schemas.openxmlformats.org/drawingml/2006/main">
            <a:off x="4743450" y="4467225"/>
            <a:ext cx="2705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Chatbot</a:t>
            </a:r>
          </a:p>
        </p:txBody>
      </p:sp>
      <p:sp>
        <p:nvSpPr>
          <p:cNvPr id="31" name="붙여넣고 질문">
            <a:extLst xmlns:a="http://schemas.openxmlformats.org/drawingml/2006/main">
              <a:ext uri="{FF2B5EF4-FFF2-40B4-BE49-F238E27FC236}">
                <a16:creationId xmlns:a16="http://schemas.microsoft.com/office/drawing/2014/main" id="{3786B2CE-D486-472E-8DF7-38DAA90D5DAA}"/>
              </a:ext>
            </a:extLst>
          </p:cNvPr>
          <p:cNvSpPr>
            <a:spLocks xmlns:a="http://schemas.openxmlformats.org/drawingml/2006/main" noGrp="1"/>
          </p:cNvSpPr>
          <p:nvPr/>
        </p:nvSpPr>
        <p:spPr>
          <a:xfrm xmlns:a="http://schemas.openxmlformats.org/drawingml/2006/main">
            <a:off x="4743450" y="4819650"/>
            <a:ext cx="27051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17212B"/>
                </a:solidFill>
                <a:latin typeface="Malgun Gothic"/>
                <a:ea typeface="Malgun Gothic"/>
                <a:cs typeface="Malgun Gothic"/>
              </a:defRPr>
            </a:defPPr>
            <a:lvl1pPr algn="ctr">
              <a:defRPr sz="2100" b="1">
                <a:solidFill>
                  <a:srgbClr val="17212B"/>
                </a:solidFill>
                <a:latin typeface="Malgun Gothic"/>
                <a:ea typeface="Malgun Gothic"/>
                <a:cs typeface="Malgun Gothic"/>
              </a:defRPr>
            </a:lvl1pPr>
            <a:lvl2pPr algn="ctr">
              <a:defRPr sz="2100" b="1">
                <a:solidFill>
                  <a:srgbClr val="17212B"/>
                </a:solidFill>
                <a:latin typeface="Malgun Gothic"/>
                <a:ea typeface="Malgun Gothic"/>
                <a:cs typeface="Malgun Gothic"/>
              </a:defRPr>
            </a:lvl2pPr>
            <a:lvl3pPr algn="ctr">
              <a:defRPr sz="2100" b="1">
                <a:solidFill>
                  <a:srgbClr val="17212B"/>
                </a:solidFill>
                <a:latin typeface="Malgun Gothic"/>
                <a:ea typeface="Malgun Gothic"/>
                <a:cs typeface="Malgun Gothic"/>
              </a:defRPr>
            </a:lvl3pPr>
            <a:lvl4pPr algn="ctr">
              <a:defRPr sz="2100" b="1">
                <a:solidFill>
                  <a:srgbClr val="17212B"/>
                </a:solidFill>
                <a:latin typeface="Malgun Gothic"/>
                <a:ea typeface="Malgun Gothic"/>
                <a:cs typeface="Malgun Gothic"/>
              </a:defRPr>
            </a:lvl4pPr>
            <a:lvl5pPr algn="ctr">
              <a:defRPr sz="2100" b="1">
                <a:solidFill>
                  <a:srgbClr val="17212B"/>
                </a:solidFill>
                <a:latin typeface="Malgun Gothic"/>
                <a:ea typeface="Malgun Gothic"/>
                <a:cs typeface="Malgun Gothic"/>
              </a:defRPr>
            </a:lvl5pPr>
            <a:lvl6pPr algn="ctr">
              <a:defRPr sz="2100" b="1">
                <a:solidFill>
                  <a:srgbClr val="17212B"/>
                </a:solidFill>
                <a:latin typeface="Malgun Gothic"/>
                <a:ea typeface="Malgun Gothic"/>
                <a:cs typeface="Malgun Gothic"/>
              </a:defRPr>
            </a:lvl6pPr>
            <a:lvl7pPr algn="ctr">
              <a:defRPr sz="2100" b="1">
                <a:solidFill>
                  <a:srgbClr val="17212B"/>
                </a:solidFill>
                <a:latin typeface="Malgun Gothic"/>
                <a:ea typeface="Malgun Gothic"/>
                <a:cs typeface="Malgun Gothic"/>
              </a:defRPr>
            </a:lvl7pPr>
            <a:lvl8pPr algn="ctr">
              <a:defRPr sz="2100" b="1">
                <a:solidFill>
                  <a:srgbClr val="17212B"/>
                </a:solidFill>
                <a:latin typeface="Malgun Gothic"/>
                <a:ea typeface="Malgun Gothic"/>
                <a:cs typeface="Malgun Gothic"/>
              </a:defRPr>
            </a:lvl8pPr>
            <a:lvl9pPr algn="ctr">
              <a:defRPr sz="2100" b="1">
                <a:solidFill>
                  <a:srgbClr val="17212B"/>
                </a:solidFill>
                <a:latin typeface="Malgun Gothic"/>
                <a:ea typeface="Malgun Gothic"/>
                <a:cs typeface="Malgun Gothic"/>
              </a:defRPr>
            </a:lvl9pPr>
          </a:lstStyle>
          <a:p xmlns:a="http://schemas.openxmlformats.org/drawingml/2006/main">
            <a:pPr algn="ctr">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붙여넣고 질문</a:t>
            </a:r>
          </a:p>
        </p:txBody>
      </p:sp>
      <p:sp>
        <p:nvSpPr>
          <p:cNvPr id="32" name="">
            <a:extLst xmlns:a="http://schemas.openxmlformats.org/drawingml/2006/main">
              <a:ext uri="{FF2B5EF4-FFF2-40B4-BE49-F238E27FC236}">
                <a16:creationId xmlns:a16="http://schemas.microsoft.com/office/drawing/2014/main" id="{AEB91E14-4881-4EB8-A60B-3998CE447B52}"/>
              </a:ext>
            </a:extLst>
          </p:cNvPr>
          <p:cNvSpPr>
            <a:spLocks xmlns:a="http://schemas.openxmlformats.org/drawingml/2006/main" noGrp="1"/>
          </p:cNvSpPr>
          <p:nvPr/>
        </p:nvSpPr>
        <p:spPr>
          <a:xfrm xmlns:a="http://schemas.openxmlformats.org/drawingml/2006/main">
            <a:off x="8572500" y="4352925"/>
            <a:ext cx="3009900" cy="102870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33" name="IDE">
            <a:extLst xmlns:a="http://schemas.openxmlformats.org/drawingml/2006/main">
              <a:ext uri="{FF2B5EF4-FFF2-40B4-BE49-F238E27FC236}">
                <a16:creationId xmlns:a16="http://schemas.microsoft.com/office/drawing/2014/main" id="{73417892-2F34-4364-98D3-BAA039650325}"/>
              </a:ext>
            </a:extLst>
          </p:cNvPr>
          <p:cNvSpPr>
            <a:spLocks xmlns:a="http://schemas.openxmlformats.org/drawingml/2006/main" noGrp="1"/>
          </p:cNvSpPr>
          <p:nvPr/>
        </p:nvSpPr>
        <p:spPr>
          <a:xfrm xmlns:a="http://schemas.openxmlformats.org/drawingml/2006/main">
            <a:off x="8724900" y="4467225"/>
            <a:ext cx="2705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IDE</a:t>
            </a:r>
          </a:p>
        </p:txBody>
      </p:sp>
      <p:sp>
        <p:nvSpPr>
          <p:cNvPr id="34" name="답 확인·적용">
            <a:extLst xmlns:a="http://schemas.openxmlformats.org/drawingml/2006/main">
              <a:ext uri="{FF2B5EF4-FFF2-40B4-BE49-F238E27FC236}">
                <a16:creationId xmlns:a16="http://schemas.microsoft.com/office/drawing/2014/main" id="{5A08B0CA-C944-466D-91E3-B211540EDDFA}"/>
              </a:ext>
            </a:extLst>
          </p:cNvPr>
          <p:cNvSpPr>
            <a:spLocks xmlns:a="http://schemas.openxmlformats.org/drawingml/2006/main" noGrp="1"/>
          </p:cNvSpPr>
          <p:nvPr/>
        </p:nvSpPr>
        <p:spPr>
          <a:xfrm xmlns:a="http://schemas.openxmlformats.org/drawingml/2006/main">
            <a:off x="8724900" y="4819650"/>
            <a:ext cx="27051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17212B"/>
                </a:solidFill>
                <a:latin typeface="Malgun Gothic"/>
                <a:ea typeface="Malgun Gothic"/>
                <a:cs typeface="Malgun Gothic"/>
              </a:defRPr>
            </a:defPPr>
            <a:lvl1pPr algn="ctr">
              <a:defRPr sz="2100" b="1">
                <a:solidFill>
                  <a:srgbClr val="17212B"/>
                </a:solidFill>
                <a:latin typeface="Malgun Gothic"/>
                <a:ea typeface="Malgun Gothic"/>
                <a:cs typeface="Malgun Gothic"/>
              </a:defRPr>
            </a:lvl1pPr>
            <a:lvl2pPr algn="ctr">
              <a:defRPr sz="2100" b="1">
                <a:solidFill>
                  <a:srgbClr val="17212B"/>
                </a:solidFill>
                <a:latin typeface="Malgun Gothic"/>
                <a:ea typeface="Malgun Gothic"/>
                <a:cs typeface="Malgun Gothic"/>
              </a:defRPr>
            </a:lvl2pPr>
            <a:lvl3pPr algn="ctr">
              <a:defRPr sz="2100" b="1">
                <a:solidFill>
                  <a:srgbClr val="17212B"/>
                </a:solidFill>
                <a:latin typeface="Malgun Gothic"/>
                <a:ea typeface="Malgun Gothic"/>
                <a:cs typeface="Malgun Gothic"/>
              </a:defRPr>
            </a:lvl3pPr>
            <a:lvl4pPr algn="ctr">
              <a:defRPr sz="2100" b="1">
                <a:solidFill>
                  <a:srgbClr val="17212B"/>
                </a:solidFill>
                <a:latin typeface="Malgun Gothic"/>
                <a:ea typeface="Malgun Gothic"/>
                <a:cs typeface="Malgun Gothic"/>
              </a:defRPr>
            </a:lvl4pPr>
            <a:lvl5pPr algn="ctr">
              <a:defRPr sz="2100" b="1">
                <a:solidFill>
                  <a:srgbClr val="17212B"/>
                </a:solidFill>
                <a:latin typeface="Malgun Gothic"/>
                <a:ea typeface="Malgun Gothic"/>
                <a:cs typeface="Malgun Gothic"/>
              </a:defRPr>
            </a:lvl5pPr>
            <a:lvl6pPr algn="ctr">
              <a:defRPr sz="2100" b="1">
                <a:solidFill>
                  <a:srgbClr val="17212B"/>
                </a:solidFill>
                <a:latin typeface="Malgun Gothic"/>
                <a:ea typeface="Malgun Gothic"/>
                <a:cs typeface="Malgun Gothic"/>
              </a:defRPr>
            </a:lvl6pPr>
            <a:lvl7pPr algn="ctr">
              <a:defRPr sz="2100" b="1">
                <a:solidFill>
                  <a:srgbClr val="17212B"/>
                </a:solidFill>
                <a:latin typeface="Malgun Gothic"/>
                <a:ea typeface="Malgun Gothic"/>
                <a:cs typeface="Malgun Gothic"/>
              </a:defRPr>
            </a:lvl7pPr>
            <a:lvl8pPr algn="ctr">
              <a:defRPr sz="2100" b="1">
                <a:solidFill>
                  <a:srgbClr val="17212B"/>
                </a:solidFill>
                <a:latin typeface="Malgun Gothic"/>
                <a:ea typeface="Malgun Gothic"/>
                <a:cs typeface="Malgun Gothic"/>
              </a:defRPr>
            </a:lvl8pPr>
            <a:lvl9pPr algn="ctr">
              <a:defRPr sz="2100" b="1">
                <a:solidFill>
                  <a:srgbClr val="17212B"/>
                </a:solidFill>
                <a:latin typeface="Malgun Gothic"/>
                <a:ea typeface="Malgun Gothic"/>
                <a:cs typeface="Malgun Gothic"/>
              </a:defRPr>
            </a:lvl9pPr>
          </a:lstStyle>
          <a:p xmlns:a="http://schemas.openxmlformats.org/drawingml/2006/main">
            <a:pPr algn="ctr">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답 확인·적용</a:t>
            </a:r>
          </a:p>
        </p:txBody>
      </p:sp>
      <p:sp>
        <p:nvSpPr>
          <p:cNvPr id="35" name="">
            <a:extLst xmlns:a="http://schemas.openxmlformats.org/drawingml/2006/main">
              <a:ext uri="{FF2B5EF4-FFF2-40B4-BE49-F238E27FC236}">
                <a16:creationId xmlns:a16="http://schemas.microsoft.com/office/drawing/2014/main" id="{3F782A9E-9FB0-4C69-84E9-46139C117D4D}"/>
              </a:ext>
            </a:extLst>
          </p:cNvPr>
          <p:cNvSpPr>
            <a:spLocks xmlns:a="http://schemas.openxmlformats.org/drawingml/2006/main" noGrp="1"/>
          </p:cNvSpPr>
          <p:nvPr/>
        </p:nvSpPr>
        <p:spPr>
          <a:xfrm xmlns:a="http://schemas.openxmlformats.org/drawingml/2006/main">
            <a:off x="3752850" y="4752975"/>
            <a:ext cx="704850" cy="2571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7FB4291-6BE4-4A67-94D6-296526281B6E}"/>
              </a:ext>
            </a:extLst>
          </p:cNvPr>
          <p:cNvSpPr>
            <a:spLocks xmlns:a="http://schemas.openxmlformats.org/drawingml/2006/main" noGrp="1"/>
          </p:cNvSpPr>
          <p:nvPr/>
        </p:nvSpPr>
        <p:spPr>
          <a:xfrm xmlns:a="http://schemas.openxmlformats.org/drawingml/2006/main">
            <a:off x="7734300" y="4752975"/>
            <a:ext cx="704850" cy="2571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7" name="필요한 코드와 맥락을 사람이 골라 전달한다.">
            <a:extLst xmlns:a="http://schemas.openxmlformats.org/drawingml/2006/main">
              <a:ext uri="{FF2B5EF4-FFF2-40B4-BE49-F238E27FC236}">
                <a16:creationId xmlns:a16="http://schemas.microsoft.com/office/drawing/2014/main" id="{827988C1-2F3E-45BB-9097-8F02ACEAE14C}"/>
              </a:ext>
            </a:extLst>
          </p:cNvPr>
          <p:cNvSpPr>
            <a:spLocks xmlns:a="http://schemas.openxmlformats.org/drawingml/2006/main" noGrp="1"/>
          </p:cNvSpPr>
          <p:nvPr/>
        </p:nvSpPr>
        <p:spPr>
          <a:xfrm xmlns:a="http://schemas.openxmlformats.org/drawingml/2006/main">
            <a:off x="609600" y="54673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필요한 코드와 맥락을 사람이 골라 전달한다.</a:t>
            </a:r>
          </a:p>
        </p:txBody>
      </p:sp>
      <p:sp>
        <p:nvSpPr>
          <p:cNvPr id="38" name="Legacy module connection">
            <a:extLst xmlns:a="http://schemas.openxmlformats.org/drawingml/2006/main">
              <a:ext uri="{FF2B5EF4-FFF2-40B4-BE49-F238E27FC236}">
                <a16:creationId xmlns:a16="http://schemas.microsoft.com/office/drawing/2014/main" id="{7A3D948C-120E-49BA-A3B9-471E607E761A}"/>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a:t>
            </a:r>
          </a:p>
        </p:txBody>
      </p:sp>
    </p:spTree>
    <p:extLst>
      <p:ext uri="{BB962C8B-B14F-4D97-AF65-F5344CB8AC3E}">
        <p14:creationId xmlns:p14="http://schemas.microsoft.com/office/powerpoint/2010/main" val="445192936"/>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6" name="ACT 0 · 회사에서 사용하는 GitHub Copilot">
            <a:extLst xmlns:a="http://schemas.openxmlformats.org/drawingml/2006/main">
              <a:ext uri="{FF2B5EF4-FFF2-40B4-BE49-F238E27FC236}">
                <a16:creationId xmlns:a16="http://schemas.microsoft.com/office/drawing/2014/main" id="{5811E2BB-7AC1-441A-8C00-5725704D498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회사에서 사용하는 GitHub Copilot</a:t>
            </a:r>
          </a:p>
        </p:txBody>
      </p:sp>
      <p:sp>
        <p:nvSpPr>
          <p:cNvPr id="2" name="S04">
            <a:extLst xmlns:a="http://schemas.openxmlformats.org/drawingml/2006/main">
              <a:ext uri="{FF2B5EF4-FFF2-40B4-BE49-F238E27FC236}">
                <a16:creationId xmlns:a16="http://schemas.microsoft.com/office/drawing/2014/main" id="{7CDA688C-EADC-4C38-8AB6-3015E5CDFBA6}"/>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S04</a:t>
            </a:r>
          </a:p>
        </p:txBody>
      </p:sp>
      <p:sp>
        <p:nvSpPr>
          <p:cNvPr id="3" name="코드 질문은 VS Code의 Copilot Chat에서">
            <a:extLst xmlns:a="http://schemas.openxmlformats.org/drawingml/2006/main">
              <a:ext uri="{FF2B5EF4-FFF2-40B4-BE49-F238E27FC236}">
                <a16:creationId xmlns:a16="http://schemas.microsoft.com/office/drawing/2014/main" id="{3A90A281-C23B-4B06-91EC-7F72F9AECD94}"/>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코드 질문은 VS Code의 Copilot Chat에서</a:t>
            </a:r>
          </a:p>
        </p:txBody>
      </p:sp>
      <p:sp>
        <p:nvSpPr>
          <p:cNvPr id="4" name="">
            <a:extLst xmlns:a="http://schemas.openxmlformats.org/drawingml/2006/main">
              <a:ext uri="{FF2B5EF4-FFF2-40B4-BE49-F238E27FC236}">
                <a16:creationId xmlns:a16="http://schemas.microsoft.com/office/drawing/2014/main" id="{EA172FF6-9026-4BEC-AFED-DB77DF2F6B2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GitHub Docs · VS Code Docs | 사용 방법을 재구성한 교육용 UI 도식">
            <a:extLst xmlns:a="http://schemas.openxmlformats.org/drawingml/2006/main">
              <a:ext uri="{FF2B5EF4-FFF2-40B4-BE49-F238E27FC236}">
                <a16:creationId xmlns:a16="http://schemas.microsoft.com/office/drawing/2014/main" id="{ACF0B31B-F401-4FF3-9CB8-96A53F8FC1F5}"/>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GitHub Docs · VS Code Docs | 사용 방법을 재구성한 교육용 UI 도식</a:t>
            </a:r>
          </a:p>
        </p:txBody>
      </p:sp>
      <p:sp>
        <p:nvSpPr>
          <p:cNvPr id="6" name="실제 회사 화면·응답 아님 · 전달할 코드를 확인하고, 답을 다시 확인한다.">
            <a:extLst xmlns:a="http://schemas.openxmlformats.org/drawingml/2006/main">
              <a:ext uri="{FF2B5EF4-FFF2-40B4-BE49-F238E27FC236}">
                <a16:creationId xmlns:a16="http://schemas.microsoft.com/office/drawing/2014/main" id="{E02921F6-848D-439B-90FC-3052957A79B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회사 화면·응답 아님 · 전달할 코드를 확인하고, 답을 다시 확인한다.</a:t>
            </a:r>
          </a:p>
        </p:txBody>
      </p:sp>
      <p:sp>
        <p:nvSpPr>
          <p:cNvPr id="7" name="앞의 C++ 예제도, 편집기 안에서 바로 질문해 보세요">
            <a:extLst xmlns:a="http://schemas.openxmlformats.org/drawingml/2006/main">
              <a:ext uri="{FF2B5EF4-FFF2-40B4-BE49-F238E27FC236}">
                <a16:creationId xmlns:a16="http://schemas.microsoft.com/office/drawing/2014/main" id="{475A6217-1747-4A09-9509-4D4AE70858E6}"/>
              </a:ext>
            </a:extLst>
          </p:cNvPr>
          <p:cNvSpPr>
            <a:spLocks xmlns:a="http://schemas.openxmlformats.org/drawingml/2006/main" noGrp="1"/>
          </p:cNvSpPr>
          <p:nvPr/>
        </p:nvSpPr>
        <p:spPr>
          <a:xfrm xmlns:a="http://schemas.openxmlformats.org/drawingml/2006/main">
            <a:off x="609600" y="15240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앞의 C++ 예제도, 편집기 안에서 바로 질문해 보세요</a:t>
            </a:r>
          </a:p>
        </p:txBody>
      </p:sp>
      <p:sp>
        <p:nvSpPr>
          <p:cNvPr id="8" name="">
            <a:extLst xmlns:a="http://schemas.openxmlformats.org/drawingml/2006/main">
              <a:ext uri="{FF2B5EF4-FFF2-40B4-BE49-F238E27FC236}">
                <a16:creationId xmlns:a16="http://schemas.microsoft.com/office/drawing/2014/main" id="{0FE9CD81-EB02-4071-8F36-61A6CBC56D5C}"/>
              </a:ext>
            </a:extLst>
          </p:cNvPr>
          <p:cNvSpPr>
            <a:spLocks xmlns:a="http://schemas.openxmlformats.org/drawingml/2006/main" noGrp="1"/>
          </p:cNvSpPr>
          <p:nvPr/>
        </p:nvSpPr>
        <p:spPr>
          <a:xfrm xmlns:a="http://schemas.openxmlformats.org/drawingml/2006/main">
            <a:off x="609600" y="2038350"/>
            <a:ext cx="10972800" cy="300990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9" name="">
            <a:extLst xmlns:a="http://schemas.openxmlformats.org/drawingml/2006/main">
              <a:ext uri="{FF2B5EF4-FFF2-40B4-BE49-F238E27FC236}">
                <a16:creationId xmlns:a16="http://schemas.microsoft.com/office/drawing/2014/main" id="{2F626F59-24D0-41A9-84FA-4FF0BD2F9C53}"/>
              </a:ext>
            </a:extLst>
          </p:cNvPr>
          <p:cNvSpPr>
            <a:spLocks xmlns:a="http://schemas.openxmlformats.org/drawingml/2006/main" noGrp="1"/>
          </p:cNvSpPr>
          <p:nvPr/>
        </p:nvSpPr>
        <p:spPr>
          <a:xfrm xmlns:a="http://schemas.openxmlformats.org/drawingml/2006/main">
            <a:off x="609600" y="2038350"/>
            <a:ext cx="10972800" cy="342900"/>
          </a:xfrm>
          <a:prstGeom xmlns:a="http://schemas.openxmlformats.org/drawingml/2006/main" prst="rect">
            <a:avLst/>
          </a:prstGeom>
          <a:solidFill xmlns:a="http://schemas.openxmlformats.org/drawingml/2006/main">
            <a:srgbClr val="E8EDF3"/>
          </a:solidFill>
          <a:ln xmlns:a="http://schemas.openxmlformats.org/drawingml/2006/main" w="0">
            <a:noFill/>
            <a:prstDash val="solid"/>
          </a:ln>
        </p:spPr>
      </p:sp>
      <p:sp>
        <p:nvSpPr>
          <p:cNvPr id="10" name="Visual Studio Code">
            <a:extLst xmlns:a="http://schemas.openxmlformats.org/drawingml/2006/main">
              <a:ext uri="{FF2B5EF4-FFF2-40B4-BE49-F238E27FC236}">
                <a16:creationId xmlns:a16="http://schemas.microsoft.com/office/drawing/2014/main" id="{AA47D0DF-F5F3-459F-914B-C4B77D0BDDF0}"/>
              </a:ext>
            </a:extLst>
          </p:cNvPr>
          <p:cNvSpPr>
            <a:spLocks xmlns:a="http://schemas.openxmlformats.org/drawingml/2006/main" noGrp="1"/>
          </p:cNvSpPr>
          <p:nvPr/>
        </p:nvSpPr>
        <p:spPr>
          <a:xfrm xmlns:a="http://schemas.openxmlformats.org/drawingml/2006/main">
            <a:off x="800100" y="20574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4D5A68"/>
                </a:solidFill>
                <a:latin typeface="Malgun Gothic"/>
                <a:ea typeface="Malgun Gothic"/>
                <a:cs typeface="Malgun Gothic"/>
              </a:defRPr>
            </a:defPPr>
            <a:lvl1pPr algn="l">
              <a:defRPr sz="1500" b="1">
                <a:solidFill>
                  <a:srgbClr val="4D5A68"/>
                </a:solidFill>
                <a:latin typeface="Malgun Gothic"/>
                <a:ea typeface="Malgun Gothic"/>
                <a:cs typeface="Malgun Gothic"/>
              </a:defRPr>
            </a:lvl1pPr>
            <a:lvl2pPr algn="l">
              <a:defRPr sz="1500" b="1">
                <a:solidFill>
                  <a:srgbClr val="4D5A68"/>
                </a:solidFill>
                <a:latin typeface="Malgun Gothic"/>
                <a:ea typeface="Malgun Gothic"/>
                <a:cs typeface="Malgun Gothic"/>
              </a:defRPr>
            </a:lvl2pPr>
            <a:lvl3pPr algn="l">
              <a:defRPr sz="1500" b="1">
                <a:solidFill>
                  <a:srgbClr val="4D5A68"/>
                </a:solidFill>
                <a:latin typeface="Malgun Gothic"/>
                <a:ea typeface="Malgun Gothic"/>
                <a:cs typeface="Malgun Gothic"/>
              </a:defRPr>
            </a:lvl3pPr>
            <a:lvl4pPr algn="l">
              <a:defRPr sz="1500" b="1">
                <a:solidFill>
                  <a:srgbClr val="4D5A68"/>
                </a:solidFill>
                <a:latin typeface="Malgun Gothic"/>
                <a:ea typeface="Malgun Gothic"/>
                <a:cs typeface="Malgun Gothic"/>
              </a:defRPr>
            </a:lvl4pPr>
            <a:lvl5pPr algn="l">
              <a:defRPr sz="1500" b="1">
                <a:solidFill>
                  <a:srgbClr val="4D5A68"/>
                </a:solidFill>
                <a:latin typeface="Malgun Gothic"/>
                <a:ea typeface="Malgun Gothic"/>
                <a:cs typeface="Malgun Gothic"/>
              </a:defRPr>
            </a:lvl5pPr>
            <a:lvl6pPr algn="l">
              <a:defRPr sz="1500" b="1">
                <a:solidFill>
                  <a:srgbClr val="4D5A68"/>
                </a:solidFill>
                <a:latin typeface="Malgun Gothic"/>
                <a:ea typeface="Malgun Gothic"/>
                <a:cs typeface="Malgun Gothic"/>
              </a:defRPr>
            </a:lvl6pPr>
            <a:lvl7pPr algn="l">
              <a:defRPr sz="1500" b="1">
                <a:solidFill>
                  <a:srgbClr val="4D5A68"/>
                </a:solidFill>
                <a:latin typeface="Malgun Gothic"/>
                <a:ea typeface="Malgun Gothic"/>
                <a:cs typeface="Malgun Gothic"/>
              </a:defRPr>
            </a:lvl7pPr>
            <a:lvl8pPr algn="l">
              <a:defRPr sz="1500" b="1">
                <a:solidFill>
                  <a:srgbClr val="4D5A68"/>
                </a:solidFill>
                <a:latin typeface="Malgun Gothic"/>
                <a:ea typeface="Malgun Gothic"/>
                <a:cs typeface="Malgun Gothic"/>
              </a:defRPr>
            </a:lvl8pPr>
            <a:lvl9pPr algn="l">
              <a:defRPr sz="1500" b="1">
                <a:solidFill>
                  <a:srgbClr val="4D5A68"/>
                </a:solidFill>
                <a:latin typeface="Malgun Gothic"/>
                <a:ea typeface="Malgun Gothic"/>
                <a:cs typeface="Malgun Gothic"/>
              </a:defRPr>
            </a:lvl9pPr>
          </a:lstStyle>
          <a:p xmlns:a="http://schemas.openxmlformats.org/drawingml/2006/main">
            <a:pPr algn="l">
              <a:defRPr sz="1500" b="1">
                <a:solidFill>
                  <a:srgbClr val="4D5A68"/>
                </a:solidFill>
                <a:latin typeface="Malgun Gothic"/>
                <a:ea typeface="Malgun Gothic"/>
                <a:cs typeface="Malgun Gothic"/>
              </a:defRPr>
            </a:pPr>
            <a:r>
              <a:rPr sz="1500" b="1">
                <a:solidFill>
                  <a:srgbClr val="4D5A68"/>
                </a:solidFill>
                <a:latin typeface="Malgun Gothic"/>
                <a:ea typeface="Malgun Gothic"/>
                <a:cs typeface="Malgun Gothic"/>
              </a:rPr>
              <a:t>Visual Studio Code</a:t>
            </a:r>
          </a:p>
        </p:txBody>
      </p:sp>
      <p:sp>
        <p:nvSpPr>
          <p:cNvPr id="11" name="">
            <a:extLst xmlns:a="http://schemas.openxmlformats.org/drawingml/2006/main">
              <a:ext uri="{FF2B5EF4-FFF2-40B4-BE49-F238E27FC236}">
                <a16:creationId xmlns:a16="http://schemas.microsoft.com/office/drawing/2014/main" id="{02364CF1-4610-4BDA-967C-82B20C7B1F83}"/>
              </a:ext>
            </a:extLst>
          </p:cNvPr>
          <p:cNvSpPr>
            <a:spLocks xmlns:a="http://schemas.openxmlformats.org/drawingml/2006/main" noGrp="1"/>
          </p:cNvSpPr>
          <p:nvPr/>
        </p:nvSpPr>
        <p:spPr>
          <a:xfrm xmlns:a="http://schemas.openxmlformats.org/drawingml/2006/main">
            <a:off x="6381750" y="2381250"/>
            <a:ext cx="5200650" cy="2667000"/>
          </a:xfrm>
          <a:prstGeom xmlns:a="http://schemas.openxmlformats.org/drawingml/2006/main" prst="rect">
            <a:avLst/>
          </a:prstGeom>
          <a:solidFill xmlns:a="http://schemas.openxmlformats.org/drawingml/2006/main">
            <a:srgbClr val="EEF4F5"/>
          </a:solidFill>
          <a:ln xmlns:a="http://schemas.openxmlformats.org/drawingml/2006/main" w="0">
            <a:noFill/>
            <a:prstDash val="solid"/>
          </a:ln>
        </p:spPr>
      </p:sp>
      <p:sp>
        <p:nvSpPr>
          <p:cNvPr id="12" name="demo.cpp · 질문할 코드 선택">
            <a:extLst xmlns:a="http://schemas.openxmlformats.org/drawingml/2006/main">
              <a:ext uri="{FF2B5EF4-FFF2-40B4-BE49-F238E27FC236}">
                <a16:creationId xmlns:a16="http://schemas.microsoft.com/office/drawing/2014/main" id="{64FE553D-0D1D-461D-A03A-2D739F5DC480}"/>
              </a:ext>
            </a:extLst>
          </p:cNvPr>
          <p:cNvSpPr>
            <a:spLocks xmlns:a="http://schemas.openxmlformats.org/drawingml/2006/main" noGrp="1"/>
          </p:cNvSpPr>
          <p:nvPr/>
        </p:nvSpPr>
        <p:spPr>
          <a:xfrm xmlns:a="http://schemas.openxmlformats.org/drawingml/2006/main">
            <a:off x="838200" y="25336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212B"/>
                </a:solidFill>
                <a:latin typeface="Malgun Gothic"/>
                <a:ea typeface="Malgun Gothic"/>
                <a:cs typeface="Malgun Gothic"/>
              </a:defRPr>
            </a:defPPr>
            <a:lvl1pPr algn="l">
              <a:defRPr sz="1800" b="1">
                <a:solidFill>
                  <a:srgbClr val="17212B"/>
                </a:solidFill>
                <a:latin typeface="Malgun Gothic"/>
                <a:ea typeface="Malgun Gothic"/>
                <a:cs typeface="Malgun Gothic"/>
              </a:defRPr>
            </a:lvl1pPr>
            <a:lvl2pPr algn="l">
              <a:defRPr sz="1800" b="1">
                <a:solidFill>
                  <a:srgbClr val="17212B"/>
                </a:solidFill>
                <a:latin typeface="Malgun Gothic"/>
                <a:ea typeface="Malgun Gothic"/>
                <a:cs typeface="Malgun Gothic"/>
              </a:defRPr>
            </a:lvl2pPr>
            <a:lvl3pPr algn="l">
              <a:defRPr sz="1800" b="1">
                <a:solidFill>
                  <a:srgbClr val="17212B"/>
                </a:solidFill>
                <a:latin typeface="Malgun Gothic"/>
                <a:ea typeface="Malgun Gothic"/>
                <a:cs typeface="Malgun Gothic"/>
              </a:defRPr>
            </a:lvl3pPr>
            <a:lvl4pPr algn="l">
              <a:defRPr sz="1800" b="1">
                <a:solidFill>
                  <a:srgbClr val="17212B"/>
                </a:solidFill>
                <a:latin typeface="Malgun Gothic"/>
                <a:ea typeface="Malgun Gothic"/>
                <a:cs typeface="Malgun Gothic"/>
              </a:defRPr>
            </a:lvl4pPr>
            <a:lvl5pPr algn="l">
              <a:defRPr sz="1800" b="1">
                <a:solidFill>
                  <a:srgbClr val="17212B"/>
                </a:solidFill>
                <a:latin typeface="Malgun Gothic"/>
                <a:ea typeface="Malgun Gothic"/>
                <a:cs typeface="Malgun Gothic"/>
              </a:defRPr>
            </a:lvl5pPr>
            <a:lvl6pPr algn="l">
              <a:defRPr sz="1800" b="1">
                <a:solidFill>
                  <a:srgbClr val="17212B"/>
                </a:solidFill>
                <a:latin typeface="Malgun Gothic"/>
                <a:ea typeface="Malgun Gothic"/>
                <a:cs typeface="Malgun Gothic"/>
              </a:defRPr>
            </a:lvl6pPr>
            <a:lvl7pPr algn="l">
              <a:defRPr sz="1800" b="1">
                <a:solidFill>
                  <a:srgbClr val="17212B"/>
                </a:solidFill>
                <a:latin typeface="Malgun Gothic"/>
                <a:ea typeface="Malgun Gothic"/>
                <a:cs typeface="Malgun Gothic"/>
              </a:defRPr>
            </a:lvl7pPr>
            <a:lvl8pPr algn="l">
              <a:defRPr sz="1800" b="1">
                <a:solidFill>
                  <a:srgbClr val="17212B"/>
                </a:solidFill>
                <a:latin typeface="Malgun Gothic"/>
                <a:ea typeface="Malgun Gothic"/>
                <a:cs typeface="Malgun Gothic"/>
              </a:defRPr>
            </a:lvl8pPr>
            <a:lvl9pPr algn="l">
              <a:defRPr sz="1800" b="1">
                <a:solidFill>
                  <a:srgbClr val="17212B"/>
                </a:solidFill>
                <a:latin typeface="Malgun Gothic"/>
                <a:ea typeface="Malgun Gothic"/>
                <a:cs typeface="Malgun Gothic"/>
              </a:defRPr>
            </a:lvl9pPr>
          </a:lstStyle>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demo.cpp · 질문할 코드 선택</a:t>
            </a:r>
          </a:p>
        </p:txBody>
      </p:sp>
      <p:sp>
        <p:nvSpPr>
          <p:cNvPr id="13" name="">
            <a:extLst xmlns:a="http://schemas.openxmlformats.org/drawingml/2006/main">
              <a:ext uri="{FF2B5EF4-FFF2-40B4-BE49-F238E27FC236}">
                <a16:creationId xmlns:a16="http://schemas.microsoft.com/office/drawing/2014/main" id="{60F9BA0B-C71A-493E-B251-2FB981DDEDF2}"/>
              </a:ext>
            </a:extLst>
          </p:cNvPr>
          <p:cNvSpPr>
            <a:spLocks xmlns:a="http://schemas.openxmlformats.org/drawingml/2006/main" noGrp="1"/>
          </p:cNvSpPr>
          <p:nvPr/>
        </p:nvSpPr>
        <p:spPr>
          <a:xfrm xmlns:a="http://schemas.openxmlformats.org/drawingml/2006/main">
            <a:off x="838200" y="2990850"/>
            <a:ext cx="5314950" cy="8953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4" name="std::vector&lt;int&gt; a(3, 1);">
            <a:extLst xmlns:a="http://schemas.openxmlformats.org/drawingml/2006/main">
              <a:ext uri="{FF2B5EF4-FFF2-40B4-BE49-F238E27FC236}">
                <a16:creationId xmlns:a16="http://schemas.microsoft.com/office/drawing/2014/main" id="{E181FD48-3278-4B3C-93D4-1E90468B6B0B}"/>
              </a:ext>
            </a:extLst>
          </p:cNvPr>
          <p:cNvSpPr>
            <a:spLocks xmlns:a="http://schemas.openxmlformats.org/drawingml/2006/main" noGrp="1"/>
          </p:cNvSpPr>
          <p:nvPr/>
        </p:nvSpPr>
        <p:spPr>
          <a:xfrm xmlns:a="http://schemas.openxmlformats.org/drawingml/2006/main">
            <a:off x="990600" y="3086100"/>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Consolas"/>
                <a:ea typeface="Consolas"/>
                <a:cs typeface="Consolas"/>
              </a:defRPr>
            </a:defPPr>
            <a:lvl1pPr algn="l">
              <a:defRPr sz="1875" b="0">
                <a:solidFill>
                  <a:srgbClr val="17212B"/>
                </a:solidFill>
                <a:latin typeface="Consolas"/>
                <a:ea typeface="Consolas"/>
                <a:cs typeface="Consolas"/>
              </a:defRPr>
            </a:lvl1pPr>
            <a:lvl2pPr algn="l">
              <a:defRPr sz="1875" b="0">
                <a:solidFill>
                  <a:srgbClr val="17212B"/>
                </a:solidFill>
                <a:latin typeface="Consolas"/>
                <a:ea typeface="Consolas"/>
                <a:cs typeface="Consolas"/>
              </a:defRPr>
            </a:lvl2pPr>
            <a:lvl3pPr algn="l">
              <a:defRPr sz="1875" b="0">
                <a:solidFill>
                  <a:srgbClr val="17212B"/>
                </a:solidFill>
                <a:latin typeface="Consolas"/>
                <a:ea typeface="Consolas"/>
                <a:cs typeface="Consolas"/>
              </a:defRPr>
            </a:lvl3pPr>
            <a:lvl4pPr algn="l">
              <a:defRPr sz="1875" b="0">
                <a:solidFill>
                  <a:srgbClr val="17212B"/>
                </a:solidFill>
                <a:latin typeface="Consolas"/>
                <a:ea typeface="Consolas"/>
                <a:cs typeface="Consolas"/>
              </a:defRPr>
            </a:lvl4pPr>
            <a:lvl5pPr algn="l">
              <a:defRPr sz="1875" b="0">
                <a:solidFill>
                  <a:srgbClr val="17212B"/>
                </a:solidFill>
                <a:latin typeface="Consolas"/>
                <a:ea typeface="Consolas"/>
                <a:cs typeface="Consolas"/>
              </a:defRPr>
            </a:lvl5pPr>
            <a:lvl6pPr algn="l">
              <a:defRPr sz="1875" b="0">
                <a:solidFill>
                  <a:srgbClr val="17212B"/>
                </a:solidFill>
                <a:latin typeface="Consolas"/>
                <a:ea typeface="Consolas"/>
                <a:cs typeface="Consolas"/>
              </a:defRPr>
            </a:lvl6pPr>
            <a:lvl7pPr algn="l">
              <a:defRPr sz="1875" b="0">
                <a:solidFill>
                  <a:srgbClr val="17212B"/>
                </a:solidFill>
                <a:latin typeface="Consolas"/>
                <a:ea typeface="Consolas"/>
                <a:cs typeface="Consolas"/>
              </a:defRPr>
            </a:lvl7pPr>
            <a:lvl8pPr algn="l">
              <a:defRPr sz="1875" b="0">
                <a:solidFill>
                  <a:srgbClr val="17212B"/>
                </a:solidFill>
                <a:latin typeface="Consolas"/>
                <a:ea typeface="Consolas"/>
                <a:cs typeface="Consolas"/>
              </a:defRPr>
            </a:lvl8pPr>
            <a:lvl9pPr algn="l">
              <a:defRPr sz="1875" b="0">
                <a:solidFill>
                  <a:srgbClr val="17212B"/>
                </a:solidFill>
                <a:latin typeface="Consolas"/>
                <a:ea typeface="Consolas"/>
                <a:cs typeface="Consolas"/>
              </a:defRPr>
            </a:lvl9pPr>
          </a:lstStyle>
          <a:p xmlns:a="http://schemas.openxmlformats.org/drawingml/2006/main">
            <a:pPr algn="l">
              <a:defRPr sz="1875" b="0">
                <a:solidFill>
                  <a:srgbClr val="17212B"/>
                </a:solidFill>
                <a:latin typeface="Consolas"/>
                <a:ea typeface="Consolas"/>
                <a:cs typeface="Consolas"/>
              </a:defRPr>
            </a:pPr>
            <a:r>
              <a:rPr sz="1875" b="0">
                <a:solidFill>
                  <a:srgbClr val="17212B"/>
                </a:solidFill>
                <a:latin typeface="Consolas"/>
                <a:ea typeface="Consolas"/>
                <a:cs typeface="Consolas"/>
              </a:rPr>
              <a:t>std::vector&lt;int&gt; a(3, 1);</a:t>
            </a:r>
          </a:p>
        </p:txBody>
      </p:sp>
      <p:sp>
        <p:nvSpPr>
          <p:cNvPr id="15" name="std::vector&lt;int&gt; b{3, 1};">
            <a:extLst xmlns:a="http://schemas.openxmlformats.org/drawingml/2006/main">
              <a:ext uri="{FF2B5EF4-FFF2-40B4-BE49-F238E27FC236}">
                <a16:creationId xmlns:a16="http://schemas.microsoft.com/office/drawing/2014/main" id="{3121D5E1-5EB8-409A-BEE3-6A3B3B5D5B46}"/>
              </a:ext>
            </a:extLst>
          </p:cNvPr>
          <p:cNvSpPr>
            <a:spLocks xmlns:a="http://schemas.openxmlformats.org/drawingml/2006/main" noGrp="1"/>
          </p:cNvSpPr>
          <p:nvPr/>
        </p:nvSpPr>
        <p:spPr>
          <a:xfrm xmlns:a="http://schemas.openxmlformats.org/drawingml/2006/main">
            <a:off x="990600" y="3467100"/>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Consolas"/>
                <a:ea typeface="Consolas"/>
                <a:cs typeface="Consolas"/>
              </a:defRPr>
            </a:defPPr>
            <a:lvl1pPr algn="l">
              <a:defRPr sz="1875" b="0">
                <a:solidFill>
                  <a:srgbClr val="17212B"/>
                </a:solidFill>
                <a:latin typeface="Consolas"/>
                <a:ea typeface="Consolas"/>
                <a:cs typeface="Consolas"/>
              </a:defRPr>
            </a:lvl1pPr>
            <a:lvl2pPr algn="l">
              <a:defRPr sz="1875" b="0">
                <a:solidFill>
                  <a:srgbClr val="17212B"/>
                </a:solidFill>
                <a:latin typeface="Consolas"/>
                <a:ea typeface="Consolas"/>
                <a:cs typeface="Consolas"/>
              </a:defRPr>
            </a:lvl2pPr>
            <a:lvl3pPr algn="l">
              <a:defRPr sz="1875" b="0">
                <a:solidFill>
                  <a:srgbClr val="17212B"/>
                </a:solidFill>
                <a:latin typeface="Consolas"/>
                <a:ea typeface="Consolas"/>
                <a:cs typeface="Consolas"/>
              </a:defRPr>
            </a:lvl3pPr>
            <a:lvl4pPr algn="l">
              <a:defRPr sz="1875" b="0">
                <a:solidFill>
                  <a:srgbClr val="17212B"/>
                </a:solidFill>
                <a:latin typeface="Consolas"/>
                <a:ea typeface="Consolas"/>
                <a:cs typeface="Consolas"/>
              </a:defRPr>
            </a:lvl4pPr>
            <a:lvl5pPr algn="l">
              <a:defRPr sz="1875" b="0">
                <a:solidFill>
                  <a:srgbClr val="17212B"/>
                </a:solidFill>
                <a:latin typeface="Consolas"/>
                <a:ea typeface="Consolas"/>
                <a:cs typeface="Consolas"/>
              </a:defRPr>
            </a:lvl5pPr>
            <a:lvl6pPr algn="l">
              <a:defRPr sz="1875" b="0">
                <a:solidFill>
                  <a:srgbClr val="17212B"/>
                </a:solidFill>
                <a:latin typeface="Consolas"/>
                <a:ea typeface="Consolas"/>
                <a:cs typeface="Consolas"/>
              </a:defRPr>
            </a:lvl6pPr>
            <a:lvl7pPr algn="l">
              <a:defRPr sz="1875" b="0">
                <a:solidFill>
                  <a:srgbClr val="17212B"/>
                </a:solidFill>
                <a:latin typeface="Consolas"/>
                <a:ea typeface="Consolas"/>
                <a:cs typeface="Consolas"/>
              </a:defRPr>
            </a:lvl7pPr>
            <a:lvl8pPr algn="l">
              <a:defRPr sz="1875" b="0">
                <a:solidFill>
                  <a:srgbClr val="17212B"/>
                </a:solidFill>
                <a:latin typeface="Consolas"/>
                <a:ea typeface="Consolas"/>
                <a:cs typeface="Consolas"/>
              </a:defRPr>
            </a:lvl8pPr>
            <a:lvl9pPr algn="l">
              <a:defRPr sz="1875" b="0">
                <a:solidFill>
                  <a:srgbClr val="17212B"/>
                </a:solidFill>
                <a:latin typeface="Consolas"/>
                <a:ea typeface="Consolas"/>
                <a:cs typeface="Consolas"/>
              </a:defRPr>
            </a:lvl9pPr>
          </a:lstStyle>
          <a:p xmlns:a="http://schemas.openxmlformats.org/drawingml/2006/main">
            <a:pPr algn="l">
              <a:defRPr sz="1875" b="0">
                <a:solidFill>
                  <a:srgbClr val="17212B"/>
                </a:solidFill>
                <a:latin typeface="Consolas"/>
                <a:ea typeface="Consolas"/>
                <a:cs typeface="Consolas"/>
              </a:defRPr>
            </a:pPr>
            <a:r>
              <a:rPr sz="1875" b="0">
                <a:solidFill>
                  <a:srgbClr val="17212B"/>
                </a:solidFill>
                <a:latin typeface="Consolas"/>
                <a:ea typeface="Consolas"/>
                <a:cs typeface="Consolas"/>
              </a:rPr>
              <a:t>std::vector&lt;int&gt; b{3, 1};</a:t>
            </a:r>
          </a:p>
        </p:txBody>
      </p:sp>
      <p:sp>
        <p:nvSpPr>
          <p:cNvPr id="16" name="질문에 필요한 두 줄만 선택">
            <a:extLst xmlns:a="http://schemas.openxmlformats.org/drawingml/2006/main">
              <a:ext uri="{FF2B5EF4-FFF2-40B4-BE49-F238E27FC236}">
                <a16:creationId xmlns:a16="http://schemas.microsoft.com/office/drawing/2014/main" id="{6D291A48-DE13-49C1-9B42-9FE8DD82B3E9}"/>
              </a:ext>
            </a:extLst>
          </p:cNvPr>
          <p:cNvSpPr>
            <a:spLocks xmlns:a="http://schemas.openxmlformats.org/drawingml/2006/main" noGrp="1"/>
          </p:cNvSpPr>
          <p:nvPr/>
        </p:nvSpPr>
        <p:spPr>
          <a:xfrm xmlns:a="http://schemas.openxmlformats.org/drawingml/2006/main">
            <a:off x="838200" y="4200525"/>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질문에 필요한 두 줄만 선택</a:t>
            </a:r>
          </a:p>
        </p:txBody>
      </p:sp>
      <p:sp>
        <p:nvSpPr>
          <p:cNvPr id="17" name="GitHub Copilot Chat">
            <a:extLst xmlns:a="http://schemas.openxmlformats.org/drawingml/2006/main">
              <a:ext uri="{FF2B5EF4-FFF2-40B4-BE49-F238E27FC236}">
                <a16:creationId xmlns:a16="http://schemas.microsoft.com/office/drawing/2014/main" id="{04490328-D505-4295-AB02-4A7CBCDA26B8}"/>
              </a:ext>
            </a:extLst>
          </p:cNvPr>
          <p:cNvSpPr>
            <a:spLocks xmlns:a="http://schemas.openxmlformats.org/drawingml/2006/main" noGrp="1"/>
          </p:cNvSpPr>
          <p:nvPr/>
        </p:nvSpPr>
        <p:spPr>
          <a:xfrm xmlns:a="http://schemas.openxmlformats.org/drawingml/2006/main">
            <a:off x="6648450" y="2533650"/>
            <a:ext cx="4629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212B"/>
                </a:solidFill>
                <a:latin typeface="Malgun Gothic"/>
                <a:ea typeface="Malgun Gothic"/>
                <a:cs typeface="Malgun Gothic"/>
              </a:defRPr>
            </a:defPPr>
            <a:lvl1pPr algn="l">
              <a:defRPr sz="1800" b="1">
                <a:solidFill>
                  <a:srgbClr val="17212B"/>
                </a:solidFill>
                <a:latin typeface="Malgun Gothic"/>
                <a:ea typeface="Malgun Gothic"/>
                <a:cs typeface="Malgun Gothic"/>
              </a:defRPr>
            </a:lvl1pPr>
            <a:lvl2pPr algn="l">
              <a:defRPr sz="1800" b="1">
                <a:solidFill>
                  <a:srgbClr val="17212B"/>
                </a:solidFill>
                <a:latin typeface="Malgun Gothic"/>
                <a:ea typeface="Malgun Gothic"/>
                <a:cs typeface="Malgun Gothic"/>
              </a:defRPr>
            </a:lvl2pPr>
            <a:lvl3pPr algn="l">
              <a:defRPr sz="1800" b="1">
                <a:solidFill>
                  <a:srgbClr val="17212B"/>
                </a:solidFill>
                <a:latin typeface="Malgun Gothic"/>
                <a:ea typeface="Malgun Gothic"/>
                <a:cs typeface="Malgun Gothic"/>
              </a:defRPr>
            </a:lvl3pPr>
            <a:lvl4pPr algn="l">
              <a:defRPr sz="1800" b="1">
                <a:solidFill>
                  <a:srgbClr val="17212B"/>
                </a:solidFill>
                <a:latin typeface="Malgun Gothic"/>
                <a:ea typeface="Malgun Gothic"/>
                <a:cs typeface="Malgun Gothic"/>
              </a:defRPr>
            </a:lvl4pPr>
            <a:lvl5pPr algn="l">
              <a:defRPr sz="1800" b="1">
                <a:solidFill>
                  <a:srgbClr val="17212B"/>
                </a:solidFill>
                <a:latin typeface="Malgun Gothic"/>
                <a:ea typeface="Malgun Gothic"/>
                <a:cs typeface="Malgun Gothic"/>
              </a:defRPr>
            </a:lvl5pPr>
            <a:lvl6pPr algn="l">
              <a:defRPr sz="1800" b="1">
                <a:solidFill>
                  <a:srgbClr val="17212B"/>
                </a:solidFill>
                <a:latin typeface="Malgun Gothic"/>
                <a:ea typeface="Malgun Gothic"/>
                <a:cs typeface="Malgun Gothic"/>
              </a:defRPr>
            </a:lvl6pPr>
            <a:lvl7pPr algn="l">
              <a:defRPr sz="1800" b="1">
                <a:solidFill>
                  <a:srgbClr val="17212B"/>
                </a:solidFill>
                <a:latin typeface="Malgun Gothic"/>
                <a:ea typeface="Malgun Gothic"/>
                <a:cs typeface="Malgun Gothic"/>
              </a:defRPr>
            </a:lvl7pPr>
            <a:lvl8pPr algn="l">
              <a:defRPr sz="1800" b="1">
                <a:solidFill>
                  <a:srgbClr val="17212B"/>
                </a:solidFill>
                <a:latin typeface="Malgun Gothic"/>
                <a:ea typeface="Malgun Gothic"/>
                <a:cs typeface="Malgun Gothic"/>
              </a:defRPr>
            </a:lvl8pPr>
            <a:lvl9pPr algn="l">
              <a:defRPr sz="1800" b="1">
                <a:solidFill>
                  <a:srgbClr val="17212B"/>
                </a:solidFill>
                <a:latin typeface="Malgun Gothic"/>
                <a:ea typeface="Malgun Gothic"/>
                <a:cs typeface="Malgun Gothic"/>
              </a:defRPr>
            </a:lvl9pPr>
          </a:lstStyle>
          <a:p xmlns:a="http://schemas.openxmlformats.org/drawingml/2006/main">
            <a:pPr algn="l">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GitHub Copilot Chat</a:t>
            </a:r>
          </a:p>
        </p:txBody>
      </p:sp>
      <p:sp>
        <p:nvSpPr>
          <p:cNvPr id="18" name="">
            <a:extLst xmlns:a="http://schemas.openxmlformats.org/drawingml/2006/main">
              <a:ext uri="{FF2B5EF4-FFF2-40B4-BE49-F238E27FC236}">
                <a16:creationId xmlns:a16="http://schemas.microsoft.com/office/drawing/2014/main" id="{22D9CE8F-C8FC-4FC2-9DD4-5E5D0F641C25}"/>
              </a:ext>
            </a:extLst>
          </p:cNvPr>
          <p:cNvSpPr>
            <a:spLocks xmlns:a="http://schemas.openxmlformats.org/drawingml/2006/main" noGrp="1"/>
          </p:cNvSpPr>
          <p:nvPr/>
        </p:nvSpPr>
        <p:spPr>
          <a:xfrm xmlns:a="http://schemas.openxmlformats.org/drawingml/2006/main">
            <a:off x="6648450" y="2990850"/>
            <a:ext cx="46291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9" name="＋ Context: 선택한 코드 첨부">
            <a:extLst xmlns:a="http://schemas.openxmlformats.org/drawingml/2006/main">
              <a:ext uri="{FF2B5EF4-FFF2-40B4-BE49-F238E27FC236}">
                <a16:creationId xmlns:a16="http://schemas.microsoft.com/office/drawing/2014/main" id="{A443BE79-4330-4717-BBFB-7F4FCFC13136}"/>
              </a:ext>
            </a:extLst>
          </p:cNvPr>
          <p:cNvSpPr>
            <a:spLocks xmlns:a="http://schemas.openxmlformats.org/drawingml/2006/main" noGrp="1"/>
          </p:cNvSpPr>
          <p:nvPr/>
        </p:nvSpPr>
        <p:spPr>
          <a:xfrm xmlns:a="http://schemas.openxmlformats.org/drawingml/2006/main">
            <a:off x="6800850" y="3048000"/>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0B6172"/>
                </a:solidFill>
                <a:latin typeface="Malgun Gothic"/>
                <a:ea typeface="Malgun Gothic"/>
                <a:cs typeface="Malgun Gothic"/>
              </a:defRPr>
            </a:defPPr>
            <a:lvl1pPr algn="l">
              <a:defRPr sz="1650" b="1">
                <a:solidFill>
                  <a:srgbClr val="0B6172"/>
                </a:solidFill>
                <a:latin typeface="Malgun Gothic"/>
                <a:ea typeface="Malgun Gothic"/>
                <a:cs typeface="Malgun Gothic"/>
              </a:defRPr>
            </a:lvl1pPr>
            <a:lvl2pPr algn="l">
              <a:defRPr sz="1650" b="1">
                <a:solidFill>
                  <a:srgbClr val="0B6172"/>
                </a:solidFill>
                <a:latin typeface="Malgun Gothic"/>
                <a:ea typeface="Malgun Gothic"/>
                <a:cs typeface="Malgun Gothic"/>
              </a:defRPr>
            </a:lvl2pPr>
            <a:lvl3pPr algn="l">
              <a:defRPr sz="1650" b="1">
                <a:solidFill>
                  <a:srgbClr val="0B6172"/>
                </a:solidFill>
                <a:latin typeface="Malgun Gothic"/>
                <a:ea typeface="Malgun Gothic"/>
                <a:cs typeface="Malgun Gothic"/>
              </a:defRPr>
            </a:lvl3pPr>
            <a:lvl4pPr algn="l">
              <a:defRPr sz="1650" b="1">
                <a:solidFill>
                  <a:srgbClr val="0B6172"/>
                </a:solidFill>
                <a:latin typeface="Malgun Gothic"/>
                <a:ea typeface="Malgun Gothic"/>
                <a:cs typeface="Malgun Gothic"/>
              </a:defRPr>
            </a:lvl4pPr>
            <a:lvl5pPr algn="l">
              <a:defRPr sz="1650" b="1">
                <a:solidFill>
                  <a:srgbClr val="0B6172"/>
                </a:solidFill>
                <a:latin typeface="Malgun Gothic"/>
                <a:ea typeface="Malgun Gothic"/>
                <a:cs typeface="Malgun Gothic"/>
              </a:defRPr>
            </a:lvl5pPr>
            <a:lvl6pPr algn="l">
              <a:defRPr sz="1650" b="1">
                <a:solidFill>
                  <a:srgbClr val="0B6172"/>
                </a:solidFill>
                <a:latin typeface="Malgun Gothic"/>
                <a:ea typeface="Malgun Gothic"/>
                <a:cs typeface="Malgun Gothic"/>
              </a:defRPr>
            </a:lvl6pPr>
            <a:lvl7pPr algn="l">
              <a:defRPr sz="1650" b="1">
                <a:solidFill>
                  <a:srgbClr val="0B6172"/>
                </a:solidFill>
                <a:latin typeface="Malgun Gothic"/>
                <a:ea typeface="Malgun Gothic"/>
                <a:cs typeface="Malgun Gothic"/>
              </a:defRPr>
            </a:lvl7pPr>
            <a:lvl8pPr algn="l">
              <a:defRPr sz="1650" b="1">
                <a:solidFill>
                  <a:srgbClr val="0B6172"/>
                </a:solidFill>
                <a:latin typeface="Malgun Gothic"/>
                <a:ea typeface="Malgun Gothic"/>
                <a:cs typeface="Malgun Gothic"/>
              </a:defRPr>
            </a:lvl8pPr>
            <a:lvl9pPr algn="l">
              <a:defRPr sz="1650" b="1">
                <a:solidFill>
                  <a:srgbClr val="0B6172"/>
                </a:solidFill>
                <a:latin typeface="Malgun Gothic"/>
                <a:ea typeface="Malgun Gothic"/>
                <a:cs typeface="Malgun Gothic"/>
              </a:defRPr>
            </a:lvl9pPr>
          </a:lstStyle>
          <a:p xmlns:a="http://schemas.openxmlformats.org/drawingml/2006/main">
            <a:pPr algn="l">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 Context: 선택한 코드 첨부</a:t>
            </a:r>
          </a:p>
        </p:txBody>
      </p:sp>
      <p:sp>
        <p:nvSpPr>
          <p:cNvPr id="20" name="">
            <a:extLst xmlns:a="http://schemas.openxmlformats.org/drawingml/2006/main">
              <a:ext uri="{FF2B5EF4-FFF2-40B4-BE49-F238E27FC236}">
                <a16:creationId xmlns:a16="http://schemas.microsoft.com/office/drawing/2014/main" id="{478217E4-71A9-4CB0-9074-BE4D10F0EB2F}"/>
              </a:ext>
            </a:extLst>
          </p:cNvPr>
          <p:cNvSpPr>
            <a:spLocks xmlns:a="http://schemas.openxmlformats.org/drawingml/2006/main" noGrp="1"/>
          </p:cNvSpPr>
          <p:nvPr/>
        </p:nvSpPr>
        <p:spPr>
          <a:xfrm xmlns:a="http://schemas.openxmlformats.org/drawingml/2006/main">
            <a:off x="6648450" y="3543300"/>
            <a:ext cx="4629150" cy="127635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21" name="두 vector의 원소 개수와 값이&#10;왜 다른지 설명해줘.&#10;코드는 수정하지 마.">
            <a:extLst xmlns:a="http://schemas.openxmlformats.org/drawingml/2006/main">
              <a:ext uri="{FF2B5EF4-FFF2-40B4-BE49-F238E27FC236}">
                <a16:creationId xmlns:a16="http://schemas.microsoft.com/office/drawing/2014/main" id="{5E87042B-C804-4AAF-AF81-EF6D70C0A577}"/>
              </a:ext>
            </a:extLst>
          </p:cNvPr>
          <p:cNvSpPr>
            <a:spLocks xmlns:a="http://schemas.openxmlformats.org/drawingml/2006/main" noGrp="1"/>
          </p:cNvSpPr>
          <p:nvPr/>
        </p:nvSpPr>
        <p:spPr>
          <a:xfrm xmlns:a="http://schemas.openxmlformats.org/drawingml/2006/main">
            <a:off x="6800850" y="3648075"/>
            <a:ext cx="4324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두 vector의 원소 개수와 값이</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왜 다른지 설명해줘.</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코드는 수정하지 마.</a:t>
            </a:r>
          </a:p>
        </p:txBody>
      </p:sp>
      <p:sp>
        <p:nvSpPr>
          <p:cNvPr id="22" name="Ask · 코드 설명 요청">
            <a:extLst xmlns:a="http://schemas.openxmlformats.org/drawingml/2006/main">
              <a:ext uri="{FF2B5EF4-FFF2-40B4-BE49-F238E27FC236}">
                <a16:creationId xmlns:a16="http://schemas.microsoft.com/office/drawing/2014/main" id="{AC3A66E9-FD48-4D31-A889-9AE57A0FC0A3}"/>
              </a:ext>
            </a:extLst>
          </p:cNvPr>
          <p:cNvSpPr>
            <a:spLocks xmlns:a="http://schemas.openxmlformats.org/drawingml/2006/main" noGrp="1"/>
          </p:cNvSpPr>
          <p:nvPr/>
        </p:nvSpPr>
        <p:spPr>
          <a:xfrm xmlns:a="http://schemas.openxmlformats.org/drawingml/2006/main">
            <a:off x="6800850" y="4524375"/>
            <a:ext cx="432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4D5A68"/>
                </a:solidFill>
                <a:latin typeface="Malgun Gothic"/>
                <a:ea typeface="Malgun Gothic"/>
                <a:cs typeface="Malgun Gothic"/>
              </a:defRPr>
            </a:defPPr>
            <a:lvl1pPr algn="l">
              <a:defRPr sz="1350" b="0">
                <a:solidFill>
                  <a:srgbClr val="4D5A68"/>
                </a:solidFill>
                <a:latin typeface="Malgun Gothic"/>
                <a:ea typeface="Malgun Gothic"/>
                <a:cs typeface="Malgun Gothic"/>
              </a:defRPr>
            </a:lvl1pPr>
            <a:lvl2pPr algn="l">
              <a:defRPr sz="1350" b="0">
                <a:solidFill>
                  <a:srgbClr val="4D5A68"/>
                </a:solidFill>
                <a:latin typeface="Malgun Gothic"/>
                <a:ea typeface="Malgun Gothic"/>
                <a:cs typeface="Malgun Gothic"/>
              </a:defRPr>
            </a:lvl2pPr>
            <a:lvl3pPr algn="l">
              <a:defRPr sz="1350" b="0">
                <a:solidFill>
                  <a:srgbClr val="4D5A68"/>
                </a:solidFill>
                <a:latin typeface="Malgun Gothic"/>
                <a:ea typeface="Malgun Gothic"/>
                <a:cs typeface="Malgun Gothic"/>
              </a:defRPr>
            </a:lvl3pPr>
            <a:lvl4pPr algn="l">
              <a:defRPr sz="1350" b="0">
                <a:solidFill>
                  <a:srgbClr val="4D5A68"/>
                </a:solidFill>
                <a:latin typeface="Malgun Gothic"/>
                <a:ea typeface="Malgun Gothic"/>
                <a:cs typeface="Malgun Gothic"/>
              </a:defRPr>
            </a:lvl4pPr>
            <a:lvl5pPr algn="l">
              <a:defRPr sz="1350" b="0">
                <a:solidFill>
                  <a:srgbClr val="4D5A68"/>
                </a:solidFill>
                <a:latin typeface="Malgun Gothic"/>
                <a:ea typeface="Malgun Gothic"/>
                <a:cs typeface="Malgun Gothic"/>
              </a:defRPr>
            </a:lvl5pPr>
            <a:lvl6pPr algn="l">
              <a:defRPr sz="1350" b="0">
                <a:solidFill>
                  <a:srgbClr val="4D5A68"/>
                </a:solidFill>
                <a:latin typeface="Malgun Gothic"/>
                <a:ea typeface="Malgun Gothic"/>
                <a:cs typeface="Malgun Gothic"/>
              </a:defRPr>
            </a:lvl6pPr>
            <a:lvl7pPr algn="l">
              <a:defRPr sz="1350" b="0">
                <a:solidFill>
                  <a:srgbClr val="4D5A68"/>
                </a:solidFill>
                <a:latin typeface="Malgun Gothic"/>
                <a:ea typeface="Malgun Gothic"/>
                <a:cs typeface="Malgun Gothic"/>
              </a:defRPr>
            </a:lvl7pPr>
            <a:lvl8pPr algn="l">
              <a:defRPr sz="1350" b="0">
                <a:solidFill>
                  <a:srgbClr val="4D5A68"/>
                </a:solidFill>
                <a:latin typeface="Malgun Gothic"/>
                <a:ea typeface="Malgun Gothic"/>
                <a:cs typeface="Malgun Gothic"/>
              </a:defRPr>
            </a:lvl8pPr>
            <a:lvl9pPr algn="l">
              <a:defRPr sz="1350" b="0">
                <a:solidFill>
                  <a:srgbClr val="4D5A68"/>
                </a:solidFill>
                <a:latin typeface="Malgun Gothic"/>
                <a:ea typeface="Malgun Gothic"/>
                <a:cs typeface="Malgun Gothic"/>
              </a:defRPr>
            </a:lvl9pPr>
          </a:lstStyle>
          <a:p xmlns:a="http://schemas.openxmlformats.org/drawingml/2006/main">
            <a:pPr algn="l">
              <a:defRPr sz="1350" b="0">
                <a:solidFill>
                  <a:srgbClr val="4D5A68"/>
                </a:solidFill>
                <a:latin typeface="Malgun Gothic"/>
                <a:ea typeface="Malgun Gothic"/>
                <a:cs typeface="Malgun Gothic"/>
              </a:defRPr>
            </a:pPr>
            <a:r>
              <a:rPr sz="1350" b="0">
                <a:solidFill>
                  <a:srgbClr val="4D5A68"/>
                </a:solidFill>
                <a:latin typeface="Malgun Gothic"/>
                <a:ea typeface="Malgun Gothic"/>
                <a:cs typeface="Malgun Gothic"/>
              </a:rPr>
              <a:t>Ask · 코드 설명 요청</a:t>
            </a:r>
          </a:p>
        </p:txBody>
      </p:sp>
      <p:sp>
        <p:nvSpPr>
          <p:cNvPr id="23" name="1">
            <a:extLst xmlns:a="http://schemas.openxmlformats.org/drawingml/2006/main">
              <a:ext uri="{FF2B5EF4-FFF2-40B4-BE49-F238E27FC236}">
                <a16:creationId xmlns:a16="http://schemas.microsoft.com/office/drawing/2014/main" id="{F5692E71-64A9-4E11-A62C-4587E3C49308}"/>
              </a:ext>
            </a:extLst>
          </p:cNvPr>
          <p:cNvSpPr>
            <a:spLocks xmlns:a="http://schemas.openxmlformats.org/drawingml/2006/main" noGrp="1"/>
          </p:cNvSpPr>
          <p:nvPr/>
        </p:nvSpPr>
        <p:spPr>
          <a:xfrm xmlns:a="http://schemas.openxmlformats.org/drawingml/2006/main">
            <a:off x="609600" y="52578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1</a:t>
            </a:r>
          </a:p>
        </p:txBody>
      </p:sp>
      <p:sp>
        <p:nvSpPr>
          <p:cNvPr id="24" name="코드 선택">
            <a:extLst xmlns:a="http://schemas.openxmlformats.org/drawingml/2006/main">
              <a:ext uri="{FF2B5EF4-FFF2-40B4-BE49-F238E27FC236}">
                <a16:creationId xmlns:a16="http://schemas.microsoft.com/office/drawing/2014/main" id="{EF166AA1-C942-41E1-A771-E19FF0D8D1D3}"/>
              </a:ext>
            </a:extLst>
          </p:cNvPr>
          <p:cNvSpPr>
            <a:spLocks xmlns:a="http://schemas.openxmlformats.org/drawingml/2006/main" noGrp="1"/>
          </p:cNvSpPr>
          <p:nvPr/>
        </p:nvSpPr>
        <p:spPr>
          <a:xfrm xmlns:a="http://schemas.openxmlformats.org/drawingml/2006/main">
            <a:off x="1028700" y="5257800"/>
            <a:ext cx="3086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코드 선택</a:t>
            </a:r>
          </a:p>
        </p:txBody>
      </p:sp>
      <p:sp>
        <p:nvSpPr>
          <p:cNvPr id="25" name="">
            <a:extLst xmlns:a="http://schemas.openxmlformats.org/drawingml/2006/main">
              <a:ext uri="{FF2B5EF4-FFF2-40B4-BE49-F238E27FC236}">
                <a16:creationId xmlns:a16="http://schemas.microsoft.com/office/drawing/2014/main" id="{A85E8458-4B2C-4529-B280-B670D26196B4}"/>
              </a:ext>
            </a:extLst>
          </p:cNvPr>
          <p:cNvSpPr>
            <a:spLocks xmlns:a="http://schemas.openxmlformats.org/drawingml/2006/main" noGrp="1"/>
          </p:cNvSpPr>
          <p:nvPr/>
        </p:nvSpPr>
        <p:spPr>
          <a:xfrm xmlns:a="http://schemas.openxmlformats.org/drawingml/2006/main">
            <a:off x="3524250" y="5438775"/>
            <a:ext cx="5715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26" name="">
            <a:extLst xmlns:a="http://schemas.openxmlformats.org/drawingml/2006/main">
              <a:ext uri="{FF2B5EF4-FFF2-40B4-BE49-F238E27FC236}">
                <a16:creationId xmlns:a16="http://schemas.microsoft.com/office/drawing/2014/main" id="{3E6A11AC-95CA-4F9C-9715-502A6F4BA83E}"/>
              </a:ext>
            </a:extLst>
          </p:cNvPr>
          <p:cNvSpPr>
            <a:spLocks xmlns:a="http://schemas.openxmlformats.org/drawingml/2006/main" noGrp="1"/>
          </p:cNvSpPr>
          <p:nvPr/>
        </p:nvSpPr>
        <p:spPr>
          <a:xfrm xmlns:a="http://schemas.openxmlformats.org/drawingml/2006/main">
            <a:off x="4038600" y="5381625"/>
            <a:ext cx="114300" cy="1143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7" name="2">
            <a:extLst xmlns:a="http://schemas.openxmlformats.org/drawingml/2006/main">
              <a:ext uri="{FF2B5EF4-FFF2-40B4-BE49-F238E27FC236}">
                <a16:creationId xmlns:a16="http://schemas.microsoft.com/office/drawing/2014/main" id="{25092CD2-D2D7-4B98-BF51-6201930B1F22}"/>
              </a:ext>
            </a:extLst>
          </p:cNvPr>
          <p:cNvSpPr>
            <a:spLocks xmlns:a="http://schemas.openxmlformats.org/drawingml/2006/main" noGrp="1"/>
          </p:cNvSpPr>
          <p:nvPr/>
        </p:nvSpPr>
        <p:spPr>
          <a:xfrm xmlns:a="http://schemas.openxmlformats.org/drawingml/2006/main">
            <a:off x="4419600" y="52578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2</a:t>
            </a:r>
          </a:p>
        </p:txBody>
      </p:sp>
      <p:sp>
        <p:nvSpPr>
          <p:cNvPr id="28" name="Context 첨부·확인">
            <a:extLst xmlns:a="http://schemas.openxmlformats.org/drawingml/2006/main">
              <a:ext uri="{FF2B5EF4-FFF2-40B4-BE49-F238E27FC236}">
                <a16:creationId xmlns:a16="http://schemas.microsoft.com/office/drawing/2014/main" id="{A27C692D-E0D8-447F-A415-607F3DAB4141}"/>
              </a:ext>
            </a:extLst>
          </p:cNvPr>
          <p:cNvSpPr>
            <a:spLocks xmlns:a="http://schemas.openxmlformats.org/drawingml/2006/main" noGrp="1"/>
          </p:cNvSpPr>
          <p:nvPr/>
        </p:nvSpPr>
        <p:spPr>
          <a:xfrm xmlns:a="http://schemas.openxmlformats.org/drawingml/2006/main">
            <a:off x="4838700" y="5257800"/>
            <a:ext cx="3086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Context 첨부·확인</a:t>
            </a:r>
          </a:p>
        </p:txBody>
      </p:sp>
      <p:sp>
        <p:nvSpPr>
          <p:cNvPr id="29" name="">
            <a:extLst xmlns:a="http://schemas.openxmlformats.org/drawingml/2006/main">
              <a:ext uri="{FF2B5EF4-FFF2-40B4-BE49-F238E27FC236}">
                <a16:creationId xmlns:a16="http://schemas.microsoft.com/office/drawing/2014/main" id="{2FBA498C-091F-4545-ABA6-E463D4BE28F2}"/>
              </a:ext>
            </a:extLst>
          </p:cNvPr>
          <p:cNvSpPr>
            <a:spLocks xmlns:a="http://schemas.openxmlformats.org/drawingml/2006/main" noGrp="1"/>
          </p:cNvSpPr>
          <p:nvPr/>
        </p:nvSpPr>
        <p:spPr>
          <a:xfrm xmlns:a="http://schemas.openxmlformats.org/drawingml/2006/main">
            <a:off x="7334250" y="5438775"/>
            <a:ext cx="5715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30" name="">
            <a:extLst xmlns:a="http://schemas.openxmlformats.org/drawingml/2006/main">
              <a:ext uri="{FF2B5EF4-FFF2-40B4-BE49-F238E27FC236}">
                <a16:creationId xmlns:a16="http://schemas.microsoft.com/office/drawing/2014/main" id="{2C765941-7B2E-4165-8A6A-F2730B4424C2}"/>
              </a:ext>
            </a:extLst>
          </p:cNvPr>
          <p:cNvSpPr>
            <a:spLocks xmlns:a="http://schemas.openxmlformats.org/drawingml/2006/main" noGrp="1"/>
          </p:cNvSpPr>
          <p:nvPr/>
        </p:nvSpPr>
        <p:spPr>
          <a:xfrm xmlns:a="http://schemas.openxmlformats.org/drawingml/2006/main">
            <a:off x="7848600" y="5381625"/>
            <a:ext cx="114300" cy="1143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1" name="3">
            <a:extLst xmlns:a="http://schemas.openxmlformats.org/drawingml/2006/main">
              <a:ext uri="{FF2B5EF4-FFF2-40B4-BE49-F238E27FC236}">
                <a16:creationId xmlns:a16="http://schemas.microsoft.com/office/drawing/2014/main" id="{CB34179C-E9F1-4E83-8573-53886026220B}"/>
              </a:ext>
            </a:extLst>
          </p:cNvPr>
          <p:cNvSpPr>
            <a:spLocks xmlns:a="http://schemas.openxmlformats.org/drawingml/2006/main" noGrp="1"/>
          </p:cNvSpPr>
          <p:nvPr/>
        </p:nvSpPr>
        <p:spPr>
          <a:xfrm xmlns:a="http://schemas.openxmlformats.org/drawingml/2006/main">
            <a:off x="8229600" y="52578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3</a:t>
            </a:r>
          </a:p>
        </p:txBody>
      </p:sp>
      <p:sp>
        <p:nvSpPr>
          <p:cNvPr id="32" name="질문하고 답 확인">
            <a:extLst xmlns:a="http://schemas.openxmlformats.org/drawingml/2006/main">
              <a:ext uri="{FF2B5EF4-FFF2-40B4-BE49-F238E27FC236}">
                <a16:creationId xmlns:a16="http://schemas.microsoft.com/office/drawing/2014/main" id="{1F3C5990-43BB-413B-9F5E-62BC65E8EEF4}"/>
              </a:ext>
            </a:extLst>
          </p:cNvPr>
          <p:cNvSpPr>
            <a:spLocks xmlns:a="http://schemas.openxmlformats.org/drawingml/2006/main" noGrp="1"/>
          </p:cNvSpPr>
          <p:nvPr/>
        </p:nvSpPr>
        <p:spPr>
          <a:xfrm xmlns:a="http://schemas.openxmlformats.org/drawingml/2006/main">
            <a:off x="8648700" y="5257800"/>
            <a:ext cx="3086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질문하고 답 확인</a:t>
            </a:r>
          </a:p>
        </p:txBody>
      </p:sp>
      <p:sp>
        <p:nvSpPr>
          <p:cNvPr id="33" name="">
            <a:extLst xmlns:a="http://schemas.openxmlformats.org/drawingml/2006/main">
              <a:ext uri="{FF2B5EF4-FFF2-40B4-BE49-F238E27FC236}">
                <a16:creationId xmlns:a16="http://schemas.microsoft.com/office/drawing/2014/main" id="{D835368D-61A3-4E54-A56E-C763FE170941}"/>
              </a:ext>
            </a:extLst>
          </p:cNvPr>
          <p:cNvSpPr>
            <a:spLocks xmlns:a="http://schemas.openxmlformats.org/drawingml/2006/main" noGrp="1"/>
          </p:cNvSpPr>
          <p:nvPr/>
        </p:nvSpPr>
        <p:spPr>
          <a:xfrm xmlns:a="http://schemas.openxmlformats.org/drawingml/2006/main">
            <a:off x="7429500" y="419100"/>
            <a:ext cx="3048000" cy="323850"/>
          </a:xfrm>
          <a:prstGeom xmlns:a="http://schemas.openxmlformats.org/drawingml/2006/main" prst="rect">
            <a:avLst/>
          </a:prstGeom>
          <a:solidFill xmlns:a="http://schemas.openxmlformats.org/drawingml/2006/main">
            <a:srgbClr val="E8EDF3"/>
          </a:solidFill>
          <a:ln xmlns:a="http://schemas.openxmlformats.org/drawingml/2006/main" w="9525">
            <a:solidFill>
              <a:srgbClr val="C7D0DA"/>
            </a:solidFill>
            <a:prstDash val="solid"/>
          </a:ln>
        </p:spPr>
      </p:sp>
      <p:sp>
        <p:nvSpPr>
          <p:cNvPr id="34" name="Practical application tip badge">
            <a:extLst xmlns:a="http://schemas.openxmlformats.org/drawingml/2006/main">
              <a:ext uri="{FF2B5EF4-FFF2-40B4-BE49-F238E27FC236}">
                <a16:creationId xmlns:a16="http://schemas.microsoft.com/office/drawing/2014/main" id="{082FD7B7-88A5-4C12-A1A2-C79F5921C227}"/>
              </a:ext>
            </a:extLst>
          </p:cNvPr>
          <p:cNvSpPr>
            <a:spLocks xmlns:a="http://schemas.openxmlformats.org/drawingml/2006/main" noGrp="1"/>
          </p:cNvSpPr>
          <p:nvPr/>
        </p:nvSpPr>
        <p:spPr>
          <a:xfrm xmlns:a="http://schemas.openxmlformats.org/drawingml/2006/main">
            <a:off x="7524750" y="419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a:solidFill>
                  <a:srgbClr val="17212B"/>
                </a:solidFill>
                <a:latin typeface="Malgun Gothic"/>
                <a:ea typeface="Malgun Gothic"/>
                <a:cs typeface="Malgun Gothic"/>
              </a:defRPr>
            </a:defPPr>
            <a:lvl1pPr algn="l">
              <a:defRPr sz="1350" b="1">
                <a:solidFill>
                  <a:srgbClr val="17212B"/>
                </a:solidFill>
                <a:latin typeface="Malgun Gothic"/>
                <a:ea typeface="Malgun Gothic"/>
                <a:cs typeface="Malgun Gothic"/>
              </a:defRPr>
            </a:lvl1pPr>
            <a:lvl2pPr algn="l">
              <a:defRPr sz="1350" b="1">
                <a:solidFill>
                  <a:srgbClr val="17212B"/>
                </a:solidFill>
                <a:latin typeface="Malgun Gothic"/>
                <a:ea typeface="Malgun Gothic"/>
                <a:cs typeface="Malgun Gothic"/>
              </a:defRPr>
            </a:lvl2pPr>
            <a:lvl3pPr algn="l">
              <a:defRPr sz="1350" b="1">
                <a:solidFill>
                  <a:srgbClr val="17212B"/>
                </a:solidFill>
                <a:latin typeface="Malgun Gothic"/>
                <a:ea typeface="Malgun Gothic"/>
                <a:cs typeface="Malgun Gothic"/>
              </a:defRPr>
            </a:lvl3pPr>
            <a:lvl4pPr algn="l">
              <a:defRPr sz="1350" b="1">
                <a:solidFill>
                  <a:srgbClr val="17212B"/>
                </a:solidFill>
                <a:latin typeface="Malgun Gothic"/>
                <a:ea typeface="Malgun Gothic"/>
                <a:cs typeface="Malgun Gothic"/>
              </a:defRPr>
            </a:lvl4pPr>
            <a:lvl5pPr algn="l">
              <a:defRPr sz="1350" b="1">
                <a:solidFill>
                  <a:srgbClr val="17212B"/>
                </a:solidFill>
                <a:latin typeface="Malgun Gothic"/>
                <a:ea typeface="Malgun Gothic"/>
                <a:cs typeface="Malgun Gothic"/>
              </a:defRPr>
            </a:lvl5pPr>
            <a:lvl6pPr algn="l">
              <a:defRPr sz="1350" b="1">
                <a:solidFill>
                  <a:srgbClr val="17212B"/>
                </a:solidFill>
                <a:latin typeface="Malgun Gothic"/>
                <a:ea typeface="Malgun Gothic"/>
                <a:cs typeface="Malgun Gothic"/>
              </a:defRPr>
            </a:lvl6pPr>
            <a:lvl7pPr algn="l">
              <a:defRPr sz="1350" b="1">
                <a:solidFill>
                  <a:srgbClr val="17212B"/>
                </a:solidFill>
                <a:latin typeface="Malgun Gothic"/>
                <a:ea typeface="Malgun Gothic"/>
                <a:cs typeface="Malgun Gothic"/>
              </a:defRPr>
            </a:lvl7pPr>
            <a:lvl8pPr algn="l">
              <a:defRPr sz="1350" b="1">
                <a:solidFill>
                  <a:srgbClr val="17212B"/>
                </a:solidFill>
                <a:latin typeface="Malgun Gothic"/>
                <a:ea typeface="Malgun Gothic"/>
                <a:cs typeface="Malgun Gothic"/>
              </a:defRPr>
            </a:lvl8pPr>
            <a:lvl9pPr algn="l">
              <a:defRPr sz="1350" b="1">
                <a:solidFill>
                  <a:srgbClr val="17212B"/>
                </a:solidFill>
                <a:latin typeface="Malgun Gothic"/>
                <a:ea typeface="Malgun Gothic"/>
                <a:cs typeface="Malgun Gothic"/>
              </a:defRPr>
            </a:lvl9pPr>
          </a:lstStyle>
          <a:p xmlns:a="http://schemas.openxmlformats.org/drawingml/2006/main">
            <a:pPr algn="l">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실무 적용 팁 · 사용 환경</a:t>
            </a:r>
          </a:p>
        </p:txBody>
      </p:sp>
      <p:sp>
        <p:nvSpPr>
          <p:cNvPr id="35" name="Legacy module connection">
            <a:extLst xmlns:a="http://schemas.openxmlformats.org/drawingml/2006/main">
              <a:ext uri="{FF2B5EF4-FFF2-40B4-BE49-F238E27FC236}">
                <a16:creationId xmlns:a16="http://schemas.microsoft.com/office/drawing/2014/main" id="{C8D6FD88-B395-497F-9FF2-F7B650E2C2A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159246186"/>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4" name="ACT 0 · Visual Studio에서 디버깅할 때 살펴보던 정보">
            <a:extLst xmlns:a="http://schemas.openxmlformats.org/drawingml/2006/main">
              <a:ext uri="{FF2B5EF4-FFF2-40B4-BE49-F238E27FC236}">
                <a16:creationId xmlns:a16="http://schemas.microsoft.com/office/drawing/2014/main" id="{A6DEAD16-4F9E-4C36-80C5-BA93F904A63D}"/>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Visual Studio에서 디버깅할 때 살펴보던 정보</a:t>
            </a:r>
          </a:p>
        </p:txBody>
      </p:sp>
      <p:sp>
        <p:nvSpPr>
          <p:cNvPr id="2" name="S04">
            <a:extLst xmlns:a="http://schemas.openxmlformats.org/drawingml/2006/main">
              <a:ext uri="{FF2B5EF4-FFF2-40B4-BE49-F238E27FC236}">
                <a16:creationId xmlns:a16="http://schemas.microsoft.com/office/drawing/2014/main" id="{D4EF2790-A2B8-42E4-AB21-5230404AD1C9}"/>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S05</a:t>
            </a:r>
          </a:p>
        </p:txBody>
      </p:sp>
      <p:sp>
        <p:nvSpPr>
          <p:cNvPr id="3" name="질문이 커지면 Context를 모으는 일이 생긴다">
            <a:extLst xmlns:a="http://schemas.openxmlformats.org/drawingml/2006/main">
              <a:ext uri="{FF2B5EF4-FFF2-40B4-BE49-F238E27FC236}">
                <a16:creationId xmlns:a16="http://schemas.microsoft.com/office/drawing/2014/main" id="{67462F48-5A20-439A-9171-9BC8F1021F0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질문이 커지면 Context를 모으는 일이 생긴다</a:t>
            </a:r>
          </a:p>
        </p:txBody>
      </p:sp>
      <p:sp>
        <p:nvSpPr>
          <p:cNvPr id="4" name="">
            <a:extLst xmlns:a="http://schemas.openxmlformats.org/drawingml/2006/main">
              <a:ext uri="{FF2B5EF4-FFF2-40B4-BE49-F238E27FC236}">
                <a16:creationId xmlns:a16="http://schemas.microsoft.com/office/drawing/2014/main" id="{05B6F894-2992-423E-8897-1A312A83E1FB}"/>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Visual Studio 사용자의 디버깅 정보를 설명하는 교육용 병렬 도식">
            <a:extLst xmlns:a="http://schemas.openxmlformats.org/drawingml/2006/main">
              <a:ext uri="{FF2B5EF4-FFF2-40B4-BE49-F238E27FC236}">
                <a16:creationId xmlns:a16="http://schemas.microsoft.com/office/drawing/2014/main" id="{8E81EA5A-1764-41CD-AE58-001A54E68CBC}"/>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Visual Studio 사용자의 디버깅 정보를 설명하는 교육용 병렬 도식</a:t>
            </a:r>
          </a:p>
        </p:txBody>
      </p:sp>
      <p:sp>
        <p:nvSpPr>
          <p:cNvPr id="6" name="특정 Trial의 실제 화면이 아닙니다. 명세서는 IDE 밖에서도 함께 참고하는 문서입니다.">
            <a:extLst xmlns:a="http://schemas.openxmlformats.org/drawingml/2006/main">
              <a:ext uri="{FF2B5EF4-FFF2-40B4-BE49-F238E27FC236}">
                <a16:creationId xmlns:a16="http://schemas.microsoft.com/office/drawing/2014/main" id="{4F2B556C-1B14-4401-B186-A078665264A0}"/>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특정 Trial의 실제 화면이 아닙니다. 명세서는 IDE 밖에서도 함께 참고하는 문서입니다.</a:t>
            </a:r>
          </a:p>
        </p:txBody>
      </p:sp>
      <p:sp>
        <p:nvSpPr>
          <p:cNvPr id="7" name="“결과가 기대와 다르다” — 우리는 어디를 살펴볼까?">
            <a:extLst xmlns:a="http://schemas.openxmlformats.org/drawingml/2006/main">
              <a:ext uri="{FF2B5EF4-FFF2-40B4-BE49-F238E27FC236}">
                <a16:creationId xmlns:a16="http://schemas.microsoft.com/office/drawing/2014/main" id="{2E25A515-94D8-402B-92A1-F313EB5D3167}"/>
              </a:ext>
            </a:extLst>
          </p:cNvPr>
          <p:cNvSpPr>
            <a:spLocks xmlns:a="http://schemas.openxmlformats.org/drawingml/2006/main" noGrp="1"/>
          </p:cNvSpPr>
          <p:nvPr/>
        </p:nvSpPr>
        <p:spPr>
          <a:xfrm xmlns:a="http://schemas.openxmlformats.org/drawingml/2006/main">
            <a:off x="609600" y="1657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“결과가 기대와 다르다” — 우리는 어디를 살펴볼까?</a:t>
            </a:r>
          </a:p>
        </p:txBody>
      </p:sp>
      <p:sp>
        <p:nvSpPr>
          <p:cNvPr id="8" name="">
            <a:extLst xmlns:a="http://schemas.openxmlformats.org/drawingml/2006/main">
              <a:ext uri="{FF2B5EF4-FFF2-40B4-BE49-F238E27FC236}">
                <a16:creationId xmlns:a16="http://schemas.microsoft.com/office/drawing/2014/main" id="{3315060D-1BF8-4E26-9117-9247C4664859}"/>
              </a:ext>
            </a:extLst>
          </p:cNvPr>
          <p:cNvSpPr>
            <a:spLocks xmlns:a="http://schemas.openxmlformats.org/drawingml/2006/main" noGrp="1"/>
          </p:cNvSpPr>
          <p:nvPr/>
        </p:nvSpPr>
        <p:spPr>
          <a:xfrm xmlns:a="http://schemas.openxmlformats.org/drawingml/2006/main">
            <a:off x="609600" y="2238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테스트 탐색기">
            <a:extLst xmlns:a="http://schemas.openxmlformats.org/drawingml/2006/main">
              <a:ext uri="{FF2B5EF4-FFF2-40B4-BE49-F238E27FC236}">
                <a16:creationId xmlns:a16="http://schemas.microsoft.com/office/drawing/2014/main" id="{E8FF34EF-378A-49F2-B368-6E5DC25E2195}"/>
              </a:ext>
            </a:extLst>
          </p:cNvPr>
          <p:cNvSpPr>
            <a:spLocks xmlns:a="http://schemas.openxmlformats.org/drawingml/2006/main" noGrp="1"/>
          </p:cNvSpPr>
          <p:nvPr/>
        </p:nvSpPr>
        <p:spPr>
          <a:xfrm xmlns:a="http://schemas.openxmlformats.org/drawingml/2006/main">
            <a:off x="800100" y="2333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테스트 탐색기</a:t>
            </a:r>
          </a:p>
        </p:txBody>
      </p:sp>
      <p:sp>
        <p:nvSpPr>
          <p:cNvPr id="10" name="">
            <a:extLst xmlns:a="http://schemas.openxmlformats.org/drawingml/2006/main">
              <a:ext uri="{FF2B5EF4-FFF2-40B4-BE49-F238E27FC236}">
                <a16:creationId xmlns:a16="http://schemas.microsoft.com/office/drawing/2014/main" id="{0E1C3625-41EF-4EC3-B31D-484F0DF75B03}"/>
              </a:ext>
            </a:extLst>
          </p:cNvPr>
          <p:cNvSpPr>
            <a:spLocks xmlns:a="http://schemas.openxmlformats.org/drawingml/2006/main" noGrp="1"/>
          </p:cNvSpPr>
          <p:nvPr/>
        </p:nvSpPr>
        <p:spPr>
          <a:xfrm xmlns:a="http://schemas.openxmlformats.org/drawingml/2006/main">
            <a:off x="800100" y="2714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실패한 테스트&#10;기대값과 실제값">
            <a:extLst xmlns:a="http://schemas.openxmlformats.org/drawingml/2006/main">
              <a:ext uri="{FF2B5EF4-FFF2-40B4-BE49-F238E27FC236}">
                <a16:creationId xmlns:a16="http://schemas.microsoft.com/office/drawing/2014/main" id="{8EF0CF5B-54B8-464A-B022-15568E5BA4FF}"/>
              </a:ext>
            </a:extLst>
          </p:cNvPr>
          <p:cNvSpPr>
            <a:spLocks xmlns:a="http://schemas.openxmlformats.org/drawingml/2006/main" noGrp="1"/>
          </p:cNvSpPr>
          <p:nvPr/>
        </p:nvSpPr>
        <p:spPr>
          <a:xfrm xmlns:a="http://schemas.openxmlformats.org/drawingml/2006/main">
            <a:off x="800100" y="2800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실패한 테스트</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기대값과 실제값</a:t>
            </a:r>
          </a:p>
        </p:txBody>
      </p:sp>
      <p:sp>
        <p:nvSpPr>
          <p:cNvPr id="12" name="">
            <a:extLst xmlns:a="http://schemas.openxmlformats.org/drawingml/2006/main">
              <a:ext uri="{FF2B5EF4-FFF2-40B4-BE49-F238E27FC236}">
                <a16:creationId xmlns:a16="http://schemas.microsoft.com/office/drawing/2014/main" id="{A91A22B1-16DA-47F3-8CE2-7E8D0569D695}"/>
              </a:ext>
            </a:extLst>
          </p:cNvPr>
          <p:cNvSpPr>
            <a:spLocks xmlns:a="http://schemas.openxmlformats.org/drawingml/2006/main" noGrp="1"/>
          </p:cNvSpPr>
          <p:nvPr/>
        </p:nvSpPr>
        <p:spPr>
          <a:xfrm xmlns:a="http://schemas.openxmlformats.org/drawingml/2006/main">
            <a:off x="4343400" y="2238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3" name="호출 스택">
            <a:extLst xmlns:a="http://schemas.openxmlformats.org/drawingml/2006/main">
              <a:ext uri="{FF2B5EF4-FFF2-40B4-BE49-F238E27FC236}">
                <a16:creationId xmlns:a16="http://schemas.microsoft.com/office/drawing/2014/main" id="{E429C78A-E4A4-425A-8ABE-745D2EAA7105}"/>
              </a:ext>
            </a:extLst>
          </p:cNvPr>
          <p:cNvSpPr>
            <a:spLocks xmlns:a="http://schemas.openxmlformats.org/drawingml/2006/main" noGrp="1"/>
          </p:cNvSpPr>
          <p:nvPr/>
        </p:nvSpPr>
        <p:spPr>
          <a:xfrm xmlns:a="http://schemas.openxmlformats.org/drawingml/2006/main">
            <a:off x="4533900" y="2333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호출 스택</a:t>
            </a:r>
          </a:p>
        </p:txBody>
      </p:sp>
      <p:sp>
        <p:nvSpPr>
          <p:cNvPr id="14" name="">
            <a:extLst xmlns:a="http://schemas.openxmlformats.org/drawingml/2006/main">
              <a:ext uri="{FF2B5EF4-FFF2-40B4-BE49-F238E27FC236}">
                <a16:creationId xmlns:a16="http://schemas.microsoft.com/office/drawing/2014/main" id="{63B185F6-F6E9-466C-B4DE-7A26F920EFDB}"/>
              </a:ext>
            </a:extLst>
          </p:cNvPr>
          <p:cNvSpPr>
            <a:spLocks xmlns:a="http://schemas.openxmlformats.org/drawingml/2006/main" noGrp="1"/>
          </p:cNvSpPr>
          <p:nvPr/>
        </p:nvSpPr>
        <p:spPr>
          <a:xfrm xmlns:a="http://schemas.openxmlformats.org/drawingml/2006/main">
            <a:off x="4533900" y="2714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어디서 호출됐나?&#10;함수와 호출 순서">
            <a:extLst xmlns:a="http://schemas.openxmlformats.org/drawingml/2006/main">
              <a:ext uri="{FF2B5EF4-FFF2-40B4-BE49-F238E27FC236}">
                <a16:creationId xmlns:a16="http://schemas.microsoft.com/office/drawing/2014/main" id="{D418147A-8328-4CA9-BE3F-20283219858E}"/>
              </a:ext>
            </a:extLst>
          </p:cNvPr>
          <p:cNvSpPr>
            <a:spLocks xmlns:a="http://schemas.openxmlformats.org/drawingml/2006/main" noGrp="1"/>
          </p:cNvSpPr>
          <p:nvPr/>
        </p:nvSpPr>
        <p:spPr>
          <a:xfrm xmlns:a="http://schemas.openxmlformats.org/drawingml/2006/main">
            <a:off x="4533900" y="2800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어디서 호출됐나?</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함수와 호출 순서</a:t>
            </a:r>
          </a:p>
        </p:txBody>
      </p:sp>
      <p:sp>
        <p:nvSpPr>
          <p:cNvPr id="16" name="">
            <a:extLst xmlns:a="http://schemas.openxmlformats.org/drawingml/2006/main">
              <a:ext uri="{FF2B5EF4-FFF2-40B4-BE49-F238E27FC236}">
                <a16:creationId xmlns:a16="http://schemas.microsoft.com/office/drawing/2014/main" id="{1EA8EFCB-BD06-40F3-A855-A40DBE3646AD}"/>
              </a:ext>
            </a:extLst>
          </p:cNvPr>
          <p:cNvSpPr>
            <a:spLocks xmlns:a="http://schemas.openxmlformats.org/drawingml/2006/main" noGrp="1"/>
          </p:cNvSpPr>
          <p:nvPr/>
        </p:nvSpPr>
        <p:spPr>
          <a:xfrm xmlns:a="http://schemas.openxmlformats.org/drawingml/2006/main">
            <a:off x="8077200" y="2238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7" name="소스·참조">
            <a:extLst xmlns:a="http://schemas.openxmlformats.org/drawingml/2006/main">
              <a:ext uri="{FF2B5EF4-FFF2-40B4-BE49-F238E27FC236}">
                <a16:creationId xmlns:a16="http://schemas.microsoft.com/office/drawing/2014/main" id="{0A14F68E-F3E3-4CD0-B01F-5DB8B62C2800}"/>
              </a:ext>
            </a:extLst>
          </p:cNvPr>
          <p:cNvSpPr>
            <a:spLocks xmlns:a="http://schemas.openxmlformats.org/drawingml/2006/main" noGrp="1"/>
          </p:cNvSpPr>
          <p:nvPr/>
        </p:nvSpPr>
        <p:spPr>
          <a:xfrm xmlns:a="http://schemas.openxmlformats.org/drawingml/2006/main">
            <a:off x="8267700" y="2333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소스·참조</a:t>
            </a:r>
          </a:p>
        </p:txBody>
      </p:sp>
      <p:sp>
        <p:nvSpPr>
          <p:cNvPr id="18" name="">
            <a:extLst xmlns:a="http://schemas.openxmlformats.org/drawingml/2006/main">
              <a:ext uri="{FF2B5EF4-FFF2-40B4-BE49-F238E27FC236}">
                <a16:creationId xmlns:a16="http://schemas.microsoft.com/office/drawing/2014/main" id="{CA7061F0-90E2-4C30-BF4D-C24CE9DDB4D2}"/>
              </a:ext>
            </a:extLst>
          </p:cNvPr>
          <p:cNvSpPr>
            <a:spLocks xmlns:a="http://schemas.openxmlformats.org/drawingml/2006/main" noGrp="1"/>
          </p:cNvSpPr>
          <p:nvPr/>
        </p:nvSpPr>
        <p:spPr>
          <a:xfrm xmlns:a="http://schemas.openxmlformats.org/drawingml/2006/main">
            <a:off x="8267700" y="2714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관련 구현과 호출부&#10;코드의 분기">
            <a:extLst xmlns:a="http://schemas.openxmlformats.org/drawingml/2006/main">
              <a:ext uri="{FF2B5EF4-FFF2-40B4-BE49-F238E27FC236}">
                <a16:creationId xmlns:a16="http://schemas.microsoft.com/office/drawing/2014/main" id="{092EAC80-04D6-470A-9051-34946CD95D16}"/>
              </a:ext>
            </a:extLst>
          </p:cNvPr>
          <p:cNvSpPr>
            <a:spLocks xmlns:a="http://schemas.openxmlformats.org/drawingml/2006/main" noGrp="1"/>
          </p:cNvSpPr>
          <p:nvPr/>
        </p:nvSpPr>
        <p:spPr>
          <a:xfrm xmlns:a="http://schemas.openxmlformats.org/drawingml/2006/main">
            <a:off x="8267700" y="2800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관련 구현과 호출부</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코드의 분기</a:t>
            </a:r>
          </a:p>
        </p:txBody>
      </p:sp>
      <p:sp>
        <p:nvSpPr>
          <p:cNvPr id="20" name="">
            <a:extLst xmlns:a="http://schemas.openxmlformats.org/drawingml/2006/main">
              <a:ext uri="{FF2B5EF4-FFF2-40B4-BE49-F238E27FC236}">
                <a16:creationId xmlns:a16="http://schemas.microsoft.com/office/drawing/2014/main" id="{2FD29178-F603-455F-8002-B2233868F6B3}"/>
              </a:ext>
            </a:extLst>
          </p:cNvPr>
          <p:cNvSpPr>
            <a:spLocks xmlns:a="http://schemas.openxmlformats.org/drawingml/2006/main" noGrp="1"/>
          </p:cNvSpPr>
          <p:nvPr/>
        </p:nvSpPr>
        <p:spPr>
          <a:xfrm xmlns:a="http://schemas.openxmlformats.org/drawingml/2006/main">
            <a:off x="609600" y="3762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1" name="지역 변수·조사식">
            <a:extLst xmlns:a="http://schemas.openxmlformats.org/drawingml/2006/main">
              <a:ext uri="{FF2B5EF4-FFF2-40B4-BE49-F238E27FC236}">
                <a16:creationId xmlns:a16="http://schemas.microsoft.com/office/drawing/2014/main" id="{43A9ECD3-987D-417E-9CCA-B60295A237B2}"/>
              </a:ext>
            </a:extLst>
          </p:cNvPr>
          <p:cNvSpPr>
            <a:spLocks xmlns:a="http://schemas.openxmlformats.org/drawingml/2006/main" noGrp="1"/>
          </p:cNvSpPr>
          <p:nvPr/>
        </p:nvSpPr>
        <p:spPr>
          <a:xfrm xmlns:a="http://schemas.openxmlformats.org/drawingml/2006/main">
            <a:off x="800100" y="3857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지역 변수·조사식</a:t>
            </a:r>
          </a:p>
        </p:txBody>
      </p:sp>
      <p:sp>
        <p:nvSpPr>
          <p:cNvPr id="22" name="">
            <a:extLst xmlns:a="http://schemas.openxmlformats.org/drawingml/2006/main">
              <a:ext uri="{FF2B5EF4-FFF2-40B4-BE49-F238E27FC236}">
                <a16:creationId xmlns:a16="http://schemas.microsoft.com/office/drawing/2014/main" id="{C43A506C-87E0-45C2-9B49-04AA9A20999E}"/>
              </a:ext>
            </a:extLst>
          </p:cNvPr>
          <p:cNvSpPr>
            <a:spLocks xmlns:a="http://schemas.openxmlformats.org/drawingml/2006/main" noGrp="1"/>
          </p:cNvSpPr>
          <p:nvPr/>
        </p:nvSpPr>
        <p:spPr>
          <a:xfrm xmlns:a="http://schemas.openxmlformats.org/drawingml/2006/main">
            <a:off x="800100" y="4238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멈춘 지점의 입력&#10;변수의 실제 값">
            <a:extLst xmlns:a="http://schemas.openxmlformats.org/drawingml/2006/main">
              <a:ext uri="{FF2B5EF4-FFF2-40B4-BE49-F238E27FC236}">
                <a16:creationId xmlns:a16="http://schemas.microsoft.com/office/drawing/2014/main" id="{4F51E471-DE4D-4EDC-879C-E8F6A0AC4BE8}"/>
              </a:ext>
            </a:extLst>
          </p:cNvPr>
          <p:cNvSpPr>
            <a:spLocks xmlns:a="http://schemas.openxmlformats.org/drawingml/2006/main" noGrp="1"/>
          </p:cNvSpPr>
          <p:nvPr/>
        </p:nvSpPr>
        <p:spPr>
          <a:xfrm xmlns:a="http://schemas.openxmlformats.org/drawingml/2006/main">
            <a:off x="800100" y="4324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멈춘 지점의 입력</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변수의 실제 값</a:t>
            </a:r>
          </a:p>
        </p:txBody>
      </p:sp>
      <p:sp>
        <p:nvSpPr>
          <p:cNvPr id="24" name="">
            <a:extLst xmlns:a="http://schemas.openxmlformats.org/drawingml/2006/main">
              <a:ext uri="{FF2B5EF4-FFF2-40B4-BE49-F238E27FC236}">
                <a16:creationId xmlns:a16="http://schemas.microsoft.com/office/drawing/2014/main" id="{89FC855C-542C-4C17-A5D0-7FA196D69AAC}"/>
              </a:ext>
            </a:extLst>
          </p:cNvPr>
          <p:cNvSpPr>
            <a:spLocks xmlns:a="http://schemas.openxmlformats.org/drawingml/2006/main" noGrp="1"/>
          </p:cNvSpPr>
          <p:nvPr/>
        </p:nvSpPr>
        <p:spPr>
          <a:xfrm xmlns:a="http://schemas.openxmlformats.org/drawingml/2006/main">
            <a:off x="4343400" y="3762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5" name="출력·로그">
            <a:extLst xmlns:a="http://schemas.openxmlformats.org/drawingml/2006/main">
              <a:ext uri="{FF2B5EF4-FFF2-40B4-BE49-F238E27FC236}">
                <a16:creationId xmlns:a16="http://schemas.microsoft.com/office/drawing/2014/main" id="{09E604F2-FA77-4D19-A18B-C86378B58829}"/>
              </a:ext>
            </a:extLst>
          </p:cNvPr>
          <p:cNvSpPr>
            <a:spLocks xmlns:a="http://schemas.openxmlformats.org/drawingml/2006/main" noGrp="1"/>
          </p:cNvSpPr>
          <p:nvPr/>
        </p:nvSpPr>
        <p:spPr>
          <a:xfrm xmlns:a="http://schemas.openxmlformats.org/drawingml/2006/main">
            <a:off x="4533900" y="3857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출력·로그</a:t>
            </a:r>
          </a:p>
        </p:txBody>
      </p:sp>
      <p:sp>
        <p:nvSpPr>
          <p:cNvPr id="26" name="">
            <a:extLst xmlns:a="http://schemas.openxmlformats.org/drawingml/2006/main">
              <a:ext uri="{FF2B5EF4-FFF2-40B4-BE49-F238E27FC236}">
                <a16:creationId xmlns:a16="http://schemas.microsoft.com/office/drawing/2014/main" id="{58C329F9-F31D-4C00-8E89-924E95289BBD}"/>
              </a:ext>
            </a:extLst>
          </p:cNvPr>
          <p:cNvSpPr>
            <a:spLocks xmlns:a="http://schemas.openxmlformats.org/drawingml/2006/main" noGrp="1"/>
          </p:cNvSpPr>
          <p:nvPr/>
        </p:nvSpPr>
        <p:spPr>
          <a:xfrm xmlns:a="http://schemas.openxmlformats.org/drawingml/2006/main">
            <a:off x="4533900" y="4238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7" name="빌드·실행 메시지&#10;오류가 난 시점">
            <a:extLst xmlns:a="http://schemas.openxmlformats.org/drawingml/2006/main">
              <a:ext uri="{FF2B5EF4-FFF2-40B4-BE49-F238E27FC236}">
                <a16:creationId xmlns:a16="http://schemas.microsoft.com/office/drawing/2014/main" id="{1E48662D-A10F-4AA2-8384-13DBEFD3A6E0}"/>
              </a:ext>
            </a:extLst>
          </p:cNvPr>
          <p:cNvSpPr>
            <a:spLocks xmlns:a="http://schemas.openxmlformats.org/drawingml/2006/main" noGrp="1"/>
          </p:cNvSpPr>
          <p:nvPr/>
        </p:nvSpPr>
        <p:spPr>
          <a:xfrm xmlns:a="http://schemas.openxmlformats.org/drawingml/2006/main">
            <a:off x="4533900" y="4324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빌드·실행 메시지</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오류가 난 시점</a:t>
            </a:r>
          </a:p>
        </p:txBody>
      </p:sp>
      <p:sp>
        <p:nvSpPr>
          <p:cNvPr id="28" name="">
            <a:extLst xmlns:a="http://schemas.openxmlformats.org/drawingml/2006/main">
              <a:ext uri="{FF2B5EF4-FFF2-40B4-BE49-F238E27FC236}">
                <a16:creationId xmlns:a16="http://schemas.microsoft.com/office/drawing/2014/main" id="{FAD4B609-23A4-41AB-A04E-BC7BCFFA57C7}"/>
              </a:ext>
            </a:extLst>
          </p:cNvPr>
          <p:cNvSpPr>
            <a:spLocks xmlns:a="http://schemas.openxmlformats.org/drawingml/2006/main" noGrp="1"/>
          </p:cNvSpPr>
          <p:nvPr/>
        </p:nvSpPr>
        <p:spPr>
          <a:xfrm xmlns:a="http://schemas.openxmlformats.org/drawingml/2006/main">
            <a:off x="8077200" y="3762375"/>
            <a:ext cx="350520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9" name="명세서 · 외부 문서">
            <a:extLst xmlns:a="http://schemas.openxmlformats.org/drawingml/2006/main">
              <a:ext uri="{FF2B5EF4-FFF2-40B4-BE49-F238E27FC236}">
                <a16:creationId xmlns:a16="http://schemas.microsoft.com/office/drawing/2014/main" id="{82BA5881-5ED1-4069-9577-0BD1E49DEE2D}"/>
              </a:ext>
            </a:extLst>
          </p:cNvPr>
          <p:cNvSpPr>
            <a:spLocks xmlns:a="http://schemas.openxmlformats.org/drawingml/2006/main" noGrp="1"/>
          </p:cNvSpPr>
          <p:nvPr/>
        </p:nvSpPr>
        <p:spPr>
          <a:xfrm xmlns:a="http://schemas.openxmlformats.org/drawingml/2006/main">
            <a:off x="8267700" y="3857625"/>
            <a:ext cx="312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명세서 · 외부 문서</a:t>
            </a:r>
          </a:p>
        </p:txBody>
      </p:sp>
      <p:sp>
        <p:nvSpPr>
          <p:cNvPr id="30" name="">
            <a:extLst xmlns:a="http://schemas.openxmlformats.org/drawingml/2006/main">
              <a:ext uri="{FF2B5EF4-FFF2-40B4-BE49-F238E27FC236}">
                <a16:creationId xmlns:a16="http://schemas.microsoft.com/office/drawing/2014/main" id="{83066479-6905-49DA-9D59-734B11B3CDB8}"/>
              </a:ext>
            </a:extLst>
          </p:cNvPr>
          <p:cNvSpPr>
            <a:spLocks xmlns:a="http://schemas.openxmlformats.org/drawingml/2006/main" noGrp="1"/>
          </p:cNvSpPr>
          <p:nvPr/>
        </p:nvSpPr>
        <p:spPr>
          <a:xfrm xmlns:a="http://schemas.openxmlformats.org/drawingml/2006/main">
            <a:off x="8267700" y="4238625"/>
            <a:ext cx="3124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31" name="기대하는 동작&#10;입력 범위·예외 조건">
            <a:extLst xmlns:a="http://schemas.openxmlformats.org/drawingml/2006/main">
              <a:ext uri="{FF2B5EF4-FFF2-40B4-BE49-F238E27FC236}">
                <a16:creationId xmlns:a16="http://schemas.microsoft.com/office/drawing/2014/main" id="{20E9161E-C6FD-48BF-AE1C-7479B396BE9F}"/>
              </a:ext>
            </a:extLst>
          </p:cNvPr>
          <p:cNvSpPr>
            <a:spLocks xmlns:a="http://schemas.openxmlformats.org/drawingml/2006/main" noGrp="1"/>
          </p:cNvSpPr>
          <p:nvPr/>
        </p:nvSpPr>
        <p:spPr>
          <a:xfrm xmlns:a="http://schemas.openxmlformats.org/drawingml/2006/main">
            <a:off x="8267700" y="43243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기대하는 동작</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입력 범위·예외 조건</a:t>
            </a:r>
          </a:p>
        </p:txBody>
      </p:sp>
      <p:sp>
        <p:nvSpPr>
          <p:cNvPr id="32" name="이 정보 하나하나가 Context다.">
            <a:extLst xmlns:a="http://schemas.openxmlformats.org/drawingml/2006/main">
              <a:ext uri="{FF2B5EF4-FFF2-40B4-BE49-F238E27FC236}">
                <a16:creationId xmlns:a16="http://schemas.microsoft.com/office/drawing/2014/main" id="{A28238A5-AC63-4C66-9142-34F0E95B21A1}"/>
              </a:ext>
            </a:extLst>
          </p:cNvPr>
          <p:cNvSpPr>
            <a:spLocks xmlns:a="http://schemas.openxmlformats.org/drawingml/2006/main" noGrp="1"/>
          </p:cNvSpPr>
          <p:nvPr/>
        </p:nvSpPr>
        <p:spPr>
          <a:xfrm xmlns:a="http://schemas.openxmlformats.org/drawingml/2006/main">
            <a:off x="609600" y="5257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이 정보 하나하나가 Context다.</a:t>
            </a:r>
          </a:p>
        </p:txBody>
      </p:sp>
      <p:sp>
        <p:nvSpPr>
          <p:cNvPr id="33" name="Legacy module connection">
            <a:extLst xmlns:a="http://schemas.openxmlformats.org/drawingml/2006/main">
              <a:ext uri="{FF2B5EF4-FFF2-40B4-BE49-F238E27FC236}">
                <a16:creationId xmlns:a16="http://schemas.microsoft.com/office/drawing/2014/main" id="{C5251733-5852-44CF-9D34-73075B2DE9D5}"/>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 · M6</a:t>
            </a:r>
          </a:p>
        </p:txBody>
      </p:sp>
    </p:spTree>
    <p:extLst>
      <p:ext uri="{BB962C8B-B14F-4D97-AF65-F5344CB8AC3E}">
        <p14:creationId xmlns:p14="http://schemas.microsoft.com/office/powerpoint/2010/main" val="1941314641"/>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0" name="ACT 0 · Repository 조사 관찰">
            <a:extLst xmlns:a="http://schemas.openxmlformats.org/drawingml/2006/main">
              <a:ext uri="{FF2B5EF4-FFF2-40B4-BE49-F238E27FC236}">
                <a16:creationId xmlns:a16="http://schemas.microsoft.com/office/drawing/2014/main" id="{16D3D866-89F2-46A4-92E2-156AB887176E}"/>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Repository 조사 관찰</a:t>
            </a:r>
          </a:p>
        </p:txBody>
      </p:sp>
      <p:sp>
        <p:nvSpPr>
          <p:cNvPr id="2" name="S05">
            <a:extLst xmlns:a="http://schemas.openxmlformats.org/drawingml/2006/main">
              <a:ext uri="{FF2B5EF4-FFF2-40B4-BE49-F238E27FC236}">
                <a16:creationId xmlns:a16="http://schemas.microsoft.com/office/drawing/2014/main" id="{C4D0F87F-9494-48C1-BD0C-B8AF03EF58BF}"/>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S06</a:t>
            </a:r>
          </a:p>
        </p:txBody>
      </p:sp>
      <p:sp>
        <p:nvSpPr>
          <p:cNvPr id="3" name="파일명을 주지 않으면 Agent는 어디부터 볼까?">
            <a:extLst xmlns:a="http://schemas.openxmlformats.org/drawingml/2006/main">
              <a:ext uri="{FF2B5EF4-FFF2-40B4-BE49-F238E27FC236}">
                <a16:creationId xmlns:a16="http://schemas.microsoft.com/office/drawing/2014/main" id="{A0E3A0D5-1309-4980-AB4B-3F7C193B0F10}"/>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파일명을 주지 않으면 Agent는 어디부터 볼까?</a:t>
            </a:r>
          </a:p>
        </p:txBody>
      </p:sp>
      <p:sp>
        <p:nvSpPr>
          <p:cNvPr id="4" name="">
            <a:extLst xmlns:a="http://schemas.openxmlformats.org/drawingml/2006/main">
              <a:ext uri="{FF2B5EF4-FFF2-40B4-BE49-F238E27FC236}">
                <a16:creationId xmlns:a16="http://schemas.microsoft.com/office/drawing/2014/main" id="{7727CDA4-03A4-457F-B70A-94A98C8A1F31}"/>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실제 요청: TRIAL-001 · Codex CLI 0.154.0 · macOS · 읽기 전용">
            <a:extLst xmlns:a="http://schemas.openxmlformats.org/drawingml/2006/main">
              <a:ext uri="{FF2B5EF4-FFF2-40B4-BE49-F238E27FC236}">
                <a16:creationId xmlns:a16="http://schemas.microsoft.com/office/drawing/2014/main" id="{60EC0C38-2F2C-4F1C-92FA-982B6253631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실제 요청: TRIAL-001 · Codex CLI 0.154.0 · macOS · 읽기 전용</a:t>
            </a:r>
          </a:p>
        </p:txBody>
      </p:sp>
      <p:sp>
        <p:nvSpPr>
          <p:cNvPr id="6" name="우측은 가상 GoogleTest 예시 · 실제 Trial은 Python unittest · 현재 Deskto">
            <a:extLst xmlns:a="http://schemas.openxmlformats.org/drawingml/2006/main">
              <a:ext uri="{FF2B5EF4-FFF2-40B4-BE49-F238E27FC236}">
                <a16:creationId xmlns:a16="http://schemas.microsoft.com/office/drawing/2014/main" id="{0E0B4B91-7DFA-4FCA-9B5F-0BDC2C200F6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우측은 가상 GoogleTest 예시 · 실제 Trial은 Python unittest · 현재 Desktop은 미검증</a:t>
            </a:r>
          </a:p>
        </p:txBody>
      </p:sp>
      <p:sp>
        <p:nvSpPr>
          <p:cNvPr id="7" name="TRIAL-001의 실제 조사 요청">
            <a:extLst xmlns:a="http://schemas.openxmlformats.org/drawingml/2006/main">
              <a:ext uri="{FF2B5EF4-FFF2-40B4-BE49-F238E27FC236}">
                <a16:creationId xmlns:a16="http://schemas.microsoft.com/office/drawing/2014/main" id="{EF970A35-7F57-4F1A-94CD-CD39B5E46730}"/>
              </a:ext>
            </a:extLst>
          </p:cNvPr>
          <p:cNvSpPr>
            <a:spLocks xmlns:a="http://schemas.openxmlformats.org/drawingml/2006/main" noGrp="1"/>
          </p:cNvSpPr>
          <p:nvPr/>
        </p:nvSpPr>
        <p:spPr>
          <a:xfrm xmlns:a="http://schemas.openxmlformats.org/drawingml/2006/main">
            <a:off x="609600" y="1724025"/>
            <a:ext cx="647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TRIAL-001의 실제 조사 요청</a:t>
            </a:r>
          </a:p>
        </p:txBody>
      </p:sp>
      <p:sp>
        <p:nvSpPr>
          <p:cNvPr id="8" name="실패 하나가 있는 상황">
            <a:extLst xmlns:a="http://schemas.openxmlformats.org/drawingml/2006/main">
              <a:ext uri="{FF2B5EF4-FFF2-40B4-BE49-F238E27FC236}">
                <a16:creationId xmlns:a16="http://schemas.microsoft.com/office/drawing/2014/main" id="{FEA64C4B-26C8-4F00-988B-0B8013B30B04}"/>
              </a:ext>
            </a:extLst>
          </p:cNvPr>
          <p:cNvSpPr>
            <a:spLocks xmlns:a="http://schemas.openxmlformats.org/drawingml/2006/main" noGrp="1"/>
          </p:cNvSpPr>
          <p:nvPr/>
        </p:nvSpPr>
        <p:spPr>
          <a:xfrm xmlns:a="http://schemas.openxmlformats.org/drawingml/2006/main">
            <a:off x="7581900" y="1724025"/>
            <a:ext cx="400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실패 하나가 있는 상황</a:t>
            </a:r>
          </a:p>
        </p:txBody>
      </p:sp>
      <p:sp>
        <p:nvSpPr>
          <p:cNvPr id="9" name="C++ 설명용 가상 화면">
            <a:extLst xmlns:a="http://schemas.openxmlformats.org/drawingml/2006/main">
              <a:ext uri="{FF2B5EF4-FFF2-40B4-BE49-F238E27FC236}">
                <a16:creationId xmlns:a16="http://schemas.microsoft.com/office/drawing/2014/main" id="{2A182CA1-02CF-4232-A240-068C02ACDACF}"/>
              </a:ext>
            </a:extLst>
          </p:cNvPr>
          <p:cNvSpPr>
            <a:spLocks xmlns:a="http://schemas.openxmlformats.org/drawingml/2006/main" noGrp="1"/>
          </p:cNvSpPr>
          <p:nvPr/>
        </p:nvSpPr>
        <p:spPr>
          <a:xfrm xmlns:a="http://schemas.openxmlformats.org/drawingml/2006/main">
            <a:off x="7581900" y="208597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805400"/>
                </a:solidFill>
                <a:latin typeface="Malgun Gothic"/>
                <a:ea typeface="Malgun Gothic"/>
                <a:cs typeface="Malgun Gothic"/>
              </a:defRPr>
            </a:defPPr>
            <a:lvl1pPr algn="l">
              <a:defRPr sz="1650" b="1">
                <a:solidFill>
                  <a:srgbClr val="805400"/>
                </a:solidFill>
                <a:latin typeface="Malgun Gothic"/>
                <a:ea typeface="Malgun Gothic"/>
                <a:cs typeface="Malgun Gothic"/>
              </a:defRPr>
            </a:lvl1pPr>
            <a:lvl2pPr algn="l">
              <a:defRPr sz="1650" b="1">
                <a:solidFill>
                  <a:srgbClr val="805400"/>
                </a:solidFill>
                <a:latin typeface="Malgun Gothic"/>
                <a:ea typeface="Malgun Gothic"/>
                <a:cs typeface="Malgun Gothic"/>
              </a:defRPr>
            </a:lvl2pPr>
            <a:lvl3pPr algn="l">
              <a:defRPr sz="1650" b="1">
                <a:solidFill>
                  <a:srgbClr val="805400"/>
                </a:solidFill>
                <a:latin typeface="Malgun Gothic"/>
                <a:ea typeface="Malgun Gothic"/>
                <a:cs typeface="Malgun Gothic"/>
              </a:defRPr>
            </a:lvl3pPr>
            <a:lvl4pPr algn="l">
              <a:defRPr sz="1650" b="1">
                <a:solidFill>
                  <a:srgbClr val="805400"/>
                </a:solidFill>
                <a:latin typeface="Malgun Gothic"/>
                <a:ea typeface="Malgun Gothic"/>
                <a:cs typeface="Malgun Gothic"/>
              </a:defRPr>
            </a:lvl4pPr>
            <a:lvl5pPr algn="l">
              <a:defRPr sz="1650" b="1">
                <a:solidFill>
                  <a:srgbClr val="805400"/>
                </a:solidFill>
                <a:latin typeface="Malgun Gothic"/>
                <a:ea typeface="Malgun Gothic"/>
                <a:cs typeface="Malgun Gothic"/>
              </a:defRPr>
            </a:lvl5pPr>
            <a:lvl6pPr algn="l">
              <a:defRPr sz="1650" b="1">
                <a:solidFill>
                  <a:srgbClr val="805400"/>
                </a:solidFill>
                <a:latin typeface="Malgun Gothic"/>
                <a:ea typeface="Malgun Gothic"/>
                <a:cs typeface="Malgun Gothic"/>
              </a:defRPr>
            </a:lvl6pPr>
            <a:lvl7pPr algn="l">
              <a:defRPr sz="1650" b="1">
                <a:solidFill>
                  <a:srgbClr val="805400"/>
                </a:solidFill>
                <a:latin typeface="Malgun Gothic"/>
                <a:ea typeface="Malgun Gothic"/>
                <a:cs typeface="Malgun Gothic"/>
              </a:defRPr>
            </a:lvl7pPr>
            <a:lvl8pPr algn="l">
              <a:defRPr sz="1650" b="1">
                <a:solidFill>
                  <a:srgbClr val="805400"/>
                </a:solidFill>
                <a:latin typeface="Malgun Gothic"/>
                <a:ea typeface="Malgun Gothic"/>
                <a:cs typeface="Malgun Gothic"/>
              </a:defRPr>
            </a:lvl8pPr>
            <a:lvl9pPr algn="l">
              <a:defRPr sz="1650" b="1">
                <a:solidFill>
                  <a:srgbClr val="805400"/>
                </a:solidFill>
                <a:latin typeface="Malgun Gothic"/>
                <a:ea typeface="Malgun Gothic"/>
                <a:cs typeface="Malgun Gothic"/>
              </a:defRPr>
            </a:lvl9pPr>
          </a:lstStyle>
          <a:p xmlns:a="http://schemas.openxmlformats.org/drawingml/2006/main">
            <a:pPr algn="l">
              <a:defRPr sz="1650" b="1">
                <a:solidFill>
                  <a:srgbClr val="805400"/>
                </a:solidFill>
                <a:latin typeface="Malgun Gothic"/>
                <a:ea typeface="Malgun Gothic"/>
                <a:cs typeface="Malgun Gothic"/>
              </a:defRPr>
            </a:pPr>
            <a:r>
              <a:rPr sz="1650" b="1">
                <a:solidFill>
                  <a:srgbClr val="805400"/>
                </a:solidFill>
                <a:latin typeface="Malgun Gothic"/>
                <a:ea typeface="Malgun Gothic"/>
                <a:cs typeface="Malgun Gothic"/>
              </a:rPr>
              <a:t>C++ 설명용 가상 화면</a:t>
            </a:r>
          </a:p>
        </p:txBody>
      </p:sp>
      <p:sp>
        <p:nvSpPr>
          <p:cNvPr id="10" name="">
            <a:extLst xmlns:a="http://schemas.openxmlformats.org/drawingml/2006/main">
              <a:ext uri="{FF2B5EF4-FFF2-40B4-BE49-F238E27FC236}">
                <a16:creationId xmlns:a16="http://schemas.microsoft.com/office/drawing/2014/main" id="{807DD786-CC2C-442A-ABDB-C74B5A1CA813}"/>
              </a:ext>
            </a:extLst>
          </p:cNvPr>
          <p:cNvSpPr>
            <a:spLocks xmlns:a="http://schemas.openxmlformats.org/drawingml/2006/main" noGrp="1"/>
          </p:cNvSpPr>
          <p:nvPr/>
        </p:nvSpPr>
        <p:spPr>
          <a:xfrm xmlns:a="http://schemas.openxmlformats.org/drawingml/2006/main">
            <a:off x="609600" y="2238375"/>
            <a:ext cx="6477000" cy="3057525"/>
          </a:xfrm>
          <a:prstGeom xmlns:a="http://schemas.openxmlformats.org/drawingml/2006/main" prst="rect">
            <a:avLst/>
          </a:prstGeom>
          <a:solidFill xmlns:a="http://schemas.openxmlformats.org/drawingml/2006/main">
            <a:srgbClr val="FFFFFF"/>
          </a:solidFill>
          <a:ln xmlns:a="http://schemas.openxmlformats.org/drawingml/2006/main" w="19050">
            <a:solidFill>
              <a:srgbClr val="C7D0DA"/>
            </a:solidFill>
            <a:prstDash val="solid"/>
          </a:ln>
        </p:spPr>
      </p:sp>
      <p:sp>
        <p:nvSpPr>
          <p:cNvPr id="11" name="조사 요청 · 입력창 형태로 재구성">
            <a:extLst xmlns:a="http://schemas.openxmlformats.org/drawingml/2006/main">
              <a:ext uri="{FF2B5EF4-FFF2-40B4-BE49-F238E27FC236}">
                <a16:creationId xmlns:a16="http://schemas.microsoft.com/office/drawing/2014/main" id="{F025A126-6807-4CDA-B6A3-6135CCF817A7}"/>
              </a:ext>
            </a:extLst>
          </p:cNvPr>
          <p:cNvSpPr>
            <a:spLocks xmlns:a="http://schemas.openxmlformats.org/drawingml/2006/main" noGrp="1"/>
          </p:cNvSpPr>
          <p:nvPr/>
        </p:nvSpPr>
        <p:spPr>
          <a:xfrm xmlns:a="http://schemas.openxmlformats.org/drawingml/2006/main">
            <a:off x="800100" y="2352675"/>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4D5A68"/>
                </a:solidFill>
                <a:latin typeface="Malgun Gothic"/>
                <a:ea typeface="Malgun Gothic"/>
                <a:cs typeface="Malgun Gothic"/>
              </a:defRPr>
            </a:defPPr>
            <a:lvl1pPr algn="l">
              <a:defRPr sz="1575" b="0">
                <a:solidFill>
                  <a:srgbClr val="4D5A68"/>
                </a:solidFill>
                <a:latin typeface="Malgun Gothic"/>
                <a:ea typeface="Malgun Gothic"/>
                <a:cs typeface="Malgun Gothic"/>
              </a:defRPr>
            </a:lvl1pPr>
            <a:lvl2pPr algn="l">
              <a:defRPr sz="1575" b="0">
                <a:solidFill>
                  <a:srgbClr val="4D5A68"/>
                </a:solidFill>
                <a:latin typeface="Malgun Gothic"/>
                <a:ea typeface="Malgun Gothic"/>
                <a:cs typeface="Malgun Gothic"/>
              </a:defRPr>
            </a:lvl2pPr>
            <a:lvl3pPr algn="l">
              <a:defRPr sz="1575" b="0">
                <a:solidFill>
                  <a:srgbClr val="4D5A68"/>
                </a:solidFill>
                <a:latin typeface="Malgun Gothic"/>
                <a:ea typeface="Malgun Gothic"/>
                <a:cs typeface="Malgun Gothic"/>
              </a:defRPr>
            </a:lvl3pPr>
            <a:lvl4pPr algn="l">
              <a:defRPr sz="1575" b="0">
                <a:solidFill>
                  <a:srgbClr val="4D5A68"/>
                </a:solidFill>
                <a:latin typeface="Malgun Gothic"/>
                <a:ea typeface="Malgun Gothic"/>
                <a:cs typeface="Malgun Gothic"/>
              </a:defRPr>
            </a:lvl4pPr>
            <a:lvl5pPr algn="l">
              <a:defRPr sz="1575" b="0">
                <a:solidFill>
                  <a:srgbClr val="4D5A68"/>
                </a:solidFill>
                <a:latin typeface="Malgun Gothic"/>
                <a:ea typeface="Malgun Gothic"/>
                <a:cs typeface="Malgun Gothic"/>
              </a:defRPr>
            </a:lvl5pPr>
            <a:lvl6pPr algn="l">
              <a:defRPr sz="1575" b="0">
                <a:solidFill>
                  <a:srgbClr val="4D5A68"/>
                </a:solidFill>
                <a:latin typeface="Malgun Gothic"/>
                <a:ea typeface="Malgun Gothic"/>
                <a:cs typeface="Malgun Gothic"/>
              </a:defRPr>
            </a:lvl6pPr>
            <a:lvl7pPr algn="l">
              <a:defRPr sz="1575" b="0">
                <a:solidFill>
                  <a:srgbClr val="4D5A68"/>
                </a:solidFill>
                <a:latin typeface="Malgun Gothic"/>
                <a:ea typeface="Malgun Gothic"/>
                <a:cs typeface="Malgun Gothic"/>
              </a:defRPr>
            </a:lvl7pPr>
            <a:lvl8pPr algn="l">
              <a:defRPr sz="1575" b="0">
                <a:solidFill>
                  <a:srgbClr val="4D5A68"/>
                </a:solidFill>
                <a:latin typeface="Malgun Gothic"/>
                <a:ea typeface="Malgun Gothic"/>
                <a:cs typeface="Malgun Gothic"/>
              </a:defRPr>
            </a:lvl8pPr>
            <a:lvl9pPr algn="l">
              <a:defRPr sz="1575" b="0">
                <a:solidFill>
                  <a:srgbClr val="4D5A68"/>
                </a:solidFill>
                <a:latin typeface="Malgun Gothic"/>
                <a:ea typeface="Malgun Gothic"/>
                <a:cs typeface="Malgun Gothic"/>
              </a:defRPr>
            </a:lvl9pPr>
          </a:lstStyle>
          <a:p xmlns:a="http://schemas.openxmlformats.org/drawingml/2006/main">
            <a:pPr algn="l">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조사 요청 · 입력창 형태로 재구성</a:t>
            </a:r>
          </a:p>
        </p:txBody>
      </p:sp>
      <p:sp>
        <p:nvSpPr>
          <p:cNvPr id="12" name="">
            <a:extLst xmlns:a="http://schemas.openxmlformats.org/drawingml/2006/main">
              <a:ext uri="{FF2B5EF4-FFF2-40B4-BE49-F238E27FC236}">
                <a16:creationId xmlns:a16="http://schemas.microsoft.com/office/drawing/2014/main" id="{1149B502-CBBF-4417-9154-D27D21C9388A}"/>
              </a:ext>
            </a:extLst>
          </p:cNvPr>
          <p:cNvSpPr>
            <a:spLocks xmlns:a="http://schemas.openxmlformats.org/drawingml/2006/main" noGrp="1"/>
          </p:cNvSpPr>
          <p:nvPr/>
        </p:nvSpPr>
        <p:spPr>
          <a:xfrm xmlns:a="http://schemas.openxmlformats.org/drawingml/2006/main">
            <a:off x="800100" y="2695575"/>
            <a:ext cx="6096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현재 이 저장소에서 테스트 하나가&#10;실패하고 있다. 실패 원인을 조사해줘.&#10;관련 구현과 호출 경로, 실패하는&#10;">
            <a:extLst xmlns:a="http://schemas.openxmlformats.org/drawingml/2006/main">
              <a:ext uri="{FF2B5EF4-FFF2-40B4-BE49-F238E27FC236}">
                <a16:creationId xmlns:a16="http://schemas.microsoft.com/office/drawing/2014/main" id="{2996D3F7-6F41-4689-A046-8CBB78CC1D16}"/>
              </a:ext>
            </a:extLst>
          </p:cNvPr>
          <p:cNvSpPr>
            <a:spLocks xmlns:a="http://schemas.openxmlformats.org/drawingml/2006/main" noGrp="1"/>
          </p:cNvSpPr>
          <p:nvPr/>
        </p:nvSpPr>
        <p:spPr>
          <a:xfrm xmlns:a="http://schemas.openxmlformats.org/drawingml/2006/main">
            <a:off x="800100" y="2828925"/>
            <a:ext cx="6096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17212B"/>
                </a:solidFill>
                <a:latin typeface="Malgun Gothic"/>
                <a:ea typeface="Malgun Gothic"/>
                <a:cs typeface="Malgun Gothic"/>
              </a:defRPr>
            </a:defPPr>
            <a:lvl1pPr algn="l">
              <a:defRPr sz="1950" b="0">
                <a:solidFill>
                  <a:srgbClr val="17212B"/>
                </a:solidFill>
                <a:latin typeface="Malgun Gothic"/>
                <a:ea typeface="Malgun Gothic"/>
                <a:cs typeface="Malgun Gothic"/>
              </a:defRPr>
            </a:lvl1pPr>
            <a:lvl2pPr algn="l">
              <a:defRPr sz="1950" b="0">
                <a:solidFill>
                  <a:srgbClr val="17212B"/>
                </a:solidFill>
                <a:latin typeface="Malgun Gothic"/>
                <a:ea typeface="Malgun Gothic"/>
                <a:cs typeface="Malgun Gothic"/>
              </a:defRPr>
            </a:lvl2pPr>
            <a:lvl3pPr algn="l">
              <a:defRPr sz="1950" b="0">
                <a:solidFill>
                  <a:srgbClr val="17212B"/>
                </a:solidFill>
                <a:latin typeface="Malgun Gothic"/>
                <a:ea typeface="Malgun Gothic"/>
                <a:cs typeface="Malgun Gothic"/>
              </a:defRPr>
            </a:lvl3pPr>
            <a:lvl4pPr algn="l">
              <a:defRPr sz="1950" b="0">
                <a:solidFill>
                  <a:srgbClr val="17212B"/>
                </a:solidFill>
                <a:latin typeface="Malgun Gothic"/>
                <a:ea typeface="Malgun Gothic"/>
                <a:cs typeface="Malgun Gothic"/>
              </a:defRPr>
            </a:lvl4pPr>
            <a:lvl5pPr algn="l">
              <a:defRPr sz="1950" b="0">
                <a:solidFill>
                  <a:srgbClr val="17212B"/>
                </a:solidFill>
                <a:latin typeface="Malgun Gothic"/>
                <a:ea typeface="Malgun Gothic"/>
                <a:cs typeface="Malgun Gothic"/>
              </a:defRPr>
            </a:lvl5pPr>
            <a:lvl6pPr algn="l">
              <a:defRPr sz="1950" b="0">
                <a:solidFill>
                  <a:srgbClr val="17212B"/>
                </a:solidFill>
                <a:latin typeface="Malgun Gothic"/>
                <a:ea typeface="Malgun Gothic"/>
                <a:cs typeface="Malgun Gothic"/>
              </a:defRPr>
            </a:lvl6pPr>
            <a:lvl7pPr algn="l">
              <a:defRPr sz="1950" b="0">
                <a:solidFill>
                  <a:srgbClr val="17212B"/>
                </a:solidFill>
                <a:latin typeface="Malgun Gothic"/>
                <a:ea typeface="Malgun Gothic"/>
                <a:cs typeface="Malgun Gothic"/>
              </a:defRPr>
            </a:lvl7pPr>
            <a:lvl8pPr algn="l">
              <a:defRPr sz="1950" b="0">
                <a:solidFill>
                  <a:srgbClr val="17212B"/>
                </a:solidFill>
                <a:latin typeface="Malgun Gothic"/>
                <a:ea typeface="Malgun Gothic"/>
                <a:cs typeface="Malgun Gothic"/>
              </a:defRPr>
            </a:lvl8pPr>
            <a:lvl9pPr algn="l">
              <a:defRPr sz="1950" b="0">
                <a:solidFill>
                  <a:srgbClr val="17212B"/>
                </a:solidFill>
                <a:latin typeface="Malgun Gothic"/>
                <a:ea typeface="Malgun Gothic"/>
                <a:cs typeface="Malgun Gothic"/>
              </a:defRPr>
            </a:lvl9pPr>
          </a:lstStyle>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현재 이 저장소에서 테스트 하나가</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실패하고 있다. 실패 원인을 조사해줘.</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관련 구현과 호출 경로, 실패하는</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테스트를 확인해서 왜 실패하는지</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설명해줘.</a:t>
            </a:r>
          </a:p>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아직 코드는 수정하지 마.</a:t>
            </a:r>
          </a:p>
        </p:txBody>
      </p:sp>
      <p:sp>
        <p:nvSpPr>
          <p:cNvPr id="14" name="＋">
            <a:extLst xmlns:a="http://schemas.openxmlformats.org/drawingml/2006/main">
              <a:ext uri="{FF2B5EF4-FFF2-40B4-BE49-F238E27FC236}">
                <a16:creationId xmlns:a16="http://schemas.microsoft.com/office/drawing/2014/main" id="{7C51A700-46ED-40EF-B1CE-A31EB177E085}"/>
              </a:ext>
            </a:extLst>
          </p:cNvPr>
          <p:cNvSpPr>
            <a:spLocks xmlns:a="http://schemas.openxmlformats.org/drawingml/2006/main" noGrp="1"/>
          </p:cNvSpPr>
          <p:nvPr/>
        </p:nvSpPr>
        <p:spPr>
          <a:xfrm xmlns:a="http://schemas.openxmlformats.org/drawingml/2006/main">
            <a:off x="800100" y="4867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4D5A68"/>
                </a:solidFill>
                <a:latin typeface="Malgun Gothic"/>
                <a:ea typeface="Malgun Gothic"/>
                <a:cs typeface="Malgun Gothic"/>
              </a:defRPr>
            </a:defPPr>
            <a:lvl1pPr algn="l">
              <a:defRPr sz="2025" b="0">
                <a:solidFill>
                  <a:srgbClr val="4D5A68"/>
                </a:solidFill>
                <a:latin typeface="Malgun Gothic"/>
                <a:ea typeface="Malgun Gothic"/>
                <a:cs typeface="Malgun Gothic"/>
              </a:defRPr>
            </a:lvl1pPr>
            <a:lvl2pPr algn="l">
              <a:defRPr sz="2025" b="0">
                <a:solidFill>
                  <a:srgbClr val="4D5A68"/>
                </a:solidFill>
                <a:latin typeface="Malgun Gothic"/>
                <a:ea typeface="Malgun Gothic"/>
                <a:cs typeface="Malgun Gothic"/>
              </a:defRPr>
            </a:lvl2pPr>
            <a:lvl3pPr algn="l">
              <a:defRPr sz="2025" b="0">
                <a:solidFill>
                  <a:srgbClr val="4D5A68"/>
                </a:solidFill>
                <a:latin typeface="Malgun Gothic"/>
                <a:ea typeface="Malgun Gothic"/>
                <a:cs typeface="Malgun Gothic"/>
              </a:defRPr>
            </a:lvl3pPr>
            <a:lvl4pPr algn="l">
              <a:defRPr sz="2025" b="0">
                <a:solidFill>
                  <a:srgbClr val="4D5A68"/>
                </a:solidFill>
                <a:latin typeface="Malgun Gothic"/>
                <a:ea typeface="Malgun Gothic"/>
                <a:cs typeface="Malgun Gothic"/>
              </a:defRPr>
            </a:lvl4pPr>
            <a:lvl5pPr algn="l">
              <a:defRPr sz="2025" b="0">
                <a:solidFill>
                  <a:srgbClr val="4D5A68"/>
                </a:solidFill>
                <a:latin typeface="Malgun Gothic"/>
                <a:ea typeface="Malgun Gothic"/>
                <a:cs typeface="Malgun Gothic"/>
              </a:defRPr>
            </a:lvl5pPr>
            <a:lvl6pPr algn="l">
              <a:defRPr sz="2025" b="0">
                <a:solidFill>
                  <a:srgbClr val="4D5A68"/>
                </a:solidFill>
                <a:latin typeface="Malgun Gothic"/>
                <a:ea typeface="Malgun Gothic"/>
                <a:cs typeface="Malgun Gothic"/>
              </a:defRPr>
            </a:lvl6pPr>
            <a:lvl7pPr algn="l">
              <a:defRPr sz="2025" b="0">
                <a:solidFill>
                  <a:srgbClr val="4D5A68"/>
                </a:solidFill>
                <a:latin typeface="Malgun Gothic"/>
                <a:ea typeface="Malgun Gothic"/>
                <a:cs typeface="Malgun Gothic"/>
              </a:defRPr>
            </a:lvl7pPr>
            <a:lvl8pPr algn="l">
              <a:defRPr sz="2025" b="0">
                <a:solidFill>
                  <a:srgbClr val="4D5A68"/>
                </a:solidFill>
                <a:latin typeface="Malgun Gothic"/>
                <a:ea typeface="Malgun Gothic"/>
                <a:cs typeface="Malgun Gothic"/>
              </a:defRPr>
            </a:lvl8pPr>
            <a:lvl9pPr algn="l">
              <a:defRPr sz="2025" b="0">
                <a:solidFill>
                  <a:srgbClr val="4D5A68"/>
                </a:solidFill>
                <a:latin typeface="Malgun Gothic"/>
                <a:ea typeface="Malgun Gothic"/>
                <a:cs typeface="Malgun Gothic"/>
              </a:defRPr>
            </a:lvl9pPr>
          </a:lstStyle>
          <a:p xmlns:a="http://schemas.openxmlformats.org/drawingml/2006/main">
            <a:pPr algn="l">
              <a:defRPr sz="2025" b="0">
                <a:solidFill>
                  <a:srgbClr val="4D5A68"/>
                </a:solidFill>
                <a:latin typeface="Malgun Gothic"/>
                <a:ea typeface="Malgun Gothic"/>
                <a:cs typeface="Malgun Gothic"/>
              </a:defRPr>
            </a:pPr>
            <a:r>
              <a:rPr sz="2025" b="0">
                <a:solidFill>
                  <a:srgbClr val="4D5A68"/>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922B5F64-1046-4128-B954-404054C35D8A}"/>
              </a:ext>
            </a:extLst>
          </p:cNvPr>
          <p:cNvSpPr>
            <a:spLocks xmlns:a="http://schemas.openxmlformats.org/drawingml/2006/main" noGrp="1"/>
          </p:cNvSpPr>
          <p:nvPr/>
        </p:nvSpPr>
        <p:spPr>
          <a:xfrm xmlns:a="http://schemas.openxmlformats.org/drawingml/2006/main">
            <a:off x="6553200" y="4857750"/>
            <a:ext cx="295275" cy="295275"/>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05F729A-FB27-486C-8091-307477DFDF7A}"/>
              </a:ext>
            </a:extLst>
          </p:cNvPr>
          <p:cNvSpPr>
            <a:spLocks xmlns:a="http://schemas.openxmlformats.org/drawingml/2006/main" noGrp="1"/>
          </p:cNvSpPr>
          <p:nvPr/>
        </p:nvSpPr>
        <p:spPr>
          <a:xfrm xmlns:a="http://schemas.openxmlformats.org/drawingml/2006/main">
            <a:off x="6553200" y="4838700"/>
            <a:ext cx="295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FFFFFF"/>
                </a:solidFill>
                <a:latin typeface="Malgun Gothic"/>
                <a:ea typeface="Malgun Gothic"/>
                <a:cs typeface="Malgun Gothic"/>
              </a:defRPr>
            </a:defPPr>
            <a:lvl1pPr algn="ctr">
              <a:defRPr sz="1875" b="1">
                <a:solidFill>
                  <a:srgbClr val="FFFFFF"/>
                </a:solidFill>
                <a:latin typeface="Malgun Gothic"/>
                <a:ea typeface="Malgun Gothic"/>
                <a:cs typeface="Malgun Gothic"/>
              </a:defRPr>
            </a:lvl1pPr>
            <a:lvl2pPr algn="ctr">
              <a:defRPr sz="1875" b="1">
                <a:solidFill>
                  <a:srgbClr val="FFFFFF"/>
                </a:solidFill>
                <a:latin typeface="Malgun Gothic"/>
                <a:ea typeface="Malgun Gothic"/>
                <a:cs typeface="Malgun Gothic"/>
              </a:defRPr>
            </a:lvl2pPr>
            <a:lvl3pPr algn="ctr">
              <a:defRPr sz="1875" b="1">
                <a:solidFill>
                  <a:srgbClr val="FFFFFF"/>
                </a:solidFill>
                <a:latin typeface="Malgun Gothic"/>
                <a:ea typeface="Malgun Gothic"/>
                <a:cs typeface="Malgun Gothic"/>
              </a:defRPr>
            </a:lvl3pPr>
            <a:lvl4pPr algn="ctr">
              <a:defRPr sz="1875" b="1">
                <a:solidFill>
                  <a:srgbClr val="FFFFFF"/>
                </a:solidFill>
                <a:latin typeface="Malgun Gothic"/>
                <a:ea typeface="Malgun Gothic"/>
                <a:cs typeface="Malgun Gothic"/>
              </a:defRPr>
            </a:lvl4pPr>
            <a:lvl5pPr algn="ctr">
              <a:defRPr sz="1875" b="1">
                <a:solidFill>
                  <a:srgbClr val="FFFFFF"/>
                </a:solidFill>
                <a:latin typeface="Malgun Gothic"/>
                <a:ea typeface="Malgun Gothic"/>
                <a:cs typeface="Malgun Gothic"/>
              </a:defRPr>
            </a:lvl5pPr>
            <a:lvl6pPr algn="ctr">
              <a:defRPr sz="1875" b="1">
                <a:solidFill>
                  <a:srgbClr val="FFFFFF"/>
                </a:solidFill>
                <a:latin typeface="Malgun Gothic"/>
                <a:ea typeface="Malgun Gothic"/>
                <a:cs typeface="Malgun Gothic"/>
              </a:defRPr>
            </a:lvl6pPr>
            <a:lvl7pPr algn="ctr">
              <a:defRPr sz="1875" b="1">
                <a:solidFill>
                  <a:srgbClr val="FFFFFF"/>
                </a:solidFill>
                <a:latin typeface="Malgun Gothic"/>
                <a:ea typeface="Malgun Gothic"/>
                <a:cs typeface="Malgun Gothic"/>
              </a:defRPr>
            </a:lvl7pPr>
            <a:lvl8pPr algn="ctr">
              <a:defRPr sz="1875" b="1">
                <a:solidFill>
                  <a:srgbClr val="FFFFFF"/>
                </a:solidFill>
                <a:latin typeface="Malgun Gothic"/>
                <a:ea typeface="Malgun Gothic"/>
                <a:cs typeface="Malgun Gothic"/>
              </a:defRPr>
            </a:lvl8pPr>
            <a:lvl9pPr algn="ctr">
              <a:defRPr sz="1875" b="1">
                <a:solidFill>
                  <a:srgbClr val="FFFFFF"/>
                </a:solidFill>
                <a:latin typeface="Malgun Gothic"/>
                <a:ea typeface="Malgun Gothic"/>
                <a:cs typeface="Malgun Gothic"/>
              </a:defRPr>
            </a:lvl9pPr>
          </a:lstStyle>
          <a:p xmlns:a="http://schemas.openxmlformats.org/drawingml/2006/main">
            <a:pPr algn="ct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a:t>
            </a:r>
          </a:p>
        </p:txBody>
      </p:sp>
      <p:pic>
        <p:nvPicPr>
          <p:cNvPr id="17" name="">
            <a:extLst xmlns:a="http://schemas.openxmlformats.org/drawingml/2006/main">
              <a:ext uri="{FF2B5EF4-FFF2-40B4-BE49-F238E27FC236}">
                <a16:creationId xmlns:a16="http://schemas.microsoft.com/office/drawing/2014/main" id="{747456D5-3C23-4A4A-831B-4925672BFDB4}"/>
              </a:ext>
            </a:extLst>
          </p:cNvPr>
          <p:cNvPicPr>
            <a:picLocks xmlns:a="http://schemas.openxmlformats.org/drawingml/2006/main" noChangeAspect="1"/>
          </p:cNvPicPr>
          <p:nvPr/>
        </p:nvPicPr>
        <p:blipFill>
          <a:blip xmlns:r="http://schemas.openxmlformats.org/officeDocument/2006/relationships" xmlns:a="http://schemas.openxmlformats.org/drawingml/2006/main" r:embed="Rd95d55adf7414435"/>
          <a:stretch xmlns:a="http://schemas.openxmlformats.org/drawingml/2006/main"/>
        </p:blipFill>
        <p:spPr>
          <a:xfrm xmlns:a="http://schemas.openxmlformats.org/drawingml/2006/main">
            <a:off x="7581900" y="2381250"/>
            <a:ext cx="4000500" cy="3000375"/>
          </a:xfrm>
          <a:prstGeom xmlns:a="http://schemas.openxmlformats.org/drawingml/2006/main" prst="rect">
            <a:avLst/>
          </a:prstGeom>
        </p:spPr>
      </p:pic>
      <p:sp>
        <p:nvSpPr>
          <p:cNvPr id="18" name="관찰할 것    실패 테스트  ·  관련 구현  ·  호출 경로">
            <a:extLst xmlns:a="http://schemas.openxmlformats.org/drawingml/2006/main">
              <a:ext uri="{FF2B5EF4-FFF2-40B4-BE49-F238E27FC236}">
                <a16:creationId xmlns:a16="http://schemas.microsoft.com/office/drawing/2014/main" id="{CDCEE144-C806-494F-AE68-2AA133BCD15A}"/>
              </a:ext>
            </a:extLst>
          </p:cNvPr>
          <p:cNvSpPr>
            <a:spLocks xmlns:a="http://schemas.openxmlformats.org/drawingml/2006/main" noGrp="1"/>
          </p:cNvSpPr>
          <p:nvPr/>
        </p:nvSpPr>
        <p:spPr>
          <a:xfrm xmlns:a="http://schemas.openxmlformats.org/drawingml/2006/main">
            <a:off x="609600" y="54102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관찰할 것    실패 테스트  ·  관련 구현  ·  호출 경로</a:t>
            </a:r>
          </a:p>
        </p:txBody>
      </p:sp>
      <p:sp>
        <p:nvSpPr>
          <p:cNvPr id="19" name="Legacy module connection">
            <a:extLst xmlns:a="http://schemas.openxmlformats.org/drawingml/2006/main">
              <a:ext uri="{FF2B5EF4-FFF2-40B4-BE49-F238E27FC236}">
                <a16:creationId xmlns:a16="http://schemas.microsoft.com/office/drawing/2014/main" id="{D563152D-FDFF-4B03-A27B-39DAB2FD30D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2095487018"/>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5" name="ACT 0 · Crop 결과">
            <a:extLst xmlns:a="http://schemas.openxmlformats.org/drawingml/2006/main">
              <a:ext uri="{FF2B5EF4-FFF2-40B4-BE49-F238E27FC236}">
                <a16:creationId xmlns:a16="http://schemas.microsoft.com/office/drawing/2014/main" id="{8F06A9B9-F44C-4D13-9B48-E741F3E5EB0E}"/>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Crop 결과</a:t>
            </a:r>
          </a:p>
        </p:txBody>
      </p:sp>
      <p:sp>
        <p:nvSpPr>
          <p:cNvPr id="2" name="S06">
            <a:extLst xmlns:a="http://schemas.openxmlformats.org/drawingml/2006/main">
              <a:ext uri="{FF2B5EF4-FFF2-40B4-BE49-F238E27FC236}">
                <a16:creationId xmlns:a16="http://schemas.microsoft.com/office/drawing/2014/main" id="{53B2B5A3-A92B-46A2-A03C-C8599137BE3C}"/>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S07</a:t>
            </a:r>
          </a:p>
        </p:txBody>
      </p:sp>
      <p:sp>
        <p:nvSpPr>
          <p:cNvPr id="3" name="Crop은 기대한 폭보다 한 열을 더 포함했다">
            <a:extLst xmlns:a="http://schemas.openxmlformats.org/drawingml/2006/main">
              <a:ext uri="{FF2B5EF4-FFF2-40B4-BE49-F238E27FC236}">
                <a16:creationId xmlns:a16="http://schemas.microsoft.com/office/drawing/2014/main" id="{C4AE639A-32C1-447E-BEFB-518304A47E2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Crop은 기대한 폭보다 한 열을 더 포함했다</a:t>
            </a:r>
          </a:p>
        </p:txBody>
      </p:sp>
      <p:sp>
        <p:nvSpPr>
          <p:cNvPr id="4" name="">
            <a:extLst xmlns:a="http://schemas.openxmlformats.org/drawingml/2006/main">
              <a:ext uri="{FF2B5EF4-FFF2-40B4-BE49-F238E27FC236}">
                <a16:creationId xmlns:a16="http://schemas.microsoft.com/office/drawing/2014/main" id="{D846D2C8-936C-4128-B14A-64C0B036768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1 · STATE-00 테스트·소스의 첫 행을 발췌한 재구성 · CLI 0.154.0">
            <a:extLst xmlns:a="http://schemas.openxmlformats.org/drawingml/2006/main">
              <a:ext uri="{FF2B5EF4-FFF2-40B4-BE49-F238E27FC236}">
                <a16:creationId xmlns:a16="http://schemas.microsoft.com/office/drawing/2014/main" id="{8437A706-FC8B-4A54-AFE7-1A9E21B7A6CE}"/>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TRIAL-001 · STATE-00 테스트·소스의 첫 행을 발췌한 재구성 · CLI 0.154.0</a:t>
            </a:r>
          </a:p>
        </p:txBody>
      </p:sp>
      <p:sp>
        <p:nvSpPr>
          <p:cNvPr id="6" name="실제 실행 Screenshot 아님 · 코드 수정 없음 · C++ 할당·capacity·버퍼 오버런 사례 아">
            <a:extLst xmlns:a="http://schemas.openxmlformats.org/drawingml/2006/main">
              <a:ext uri="{FF2B5EF4-FFF2-40B4-BE49-F238E27FC236}">
                <a16:creationId xmlns:a16="http://schemas.microsoft.com/office/drawing/2014/main" id="{77D63A25-B5C2-41E3-A3F1-17DB66965B84}"/>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실행 Screenshot 아님 · 코드 수정 없음 · C++ 할당·capacity·버퍼 오버런 사례 아님</a:t>
            </a:r>
          </a:p>
        </p:txBody>
      </p:sp>
      <p:sp>
        <p:nvSpPr>
          <p:cNvPr id="7" name="crop(image, 1, 3) · 명세는 끝 좌표 3을 제외">
            <a:extLst xmlns:a="http://schemas.openxmlformats.org/drawingml/2006/main">
              <a:ext uri="{FF2B5EF4-FFF2-40B4-BE49-F238E27FC236}">
                <a16:creationId xmlns:a16="http://schemas.microsoft.com/office/drawing/2014/main" id="{26AF6076-6654-4DE6-B4EE-4975412183E3}"/>
              </a:ext>
            </a:extLst>
          </p:cNvPr>
          <p:cNvSpPr>
            <a:spLocks xmlns:a="http://schemas.openxmlformats.org/drawingml/2006/main" noGrp="1"/>
          </p:cNvSpPr>
          <p:nvPr/>
        </p:nvSpPr>
        <p:spPr>
          <a:xfrm xmlns:a="http://schemas.openxmlformats.org/drawingml/2006/main">
            <a:off x="609600" y="1762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crop(image, 1, 3) · 명세는 끝 좌표 3을 제외</a:t>
            </a:r>
          </a:p>
        </p:txBody>
      </p:sp>
      <p:sp>
        <p:nvSpPr>
          <p:cNvPr id="8" name="입력의 첫 행">
            <a:extLst xmlns:a="http://schemas.openxmlformats.org/drawingml/2006/main">
              <a:ext uri="{FF2B5EF4-FFF2-40B4-BE49-F238E27FC236}">
                <a16:creationId xmlns:a16="http://schemas.microsoft.com/office/drawing/2014/main" id="{7D83E4B6-DF2B-42A3-ACF1-1927E58845F7}"/>
              </a:ext>
            </a:extLst>
          </p:cNvPr>
          <p:cNvSpPr>
            <a:spLocks xmlns:a="http://schemas.openxmlformats.org/drawingml/2006/main" noGrp="1"/>
          </p:cNvSpPr>
          <p:nvPr/>
        </p:nvSpPr>
        <p:spPr>
          <a:xfrm xmlns:a="http://schemas.openxmlformats.org/drawingml/2006/main">
            <a:off x="609600" y="2800350"/>
            <a:ext cx="2609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4D5A68"/>
                </a:solidFill>
                <a:latin typeface="Malgun Gothic"/>
                <a:ea typeface="Malgun Gothic"/>
                <a:cs typeface="Malgun Gothic"/>
              </a:defRPr>
            </a:defPPr>
            <a:lvl1pPr algn="l">
              <a:defRPr sz="2100" b="1">
                <a:solidFill>
                  <a:srgbClr val="4D5A68"/>
                </a:solidFill>
                <a:latin typeface="Malgun Gothic"/>
                <a:ea typeface="Malgun Gothic"/>
                <a:cs typeface="Malgun Gothic"/>
              </a:defRPr>
            </a:lvl1pPr>
            <a:lvl2pPr algn="l">
              <a:defRPr sz="2100" b="1">
                <a:solidFill>
                  <a:srgbClr val="4D5A68"/>
                </a:solidFill>
                <a:latin typeface="Malgun Gothic"/>
                <a:ea typeface="Malgun Gothic"/>
                <a:cs typeface="Malgun Gothic"/>
              </a:defRPr>
            </a:lvl2pPr>
            <a:lvl3pPr algn="l">
              <a:defRPr sz="2100" b="1">
                <a:solidFill>
                  <a:srgbClr val="4D5A68"/>
                </a:solidFill>
                <a:latin typeface="Malgun Gothic"/>
                <a:ea typeface="Malgun Gothic"/>
                <a:cs typeface="Malgun Gothic"/>
              </a:defRPr>
            </a:lvl3pPr>
            <a:lvl4pPr algn="l">
              <a:defRPr sz="2100" b="1">
                <a:solidFill>
                  <a:srgbClr val="4D5A68"/>
                </a:solidFill>
                <a:latin typeface="Malgun Gothic"/>
                <a:ea typeface="Malgun Gothic"/>
                <a:cs typeface="Malgun Gothic"/>
              </a:defRPr>
            </a:lvl4pPr>
            <a:lvl5pPr algn="l">
              <a:defRPr sz="2100" b="1">
                <a:solidFill>
                  <a:srgbClr val="4D5A68"/>
                </a:solidFill>
                <a:latin typeface="Malgun Gothic"/>
                <a:ea typeface="Malgun Gothic"/>
                <a:cs typeface="Malgun Gothic"/>
              </a:defRPr>
            </a:lvl5pPr>
            <a:lvl6pPr algn="l">
              <a:defRPr sz="2100" b="1">
                <a:solidFill>
                  <a:srgbClr val="4D5A68"/>
                </a:solidFill>
                <a:latin typeface="Malgun Gothic"/>
                <a:ea typeface="Malgun Gothic"/>
                <a:cs typeface="Malgun Gothic"/>
              </a:defRPr>
            </a:lvl6pPr>
            <a:lvl7pPr algn="l">
              <a:defRPr sz="2100" b="1">
                <a:solidFill>
                  <a:srgbClr val="4D5A68"/>
                </a:solidFill>
                <a:latin typeface="Malgun Gothic"/>
                <a:ea typeface="Malgun Gothic"/>
                <a:cs typeface="Malgun Gothic"/>
              </a:defRPr>
            </a:lvl7pPr>
            <a:lvl8pPr algn="l">
              <a:defRPr sz="2100" b="1">
                <a:solidFill>
                  <a:srgbClr val="4D5A68"/>
                </a:solidFill>
                <a:latin typeface="Malgun Gothic"/>
                <a:ea typeface="Malgun Gothic"/>
                <a:cs typeface="Malgun Gothic"/>
              </a:defRPr>
            </a:lvl8pPr>
            <a:lvl9pPr algn="l">
              <a:defRPr sz="2100" b="1">
                <a:solidFill>
                  <a:srgbClr val="4D5A68"/>
                </a:solidFill>
                <a:latin typeface="Malgun Gothic"/>
                <a:ea typeface="Malgun Gothic"/>
                <a:cs typeface="Malgun Gothic"/>
              </a:defRPr>
            </a:lvl9pPr>
          </a:lstStyle>
          <a:p xmlns:a="http://schemas.openxmlformats.org/drawingml/2006/main">
            <a:pPr algn="l">
              <a:defRPr sz="2100" b="1">
                <a:solidFill>
                  <a:srgbClr val="4D5A68"/>
                </a:solidFill>
                <a:latin typeface="Malgun Gothic"/>
                <a:ea typeface="Malgun Gothic"/>
                <a:cs typeface="Malgun Gothic"/>
              </a:defRPr>
            </a:pPr>
            <a:r>
              <a:rPr sz="2100" b="1">
                <a:solidFill>
                  <a:srgbClr val="4D5A68"/>
                </a:solidFill>
                <a:latin typeface="Malgun Gothic"/>
                <a:ea typeface="Malgun Gothic"/>
                <a:cs typeface="Malgun Gothic"/>
              </a:rPr>
              <a:t>입력의 첫 행</a:t>
            </a:r>
          </a:p>
        </p:txBody>
      </p:sp>
      <p:sp>
        <p:nvSpPr>
          <p:cNvPr id="9" name="0">
            <a:extLst xmlns:a="http://schemas.openxmlformats.org/drawingml/2006/main">
              <a:ext uri="{FF2B5EF4-FFF2-40B4-BE49-F238E27FC236}">
                <a16:creationId xmlns:a16="http://schemas.microsoft.com/office/drawing/2014/main" id="{95FCE087-F164-4A30-A11D-82CA412F7293}"/>
              </a:ext>
            </a:extLst>
          </p:cNvPr>
          <p:cNvSpPr>
            <a:spLocks xmlns:a="http://schemas.openxmlformats.org/drawingml/2006/main" noGrp="1"/>
          </p:cNvSpPr>
          <p:nvPr/>
        </p:nvSpPr>
        <p:spPr>
          <a:xfrm xmlns:a="http://schemas.openxmlformats.org/drawingml/2006/main">
            <a:off x="3714750" y="2333625"/>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4D5A68"/>
                </a:solidFill>
                <a:latin typeface="Consolas"/>
                <a:ea typeface="Consolas"/>
                <a:cs typeface="Consolas"/>
              </a:defRPr>
            </a:defPPr>
            <a:lvl1pPr algn="ctr">
              <a:defRPr sz="1725" b="0">
                <a:solidFill>
                  <a:srgbClr val="4D5A68"/>
                </a:solidFill>
                <a:latin typeface="Consolas"/>
                <a:ea typeface="Consolas"/>
                <a:cs typeface="Consolas"/>
              </a:defRPr>
            </a:lvl1pPr>
            <a:lvl2pPr algn="ctr">
              <a:defRPr sz="1725" b="0">
                <a:solidFill>
                  <a:srgbClr val="4D5A68"/>
                </a:solidFill>
                <a:latin typeface="Consolas"/>
                <a:ea typeface="Consolas"/>
                <a:cs typeface="Consolas"/>
              </a:defRPr>
            </a:lvl2pPr>
            <a:lvl3pPr algn="ctr">
              <a:defRPr sz="1725" b="0">
                <a:solidFill>
                  <a:srgbClr val="4D5A68"/>
                </a:solidFill>
                <a:latin typeface="Consolas"/>
                <a:ea typeface="Consolas"/>
                <a:cs typeface="Consolas"/>
              </a:defRPr>
            </a:lvl3pPr>
            <a:lvl4pPr algn="ctr">
              <a:defRPr sz="1725" b="0">
                <a:solidFill>
                  <a:srgbClr val="4D5A68"/>
                </a:solidFill>
                <a:latin typeface="Consolas"/>
                <a:ea typeface="Consolas"/>
                <a:cs typeface="Consolas"/>
              </a:defRPr>
            </a:lvl4pPr>
            <a:lvl5pPr algn="ctr">
              <a:defRPr sz="1725" b="0">
                <a:solidFill>
                  <a:srgbClr val="4D5A68"/>
                </a:solidFill>
                <a:latin typeface="Consolas"/>
                <a:ea typeface="Consolas"/>
                <a:cs typeface="Consolas"/>
              </a:defRPr>
            </a:lvl5pPr>
            <a:lvl6pPr algn="ctr">
              <a:defRPr sz="1725" b="0">
                <a:solidFill>
                  <a:srgbClr val="4D5A68"/>
                </a:solidFill>
                <a:latin typeface="Consolas"/>
                <a:ea typeface="Consolas"/>
                <a:cs typeface="Consolas"/>
              </a:defRPr>
            </a:lvl6pPr>
            <a:lvl7pPr algn="ctr">
              <a:defRPr sz="1725" b="0">
                <a:solidFill>
                  <a:srgbClr val="4D5A68"/>
                </a:solidFill>
                <a:latin typeface="Consolas"/>
                <a:ea typeface="Consolas"/>
                <a:cs typeface="Consolas"/>
              </a:defRPr>
            </a:lvl7pPr>
            <a:lvl8pPr algn="ctr">
              <a:defRPr sz="1725" b="0">
                <a:solidFill>
                  <a:srgbClr val="4D5A68"/>
                </a:solidFill>
                <a:latin typeface="Consolas"/>
                <a:ea typeface="Consolas"/>
                <a:cs typeface="Consolas"/>
              </a:defRPr>
            </a:lvl8pPr>
            <a:lvl9pPr algn="ctr">
              <a:defRPr sz="1725" b="0">
                <a:solidFill>
                  <a:srgbClr val="4D5A68"/>
                </a:solidFill>
                <a:latin typeface="Consolas"/>
                <a:ea typeface="Consolas"/>
                <a:cs typeface="Consolas"/>
              </a:defRPr>
            </a:lvl9pPr>
          </a:lstStyle>
          <a:p xmlns:a="http://schemas.openxmlformats.org/drawingml/2006/main">
            <a:pPr algn="ctr">
              <a:defRPr sz="1725" b="0">
                <a:solidFill>
                  <a:srgbClr val="4D5A68"/>
                </a:solidFill>
                <a:latin typeface="Consolas"/>
                <a:ea typeface="Consolas"/>
                <a:cs typeface="Consolas"/>
              </a:defRPr>
            </a:pPr>
            <a:r>
              <a:rPr sz="1725" b="0">
                <a:solidFill>
                  <a:srgbClr val="4D5A68"/>
                </a:solidFill>
                <a:latin typeface="Consolas"/>
                <a:ea typeface="Consolas"/>
                <a:cs typeface="Consolas"/>
              </a:rPr>
              <a:t>0</a:t>
            </a:r>
          </a:p>
        </p:txBody>
      </p:sp>
      <p:sp>
        <p:nvSpPr>
          <p:cNvPr id="10" name="1">
            <a:extLst xmlns:a="http://schemas.openxmlformats.org/drawingml/2006/main">
              <a:ext uri="{FF2B5EF4-FFF2-40B4-BE49-F238E27FC236}">
                <a16:creationId xmlns:a16="http://schemas.microsoft.com/office/drawing/2014/main" id="{1E98B7F9-BBDD-47FE-AE52-E8E9616B131E}"/>
              </a:ext>
            </a:extLst>
          </p:cNvPr>
          <p:cNvSpPr>
            <a:spLocks xmlns:a="http://schemas.openxmlformats.org/drawingml/2006/main" noGrp="1"/>
          </p:cNvSpPr>
          <p:nvPr/>
        </p:nvSpPr>
        <p:spPr>
          <a:xfrm xmlns:a="http://schemas.openxmlformats.org/drawingml/2006/main">
            <a:off x="4619625" y="2333625"/>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4D5A68"/>
                </a:solidFill>
                <a:latin typeface="Consolas"/>
                <a:ea typeface="Consolas"/>
                <a:cs typeface="Consolas"/>
              </a:defRPr>
            </a:defPPr>
            <a:lvl1pPr algn="ctr">
              <a:defRPr sz="1725" b="0">
                <a:solidFill>
                  <a:srgbClr val="4D5A68"/>
                </a:solidFill>
                <a:latin typeface="Consolas"/>
                <a:ea typeface="Consolas"/>
                <a:cs typeface="Consolas"/>
              </a:defRPr>
            </a:lvl1pPr>
            <a:lvl2pPr algn="ctr">
              <a:defRPr sz="1725" b="0">
                <a:solidFill>
                  <a:srgbClr val="4D5A68"/>
                </a:solidFill>
                <a:latin typeface="Consolas"/>
                <a:ea typeface="Consolas"/>
                <a:cs typeface="Consolas"/>
              </a:defRPr>
            </a:lvl2pPr>
            <a:lvl3pPr algn="ctr">
              <a:defRPr sz="1725" b="0">
                <a:solidFill>
                  <a:srgbClr val="4D5A68"/>
                </a:solidFill>
                <a:latin typeface="Consolas"/>
                <a:ea typeface="Consolas"/>
                <a:cs typeface="Consolas"/>
              </a:defRPr>
            </a:lvl3pPr>
            <a:lvl4pPr algn="ctr">
              <a:defRPr sz="1725" b="0">
                <a:solidFill>
                  <a:srgbClr val="4D5A68"/>
                </a:solidFill>
                <a:latin typeface="Consolas"/>
                <a:ea typeface="Consolas"/>
                <a:cs typeface="Consolas"/>
              </a:defRPr>
            </a:lvl4pPr>
            <a:lvl5pPr algn="ctr">
              <a:defRPr sz="1725" b="0">
                <a:solidFill>
                  <a:srgbClr val="4D5A68"/>
                </a:solidFill>
                <a:latin typeface="Consolas"/>
                <a:ea typeface="Consolas"/>
                <a:cs typeface="Consolas"/>
              </a:defRPr>
            </a:lvl5pPr>
            <a:lvl6pPr algn="ctr">
              <a:defRPr sz="1725" b="0">
                <a:solidFill>
                  <a:srgbClr val="4D5A68"/>
                </a:solidFill>
                <a:latin typeface="Consolas"/>
                <a:ea typeface="Consolas"/>
                <a:cs typeface="Consolas"/>
              </a:defRPr>
            </a:lvl6pPr>
            <a:lvl7pPr algn="ctr">
              <a:defRPr sz="1725" b="0">
                <a:solidFill>
                  <a:srgbClr val="4D5A68"/>
                </a:solidFill>
                <a:latin typeface="Consolas"/>
                <a:ea typeface="Consolas"/>
                <a:cs typeface="Consolas"/>
              </a:defRPr>
            </a:lvl7pPr>
            <a:lvl8pPr algn="ctr">
              <a:defRPr sz="1725" b="0">
                <a:solidFill>
                  <a:srgbClr val="4D5A68"/>
                </a:solidFill>
                <a:latin typeface="Consolas"/>
                <a:ea typeface="Consolas"/>
                <a:cs typeface="Consolas"/>
              </a:defRPr>
            </a:lvl8pPr>
            <a:lvl9pPr algn="ctr">
              <a:defRPr sz="1725" b="0">
                <a:solidFill>
                  <a:srgbClr val="4D5A68"/>
                </a:solidFill>
                <a:latin typeface="Consolas"/>
                <a:ea typeface="Consolas"/>
                <a:cs typeface="Consolas"/>
              </a:defRPr>
            </a:lvl9pPr>
          </a:lstStyle>
          <a:p xmlns:a="http://schemas.openxmlformats.org/drawingml/2006/main">
            <a:pPr algn="ctr">
              <a:defRPr sz="1725" b="0">
                <a:solidFill>
                  <a:srgbClr val="4D5A68"/>
                </a:solidFill>
                <a:latin typeface="Consolas"/>
                <a:ea typeface="Consolas"/>
                <a:cs typeface="Consolas"/>
              </a:defRPr>
            </a:pPr>
            <a:r>
              <a:rPr sz="1725" b="0">
                <a:solidFill>
                  <a:srgbClr val="4D5A68"/>
                </a:solidFill>
                <a:latin typeface="Consolas"/>
                <a:ea typeface="Consolas"/>
                <a:cs typeface="Consolas"/>
              </a:rPr>
              <a:t>1</a:t>
            </a:r>
          </a:p>
        </p:txBody>
      </p:sp>
      <p:sp>
        <p:nvSpPr>
          <p:cNvPr id="11" name="2">
            <a:extLst xmlns:a="http://schemas.openxmlformats.org/drawingml/2006/main">
              <a:ext uri="{FF2B5EF4-FFF2-40B4-BE49-F238E27FC236}">
                <a16:creationId xmlns:a16="http://schemas.microsoft.com/office/drawing/2014/main" id="{4F2DA1CD-20F0-41C8-9FC4-BB2CEB230552}"/>
              </a:ext>
            </a:extLst>
          </p:cNvPr>
          <p:cNvSpPr>
            <a:spLocks xmlns:a="http://schemas.openxmlformats.org/drawingml/2006/main" noGrp="1"/>
          </p:cNvSpPr>
          <p:nvPr/>
        </p:nvSpPr>
        <p:spPr>
          <a:xfrm xmlns:a="http://schemas.openxmlformats.org/drawingml/2006/main">
            <a:off x="5524500" y="2333625"/>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4D5A68"/>
                </a:solidFill>
                <a:latin typeface="Consolas"/>
                <a:ea typeface="Consolas"/>
                <a:cs typeface="Consolas"/>
              </a:defRPr>
            </a:defPPr>
            <a:lvl1pPr algn="ctr">
              <a:defRPr sz="1725" b="0">
                <a:solidFill>
                  <a:srgbClr val="4D5A68"/>
                </a:solidFill>
                <a:latin typeface="Consolas"/>
                <a:ea typeface="Consolas"/>
                <a:cs typeface="Consolas"/>
              </a:defRPr>
            </a:lvl1pPr>
            <a:lvl2pPr algn="ctr">
              <a:defRPr sz="1725" b="0">
                <a:solidFill>
                  <a:srgbClr val="4D5A68"/>
                </a:solidFill>
                <a:latin typeface="Consolas"/>
                <a:ea typeface="Consolas"/>
                <a:cs typeface="Consolas"/>
              </a:defRPr>
            </a:lvl2pPr>
            <a:lvl3pPr algn="ctr">
              <a:defRPr sz="1725" b="0">
                <a:solidFill>
                  <a:srgbClr val="4D5A68"/>
                </a:solidFill>
                <a:latin typeface="Consolas"/>
                <a:ea typeface="Consolas"/>
                <a:cs typeface="Consolas"/>
              </a:defRPr>
            </a:lvl3pPr>
            <a:lvl4pPr algn="ctr">
              <a:defRPr sz="1725" b="0">
                <a:solidFill>
                  <a:srgbClr val="4D5A68"/>
                </a:solidFill>
                <a:latin typeface="Consolas"/>
                <a:ea typeface="Consolas"/>
                <a:cs typeface="Consolas"/>
              </a:defRPr>
            </a:lvl4pPr>
            <a:lvl5pPr algn="ctr">
              <a:defRPr sz="1725" b="0">
                <a:solidFill>
                  <a:srgbClr val="4D5A68"/>
                </a:solidFill>
                <a:latin typeface="Consolas"/>
                <a:ea typeface="Consolas"/>
                <a:cs typeface="Consolas"/>
              </a:defRPr>
            </a:lvl5pPr>
            <a:lvl6pPr algn="ctr">
              <a:defRPr sz="1725" b="0">
                <a:solidFill>
                  <a:srgbClr val="4D5A68"/>
                </a:solidFill>
                <a:latin typeface="Consolas"/>
                <a:ea typeface="Consolas"/>
                <a:cs typeface="Consolas"/>
              </a:defRPr>
            </a:lvl6pPr>
            <a:lvl7pPr algn="ctr">
              <a:defRPr sz="1725" b="0">
                <a:solidFill>
                  <a:srgbClr val="4D5A68"/>
                </a:solidFill>
                <a:latin typeface="Consolas"/>
                <a:ea typeface="Consolas"/>
                <a:cs typeface="Consolas"/>
              </a:defRPr>
            </a:lvl7pPr>
            <a:lvl8pPr algn="ctr">
              <a:defRPr sz="1725" b="0">
                <a:solidFill>
                  <a:srgbClr val="4D5A68"/>
                </a:solidFill>
                <a:latin typeface="Consolas"/>
                <a:ea typeface="Consolas"/>
                <a:cs typeface="Consolas"/>
              </a:defRPr>
            </a:lvl8pPr>
            <a:lvl9pPr algn="ctr">
              <a:defRPr sz="1725" b="0">
                <a:solidFill>
                  <a:srgbClr val="4D5A68"/>
                </a:solidFill>
                <a:latin typeface="Consolas"/>
                <a:ea typeface="Consolas"/>
                <a:cs typeface="Consolas"/>
              </a:defRPr>
            </a:lvl9pPr>
          </a:lstStyle>
          <a:p xmlns:a="http://schemas.openxmlformats.org/drawingml/2006/main">
            <a:pPr algn="ctr">
              <a:defRPr sz="1725" b="0">
                <a:solidFill>
                  <a:srgbClr val="4D5A68"/>
                </a:solidFill>
                <a:latin typeface="Consolas"/>
                <a:ea typeface="Consolas"/>
                <a:cs typeface="Consolas"/>
              </a:defRPr>
            </a:pPr>
            <a:r>
              <a:rPr sz="1725" b="0">
                <a:solidFill>
                  <a:srgbClr val="4D5A68"/>
                </a:solidFill>
                <a:latin typeface="Consolas"/>
                <a:ea typeface="Consolas"/>
                <a:cs typeface="Consolas"/>
              </a:rPr>
              <a:t>2</a:t>
            </a:r>
          </a:p>
        </p:txBody>
      </p:sp>
      <p:sp>
        <p:nvSpPr>
          <p:cNvPr id="12" name="3">
            <a:extLst xmlns:a="http://schemas.openxmlformats.org/drawingml/2006/main">
              <a:ext uri="{FF2B5EF4-FFF2-40B4-BE49-F238E27FC236}">
                <a16:creationId xmlns:a16="http://schemas.microsoft.com/office/drawing/2014/main" id="{2A83981E-5D4D-47AB-89A7-0A8A1197B8F9}"/>
              </a:ext>
            </a:extLst>
          </p:cNvPr>
          <p:cNvSpPr>
            <a:spLocks xmlns:a="http://schemas.openxmlformats.org/drawingml/2006/main" noGrp="1"/>
          </p:cNvSpPr>
          <p:nvPr/>
        </p:nvSpPr>
        <p:spPr>
          <a:xfrm xmlns:a="http://schemas.openxmlformats.org/drawingml/2006/main">
            <a:off x="6429375" y="2333625"/>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4D5A68"/>
                </a:solidFill>
                <a:latin typeface="Consolas"/>
                <a:ea typeface="Consolas"/>
                <a:cs typeface="Consolas"/>
              </a:defRPr>
            </a:defPPr>
            <a:lvl1pPr algn="ctr">
              <a:defRPr sz="1725" b="0">
                <a:solidFill>
                  <a:srgbClr val="4D5A68"/>
                </a:solidFill>
                <a:latin typeface="Consolas"/>
                <a:ea typeface="Consolas"/>
                <a:cs typeface="Consolas"/>
              </a:defRPr>
            </a:lvl1pPr>
            <a:lvl2pPr algn="ctr">
              <a:defRPr sz="1725" b="0">
                <a:solidFill>
                  <a:srgbClr val="4D5A68"/>
                </a:solidFill>
                <a:latin typeface="Consolas"/>
                <a:ea typeface="Consolas"/>
                <a:cs typeface="Consolas"/>
              </a:defRPr>
            </a:lvl2pPr>
            <a:lvl3pPr algn="ctr">
              <a:defRPr sz="1725" b="0">
                <a:solidFill>
                  <a:srgbClr val="4D5A68"/>
                </a:solidFill>
                <a:latin typeface="Consolas"/>
                <a:ea typeface="Consolas"/>
                <a:cs typeface="Consolas"/>
              </a:defRPr>
            </a:lvl3pPr>
            <a:lvl4pPr algn="ctr">
              <a:defRPr sz="1725" b="0">
                <a:solidFill>
                  <a:srgbClr val="4D5A68"/>
                </a:solidFill>
                <a:latin typeface="Consolas"/>
                <a:ea typeface="Consolas"/>
                <a:cs typeface="Consolas"/>
              </a:defRPr>
            </a:lvl4pPr>
            <a:lvl5pPr algn="ctr">
              <a:defRPr sz="1725" b="0">
                <a:solidFill>
                  <a:srgbClr val="4D5A68"/>
                </a:solidFill>
                <a:latin typeface="Consolas"/>
                <a:ea typeface="Consolas"/>
                <a:cs typeface="Consolas"/>
              </a:defRPr>
            </a:lvl5pPr>
            <a:lvl6pPr algn="ctr">
              <a:defRPr sz="1725" b="0">
                <a:solidFill>
                  <a:srgbClr val="4D5A68"/>
                </a:solidFill>
                <a:latin typeface="Consolas"/>
                <a:ea typeface="Consolas"/>
                <a:cs typeface="Consolas"/>
              </a:defRPr>
            </a:lvl6pPr>
            <a:lvl7pPr algn="ctr">
              <a:defRPr sz="1725" b="0">
                <a:solidFill>
                  <a:srgbClr val="4D5A68"/>
                </a:solidFill>
                <a:latin typeface="Consolas"/>
                <a:ea typeface="Consolas"/>
                <a:cs typeface="Consolas"/>
              </a:defRPr>
            </a:lvl7pPr>
            <a:lvl8pPr algn="ctr">
              <a:defRPr sz="1725" b="0">
                <a:solidFill>
                  <a:srgbClr val="4D5A68"/>
                </a:solidFill>
                <a:latin typeface="Consolas"/>
                <a:ea typeface="Consolas"/>
                <a:cs typeface="Consolas"/>
              </a:defRPr>
            </a:lvl8pPr>
            <a:lvl9pPr algn="ctr">
              <a:defRPr sz="1725" b="0">
                <a:solidFill>
                  <a:srgbClr val="4D5A68"/>
                </a:solidFill>
                <a:latin typeface="Consolas"/>
                <a:ea typeface="Consolas"/>
                <a:cs typeface="Consolas"/>
              </a:defRPr>
            </a:lvl9pPr>
          </a:lstStyle>
          <a:p xmlns:a="http://schemas.openxmlformats.org/drawingml/2006/main">
            <a:pPr algn="ctr">
              <a:defRPr sz="1725" b="0">
                <a:solidFill>
                  <a:srgbClr val="4D5A68"/>
                </a:solidFill>
                <a:latin typeface="Consolas"/>
                <a:ea typeface="Consolas"/>
                <a:cs typeface="Consolas"/>
              </a:defRPr>
            </a:pPr>
            <a:r>
              <a:rPr sz="1725" b="0">
                <a:solidFill>
                  <a:srgbClr val="4D5A68"/>
                </a:solidFill>
                <a:latin typeface="Consolas"/>
                <a:ea typeface="Consolas"/>
                <a:cs typeface="Consolas"/>
              </a:rPr>
              <a:t>3</a:t>
            </a:r>
          </a:p>
        </p:txBody>
      </p:sp>
      <p:sp>
        <p:nvSpPr>
          <p:cNvPr id="13" name="">
            <a:extLst xmlns:a="http://schemas.openxmlformats.org/drawingml/2006/main">
              <a:ext uri="{FF2B5EF4-FFF2-40B4-BE49-F238E27FC236}">
                <a16:creationId xmlns:a16="http://schemas.microsoft.com/office/drawing/2014/main" id="{5A38D5D2-FF08-4954-AF90-32F637AE9447}"/>
              </a:ext>
            </a:extLst>
          </p:cNvPr>
          <p:cNvSpPr>
            <a:spLocks xmlns:a="http://schemas.openxmlformats.org/drawingml/2006/main" noGrp="1"/>
          </p:cNvSpPr>
          <p:nvPr/>
        </p:nvSpPr>
        <p:spPr>
          <a:xfrm xmlns:a="http://schemas.openxmlformats.org/drawingml/2006/main">
            <a:off x="3714750" y="2762250"/>
            <a:ext cx="7810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14" name="1">
            <a:extLst xmlns:a="http://schemas.openxmlformats.org/drawingml/2006/main">
              <a:ext uri="{FF2B5EF4-FFF2-40B4-BE49-F238E27FC236}">
                <a16:creationId xmlns:a16="http://schemas.microsoft.com/office/drawing/2014/main" id="{FE85A76C-E83E-461B-ABD4-328E22BA7B38}"/>
              </a:ext>
            </a:extLst>
          </p:cNvPr>
          <p:cNvSpPr>
            <a:spLocks xmlns:a="http://schemas.openxmlformats.org/drawingml/2006/main" noGrp="1"/>
          </p:cNvSpPr>
          <p:nvPr/>
        </p:nvSpPr>
        <p:spPr>
          <a:xfrm xmlns:a="http://schemas.openxmlformats.org/drawingml/2006/main">
            <a:off x="3714750" y="28289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17212B"/>
                </a:solidFill>
                <a:latin typeface="Malgun Gothic"/>
                <a:ea typeface="Malgun Gothic"/>
                <a:cs typeface="Malgun Gothic"/>
              </a:defRPr>
            </a:defPPr>
            <a:lvl1pPr algn="ctr">
              <a:defRPr sz="2850" b="1">
                <a:solidFill>
                  <a:srgbClr val="17212B"/>
                </a:solidFill>
                <a:latin typeface="Malgun Gothic"/>
                <a:ea typeface="Malgun Gothic"/>
                <a:cs typeface="Malgun Gothic"/>
              </a:defRPr>
            </a:lvl1pPr>
            <a:lvl2pPr algn="ctr">
              <a:defRPr sz="2850" b="1">
                <a:solidFill>
                  <a:srgbClr val="17212B"/>
                </a:solidFill>
                <a:latin typeface="Malgun Gothic"/>
                <a:ea typeface="Malgun Gothic"/>
                <a:cs typeface="Malgun Gothic"/>
              </a:defRPr>
            </a:lvl2pPr>
            <a:lvl3pPr algn="ctr">
              <a:defRPr sz="2850" b="1">
                <a:solidFill>
                  <a:srgbClr val="17212B"/>
                </a:solidFill>
                <a:latin typeface="Malgun Gothic"/>
                <a:ea typeface="Malgun Gothic"/>
                <a:cs typeface="Malgun Gothic"/>
              </a:defRPr>
            </a:lvl3pPr>
            <a:lvl4pPr algn="ctr">
              <a:defRPr sz="2850" b="1">
                <a:solidFill>
                  <a:srgbClr val="17212B"/>
                </a:solidFill>
                <a:latin typeface="Malgun Gothic"/>
                <a:ea typeface="Malgun Gothic"/>
                <a:cs typeface="Malgun Gothic"/>
              </a:defRPr>
            </a:lvl4pPr>
            <a:lvl5pPr algn="ctr">
              <a:defRPr sz="2850" b="1">
                <a:solidFill>
                  <a:srgbClr val="17212B"/>
                </a:solidFill>
                <a:latin typeface="Malgun Gothic"/>
                <a:ea typeface="Malgun Gothic"/>
                <a:cs typeface="Malgun Gothic"/>
              </a:defRPr>
            </a:lvl5pPr>
            <a:lvl6pPr algn="ctr">
              <a:defRPr sz="2850" b="1">
                <a:solidFill>
                  <a:srgbClr val="17212B"/>
                </a:solidFill>
                <a:latin typeface="Malgun Gothic"/>
                <a:ea typeface="Malgun Gothic"/>
                <a:cs typeface="Malgun Gothic"/>
              </a:defRPr>
            </a:lvl6pPr>
            <a:lvl7pPr algn="ctr">
              <a:defRPr sz="2850" b="1">
                <a:solidFill>
                  <a:srgbClr val="17212B"/>
                </a:solidFill>
                <a:latin typeface="Malgun Gothic"/>
                <a:ea typeface="Malgun Gothic"/>
                <a:cs typeface="Malgun Gothic"/>
              </a:defRPr>
            </a:lvl7pPr>
            <a:lvl8pPr algn="ctr">
              <a:defRPr sz="2850" b="1">
                <a:solidFill>
                  <a:srgbClr val="17212B"/>
                </a:solidFill>
                <a:latin typeface="Malgun Gothic"/>
                <a:ea typeface="Malgun Gothic"/>
                <a:cs typeface="Malgun Gothic"/>
              </a:defRPr>
            </a:lvl8pPr>
            <a:lvl9pPr algn="ctr">
              <a:defRPr sz="2850" b="1">
                <a:solidFill>
                  <a:srgbClr val="17212B"/>
                </a:solidFill>
                <a:latin typeface="Malgun Gothic"/>
                <a:ea typeface="Malgun Gothic"/>
                <a:cs typeface="Malgun Gothic"/>
              </a:defRPr>
            </a:lvl9pPr>
          </a:lstStyle>
          <a:p xmlns:a="http://schemas.openxmlformats.org/drawingml/2006/main">
            <a:pPr algn="ctr">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1</a:t>
            </a:r>
          </a:p>
        </p:txBody>
      </p:sp>
      <p:sp>
        <p:nvSpPr>
          <p:cNvPr id="15" name="">
            <a:extLst xmlns:a="http://schemas.openxmlformats.org/drawingml/2006/main">
              <a:ext uri="{FF2B5EF4-FFF2-40B4-BE49-F238E27FC236}">
                <a16:creationId xmlns:a16="http://schemas.microsoft.com/office/drawing/2014/main" id="{7C985556-27A9-4C88-AAF1-37C2F5DD563F}"/>
              </a:ext>
            </a:extLst>
          </p:cNvPr>
          <p:cNvSpPr>
            <a:spLocks xmlns:a="http://schemas.openxmlformats.org/drawingml/2006/main" noGrp="1"/>
          </p:cNvSpPr>
          <p:nvPr/>
        </p:nvSpPr>
        <p:spPr>
          <a:xfrm xmlns:a="http://schemas.openxmlformats.org/drawingml/2006/main">
            <a:off x="4619625" y="2762250"/>
            <a:ext cx="7810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16" name="2">
            <a:extLst xmlns:a="http://schemas.openxmlformats.org/drawingml/2006/main">
              <a:ext uri="{FF2B5EF4-FFF2-40B4-BE49-F238E27FC236}">
                <a16:creationId xmlns:a16="http://schemas.microsoft.com/office/drawing/2014/main" id="{4A8BE283-F337-4FE4-A765-694F8D010431}"/>
              </a:ext>
            </a:extLst>
          </p:cNvPr>
          <p:cNvSpPr>
            <a:spLocks xmlns:a="http://schemas.openxmlformats.org/drawingml/2006/main" noGrp="1"/>
          </p:cNvSpPr>
          <p:nvPr/>
        </p:nvSpPr>
        <p:spPr>
          <a:xfrm xmlns:a="http://schemas.openxmlformats.org/drawingml/2006/main">
            <a:off x="4619625" y="28289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17212B"/>
                </a:solidFill>
                <a:latin typeface="Malgun Gothic"/>
                <a:ea typeface="Malgun Gothic"/>
                <a:cs typeface="Malgun Gothic"/>
              </a:defRPr>
            </a:defPPr>
            <a:lvl1pPr algn="ctr">
              <a:defRPr sz="2850" b="1">
                <a:solidFill>
                  <a:srgbClr val="17212B"/>
                </a:solidFill>
                <a:latin typeface="Malgun Gothic"/>
                <a:ea typeface="Malgun Gothic"/>
                <a:cs typeface="Malgun Gothic"/>
              </a:defRPr>
            </a:lvl1pPr>
            <a:lvl2pPr algn="ctr">
              <a:defRPr sz="2850" b="1">
                <a:solidFill>
                  <a:srgbClr val="17212B"/>
                </a:solidFill>
                <a:latin typeface="Malgun Gothic"/>
                <a:ea typeface="Malgun Gothic"/>
                <a:cs typeface="Malgun Gothic"/>
              </a:defRPr>
            </a:lvl2pPr>
            <a:lvl3pPr algn="ctr">
              <a:defRPr sz="2850" b="1">
                <a:solidFill>
                  <a:srgbClr val="17212B"/>
                </a:solidFill>
                <a:latin typeface="Malgun Gothic"/>
                <a:ea typeface="Malgun Gothic"/>
                <a:cs typeface="Malgun Gothic"/>
              </a:defRPr>
            </a:lvl3pPr>
            <a:lvl4pPr algn="ctr">
              <a:defRPr sz="2850" b="1">
                <a:solidFill>
                  <a:srgbClr val="17212B"/>
                </a:solidFill>
                <a:latin typeface="Malgun Gothic"/>
                <a:ea typeface="Malgun Gothic"/>
                <a:cs typeface="Malgun Gothic"/>
              </a:defRPr>
            </a:lvl4pPr>
            <a:lvl5pPr algn="ctr">
              <a:defRPr sz="2850" b="1">
                <a:solidFill>
                  <a:srgbClr val="17212B"/>
                </a:solidFill>
                <a:latin typeface="Malgun Gothic"/>
                <a:ea typeface="Malgun Gothic"/>
                <a:cs typeface="Malgun Gothic"/>
              </a:defRPr>
            </a:lvl5pPr>
            <a:lvl6pPr algn="ctr">
              <a:defRPr sz="2850" b="1">
                <a:solidFill>
                  <a:srgbClr val="17212B"/>
                </a:solidFill>
                <a:latin typeface="Malgun Gothic"/>
                <a:ea typeface="Malgun Gothic"/>
                <a:cs typeface="Malgun Gothic"/>
              </a:defRPr>
            </a:lvl6pPr>
            <a:lvl7pPr algn="ctr">
              <a:defRPr sz="2850" b="1">
                <a:solidFill>
                  <a:srgbClr val="17212B"/>
                </a:solidFill>
                <a:latin typeface="Malgun Gothic"/>
                <a:ea typeface="Malgun Gothic"/>
                <a:cs typeface="Malgun Gothic"/>
              </a:defRPr>
            </a:lvl7pPr>
            <a:lvl8pPr algn="ctr">
              <a:defRPr sz="2850" b="1">
                <a:solidFill>
                  <a:srgbClr val="17212B"/>
                </a:solidFill>
                <a:latin typeface="Malgun Gothic"/>
                <a:ea typeface="Malgun Gothic"/>
                <a:cs typeface="Malgun Gothic"/>
              </a:defRPr>
            </a:lvl8pPr>
            <a:lvl9pPr algn="ctr">
              <a:defRPr sz="2850" b="1">
                <a:solidFill>
                  <a:srgbClr val="17212B"/>
                </a:solidFill>
                <a:latin typeface="Malgun Gothic"/>
                <a:ea typeface="Malgun Gothic"/>
                <a:cs typeface="Malgun Gothic"/>
              </a:defRPr>
            </a:lvl9pPr>
          </a:lstStyle>
          <a:p xmlns:a="http://schemas.openxmlformats.org/drawingml/2006/main">
            <a:pPr algn="ctr">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2</a:t>
            </a:r>
          </a:p>
        </p:txBody>
      </p:sp>
      <p:sp>
        <p:nvSpPr>
          <p:cNvPr id="17" name="">
            <a:extLst xmlns:a="http://schemas.openxmlformats.org/drawingml/2006/main">
              <a:ext uri="{FF2B5EF4-FFF2-40B4-BE49-F238E27FC236}">
                <a16:creationId xmlns:a16="http://schemas.microsoft.com/office/drawing/2014/main" id="{281C2E7D-01BE-4568-BC55-F3733B603B60}"/>
              </a:ext>
            </a:extLst>
          </p:cNvPr>
          <p:cNvSpPr>
            <a:spLocks xmlns:a="http://schemas.openxmlformats.org/drawingml/2006/main" noGrp="1"/>
          </p:cNvSpPr>
          <p:nvPr/>
        </p:nvSpPr>
        <p:spPr>
          <a:xfrm xmlns:a="http://schemas.openxmlformats.org/drawingml/2006/main">
            <a:off x="5524500" y="2762250"/>
            <a:ext cx="7810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18" name="3">
            <a:extLst xmlns:a="http://schemas.openxmlformats.org/drawingml/2006/main">
              <a:ext uri="{FF2B5EF4-FFF2-40B4-BE49-F238E27FC236}">
                <a16:creationId xmlns:a16="http://schemas.microsoft.com/office/drawing/2014/main" id="{19B6AEA3-6E47-4EBA-BF73-C7B6B374A28D}"/>
              </a:ext>
            </a:extLst>
          </p:cNvPr>
          <p:cNvSpPr>
            <a:spLocks xmlns:a="http://schemas.openxmlformats.org/drawingml/2006/main" noGrp="1"/>
          </p:cNvSpPr>
          <p:nvPr/>
        </p:nvSpPr>
        <p:spPr>
          <a:xfrm xmlns:a="http://schemas.openxmlformats.org/drawingml/2006/main">
            <a:off x="5524500" y="28289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17212B"/>
                </a:solidFill>
                <a:latin typeface="Malgun Gothic"/>
                <a:ea typeface="Malgun Gothic"/>
                <a:cs typeface="Malgun Gothic"/>
              </a:defRPr>
            </a:defPPr>
            <a:lvl1pPr algn="ctr">
              <a:defRPr sz="2850" b="1">
                <a:solidFill>
                  <a:srgbClr val="17212B"/>
                </a:solidFill>
                <a:latin typeface="Malgun Gothic"/>
                <a:ea typeface="Malgun Gothic"/>
                <a:cs typeface="Malgun Gothic"/>
              </a:defRPr>
            </a:lvl1pPr>
            <a:lvl2pPr algn="ctr">
              <a:defRPr sz="2850" b="1">
                <a:solidFill>
                  <a:srgbClr val="17212B"/>
                </a:solidFill>
                <a:latin typeface="Malgun Gothic"/>
                <a:ea typeface="Malgun Gothic"/>
                <a:cs typeface="Malgun Gothic"/>
              </a:defRPr>
            </a:lvl2pPr>
            <a:lvl3pPr algn="ctr">
              <a:defRPr sz="2850" b="1">
                <a:solidFill>
                  <a:srgbClr val="17212B"/>
                </a:solidFill>
                <a:latin typeface="Malgun Gothic"/>
                <a:ea typeface="Malgun Gothic"/>
                <a:cs typeface="Malgun Gothic"/>
              </a:defRPr>
            </a:lvl3pPr>
            <a:lvl4pPr algn="ctr">
              <a:defRPr sz="2850" b="1">
                <a:solidFill>
                  <a:srgbClr val="17212B"/>
                </a:solidFill>
                <a:latin typeface="Malgun Gothic"/>
                <a:ea typeface="Malgun Gothic"/>
                <a:cs typeface="Malgun Gothic"/>
              </a:defRPr>
            </a:lvl4pPr>
            <a:lvl5pPr algn="ctr">
              <a:defRPr sz="2850" b="1">
                <a:solidFill>
                  <a:srgbClr val="17212B"/>
                </a:solidFill>
                <a:latin typeface="Malgun Gothic"/>
                <a:ea typeface="Malgun Gothic"/>
                <a:cs typeface="Malgun Gothic"/>
              </a:defRPr>
            </a:lvl5pPr>
            <a:lvl6pPr algn="ctr">
              <a:defRPr sz="2850" b="1">
                <a:solidFill>
                  <a:srgbClr val="17212B"/>
                </a:solidFill>
                <a:latin typeface="Malgun Gothic"/>
                <a:ea typeface="Malgun Gothic"/>
                <a:cs typeface="Malgun Gothic"/>
              </a:defRPr>
            </a:lvl6pPr>
            <a:lvl7pPr algn="ctr">
              <a:defRPr sz="2850" b="1">
                <a:solidFill>
                  <a:srgbClr val="17212B"/>
                </a:solidFill>
                <a:latin typeface="Malgun Gothic"/>
                <a:ea typeface="Malgun Gothic"/>
                <a:cs typeface="Malgun Gothic"/>
              </a:defRPr>
            </a:lvl7pPr>
            <a:lvl8pPr algn="ctr">
              <a:defRPr sz="2850" b="1">
                <a:solidFill>
                  <a:srgbClr val="17212B"/>
                </a:solidFill>
                <a:latin typeface="Malgun Gothic"/>
                <a:ea typeface="Malgun Gothic"/>
                <a:cs typeface="Malgun Gothic"/>
              </a:defRPr>
            </a:lvl8pPr>
            <a:lvl9pPr algn="ctr">
              <a:defRPr sz="2850" b="1">
                <a:solidFill>
                  <a:srgbClr val="17212B"/>
                </a:solidFill>
                <a:latin typeface="Malgun Gothic"/>
                <a:ea typeface="Malgun Gothic"/>
                <a:cs typeface="Malgun Gothic"/>
              </a:defRPr>
            </a:lvl9pPr>
          </a:lstStyle>
          <a:p xmlns:a="http://schemas.openxmlformats.org/drawingml/2006/main">
            <a:pPr algn="ctr">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3</a:t>
            </a:r>
          </a:p>
        </p:txBody>
      </p:sp>
      <p:sp>
        <p:nvSpPr>
          <p:cNvPr id="19" name="">
            <a:extLst xmlns:a="http://schemas.openxmlformats.org/drawingml/2006/main">
              <a:ext uri="{FF2B5EF4-FFF2-40B4-BE49-F238E27FC236}">
                <a16:creationId xmlns:a16="http://schemas.microsoft.com/office/drawing/2014/main" id="{FA3198D0-6B20-4AC6-BDD8-945554605641}"/>
              </a:ext>
            </a:extLst>
          </p:cNvPr>
          <p:cNvSpPr>
            <a:spLocks xmlns:a="http://schemas.openxmlformats.org/drawingml/2006/main" noGrp="1"/>
          </p:cNvSpPr>
          <p:nvPr/>
        </p:nvSpPr>
        <p:spPr>
          <a:xfrm xmlns:a="http://schemas.openxmlformats.org/drawingml/2006/main">
            <a:off x="6429375" y="2762250"/>
            <a:ext cx="7810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20" name="4">
            <a:extLst xmlns:a="http://schemas.openxmlformats.org/drawingml/2006/main">
              <a:ext uri="{FF2B5EF4-FFF2-40B4-BE49-F238E27FC236}">
                <a16:creationId xmlns:a16="http://schemas.microsoft.com/office/drawing/2014/main" id="{A4C29AA3-EEE5-47A5-B4DC-D6C44729B8C3}"/>
              </a:ext>
            </a:extLst>
          </p:cNvPr>
          <p:cNvSpPr>
            <a:spLocks xmlns:a="http://schemas.openxmlformats.org/drawingml/2006/main" noGrp="1"/>
          </p:cNvSpPr>
          <p:nvPr/>
        </p:nvSpPr>
        <p:spPr>
          <a:xfrm xmlns:a="http://schemas.openxmlformats.org/drawingml/2006/main">
            <a:off x="6429375" y="28289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17212B"/>
                </a:solidFill>
                <a:latin typeface="Malgun Gothic"/>
                <a:ea typeface="Malgun Gothic"/>
                <a:cs typeface="Malgun Gothic"/>
              </a:defRPr>
            </a:defPPr>
            <a:lvl1pPr algn="ctr">
              <a:defRPr sz="2850" b="1">
                <a:solidFill>
                  <a:srgbClr val="17212B"/>
                </a:solidFill>
                <a:latin typeface="Malgun Gothic"/>
                <a:ea typeface="Malgun Gothic"/>
                <a:cs typeface="Malgun Gothic"/>
              </a:defRPr>
            </a:lvl1pPr>
            <a:lvl2pPr algn="ctr">
              <a:defRPr sz="2850" b="1">
                <a:solidFill>
                  <a:srgbClr val="17212B"/>
                </a:solidFill>
                <a:latin typeface="Malgun Gothic"/>
                <a:ea typeface="Malgun Gothic"/>
                <a:cs typeface="Malgun Gothic"/>
              </a:defRPr>
            </a:lvl2pPr>
            <a:lvl3pPr algn="ctr">
              <a:defRPr sz="2850" b="1">
                <a:solidFill>
                  <a:srgbClr val="17212B"/>
                </a:solidFill>
                <a:latin typeface="Malgun Gothic"/>
                <a:ea typeface="Malgun Gothic"/>
                <a:cs typeface="Malgun Gothic"/>
              </a:defRPr>
            </a:lvl3pPr>
            <a:lvl4pPr algn="ctr">
              <a:defRPr sz="2850" b="1">
                <a:solidFill>
                  <a:srgbClr val="17212B"/>
                </a:solidFill>
                <a:latin typeface="Malgun Gothic"/>
                <a:ea typeface="Malgun Gothic"/>
                <a:cs typeface="Malgun Gothic"/>
              </a:defRPr>
            </a:lvl4pPr>
            <a:lvl5pPr algn="ctr">
              <a:defRPr sz="2850" b="1">
                <a:solidFill>
                  <a:srgbClr val="17212B"/>
                </a:solidFill>
                <a:latin typeface="Malgun Gothic"/>
                <a:ea typeface="Malgun Gothic"/>
                <a:cs typeface="Malgun Gothic"/>
              </a:defRPr>
            </a:lvl5pPr>
            <a:lvl6pPr algn="ctr">
              <a:defRPr sz="2850" b="1">
                <a:solidFill>
                  <a:srgbClr val="17212B"/>
                </a:solidFill>
                <a:latin typeface="Malgun Gothic"/>
                <a:ea typeface="Malgun Gothic"/>
                <a:cs typeface="Malgun Gothic"/>
              </a:defRPr>
            </a:lvl6pPr>
            <a:lvl7pPr algn="ctr">
              <a:defRPr sz="2850" b="1">
                <a:solidFill>
                  <a:srgbClr val="17212B"/>
                </a:solidFill>
                <a:latin typeface="Malgun Gothic"/>
                <a:ea typeface="Malgun Gothic"/>
                <a:cs typeface="Malgun Gothic"/>
              </a:defRPr>
            </a:lvl7pPr>
            <a:lvl8pPr algn="ctr">
              <a:defRPr sz="2850" b="1">
                <a:solidFill>
                  <a:srgbClr val="17212B"/>
                </a:solidFill>
                <a:latin typeface="Malgun Gothic"/>
                <a:ea typeface="Malgun Gothic"/>
                <a:cs typeface="Malgun Gothic"/>
              </a:defRPr>
            </a:lvl8pPr>
            <a:lvl9pPr algn="ctr">
              <a:defRPr sz="2850" b="1">
                <a:solidFill>
                  <a:srgbClr val="17212B"/>
                </a:solidFill>
                <a:latin typeface="Malgun Gothic"/>
                <a:ea typeface="Malgun Gothic"/>
                <a:cs typeface="Malgun Gothic"/>
              </a:defRPr>
            </a:lvl9pPr>
          </a:lstStyle>
          <a:p xmlns:a="http://schemas.openxmlformats.org/drawingml/2006/main">
            <a:pPr algn="ctr">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4</a:t>
            </a:r>
          </a:p>
        </p:txBody>
      </p:sp>
      <p:sp>
        <p:nvSpPr>
          <p:cNvPr id="21" name="명세 · 폭 2">
            <a:extLst xmlns:a="http://schemas.openxmlformats.org/drawingml/2006/main">
              <a:ext uri="{FF2B5EF4-FFF2-40B4-BE49-F238E27FC236}">
                <a16:creationId xmlns:a16="http://schemas.microsoft.com/office/drawing/2014/main" id="{B6257140-7719-43F5-BA2D-E9449E5A6BF5}"/>
              </a:ext>
            </a:extLst>
          </p:cNvPr>
          <p:cNvSpPr>
            <a:spLocks xmlns:a="http://schemas.openxmlformats.org/drawingml/2006/main" noGrp="1"/>
          </p:cNvSpPr>
          <p:nvPr/>
        </p:nvSpPr>
        <p:spPr>
          <a:xfrm xmlns:a="http://schemas.openxmlformats.org/drawingml/2006/main">
            <a:off x="1524000" y="38576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Malgun Gothic"/>
                <a:ea typeface="Malgun Gothic"/>
                <a:cs typeface="Malgun Gothic"/>
              </a:defRPr>
            </a:defPPr>
            <a:lvl1pPr algn="l">
              <a:defRPr sz="2550" b="1">
                <a:solidFill>
                  <a:srgbClr val="0B6172"/>
                </a:solidFill>
                <a:latin typeface="Malgun Gothic"/>
                <a:ea typeface="Malgun Gothic"/>
                <a:cs typeface="Malgun Gothic"/>
              </a:defRPr>
            </a:lvl1pPr>
            <a:lvl2pPr algn="l">
              <a:defRPr sz="2550" b="1">
                <a:solidFill>
                  <a:srgbClr val="0B6172"/>
                </a:solidFill>
                <a:latin typeface="Malgun Gothic"/>
                <a:ea typeface="Malgun Gothic"/>
                <a:cs typeface="Malgun Gothic"/>
              </a:defRPr>
            </a:lvl2pPr>
            <a:lvl3pPr algn="l">
              <a:defRPr sz="2550" b="1">
                <a:solidFill>
                  <a:srgbClr val="0B6172"/>
                </a:solidFill>
                <a:latin typeface="Malgun Gothic"/>
                <a:ea typeface="Malgun Gothic"/>
                <a:cs typeface="Malgun Gothic"/>
              </a:defRPr>
            </a:lvl3pPr>
            <a:lvl4pPr algn="l">
              <a:defRPr sz="2550" b="1">
                <a:solidFill>
                  <a:srgbClr val="0B6172"/>
                </a:solidFill>
                <a:latin typeface="Malgun Gothic"/>
                <a:ea typeface="Malgun Gothic"/>
                <a:cs typeface="Malgun Gothic"/>
              </a:defRPr>
            </a:lvl4pPr>
            <a:lvl5pPr algn="l">
              <a:defRPr sz="2550" b="1">
                <a:solidFill>
                  <a:srgbClr val="0B6172"/>
                </a:solidFill>
                <a:latin typeface="Malgun Gothic"/>
                <a:ea typeface="Malgun Gothic"/>
                <a:cs typeface="Malgun Gothic"/>
              </a:defRPr>
            </a:lvl5pPr>
            <a:lvl6pPr algn="l">
              <a:defRPr sz="2550" b="1">
                <a:solidFill>
                  <a:srgbClr val="0B6172"/>
                </a:solidFill>
                <a:latin typeface="Malgun Gothic"/>
                <a:ea typeface="Malgun Gothic"/>
                <a:cs typeface="Malgun Gothic"/>
              </a:defRPr>
            </a:lvl6pPr>
            <a:lvl7pPr algn="l">
              <a:defRPr sz="2550" b="1">
                <a:solidFill>
                  <a:srgbClr val="0B6172"/>
                </a:solidFill>
                <a:latin typeface="Malgun Gothic"/>
                <a:ea typeface="Malgun Gothic"/>
                <a:cs typeface="Malgun Gothic"/>
              </a:defRPr>
            </a:lvl7pPr>
            <a:lvl8pPr algn="l">
              <a:defRPr sz="2550" b="1">
                <a:solidFill>
                  <a:srgbClr val="0B6172"/>
                </a:solidFill>
                <a:latin typeface="Malgun Gothic"/>
                <a:ea typeface="Malgun Gothic"/>
                <a:cs typeface="Malgun Gothic"/>
              </a:defRPr>
            </a:lvl8pPr>
            <a:lvl9pPr algn="l">
              <a:defRPr sz="2550" b="1">
                <a:solidFill>
                  <a:srgbClr val="0B6172"/>
                </a:solidFill>
                <a:latin typeface="Malgun Gothic"/>
                <a:ea typeface="Malgun Gothic"/>
                <a:cs typeface="Malgun Gothic"/>
              </a:defRPr>
            </a:lvl9pPr>
          </a:lstStyle>
          <a:p xmlns:a="http://schemas.openxmlformats.org/drawingml/2006/main">
            <a:pPr algn="l">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명세 · 폭 2</a:t>
            </a:r>
          </a:p>
        </p:txBody>
      </p:sp>
      <p:sp>
        <p:nvSpPr>
          <p:cNvPr id="22" name="">
            <a:extLst xmlns:a="http://schemas.openxmlformats.org/drawingml/2006/main">
              <a:ext uri="{FF2B5EF4-FFF2-40B4-BE49-F238E27FC236}">
                <a16:creationId xmlns:a16="http://schemas.microsoft.com/office/drawing/2014/main" id="{B0655D2F-B0AA-442D-967B-C71AEA0A2969}"/>
              </a:ext>
            </a:extLst>
          </p:cNvPr>
          <p:cNvSpPr>
            <a:spLocks xmlns:a="http://schemas.openxmlformats.org/drawingml/2006/main" noGrp="1"/>
          </p:cNvSpPr>
          <p:nvPr/>
        </p:nvSpPr>
        <p:spPr>
          <a:xfrm xmlns:a="http://schemas.openxmlformats.org/drawingml/2006/main">
            <a:off x="1524000" y="4429125"/>
            <a:ext cx="7810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23" name="2">
            <a:extLst xmlns:a="http://schemas.openxmlformats.org/drawingml/2006/main">
              <a:ext uri="{FF2B5EF4-FFF2-40B4-BE49-F238E27FC236}">
                <a16:creationId xmlns:a16="http://schemas.microsoft.com/office/drawing/2014/main" id="{C6DBE733-2E5F-4FAB-8824-B7B98554F659}"/>
              </a:ext>
            </a:extLst>
          </p:cNvPr>
          <p:cNvSpPr>
            <a:spLocks xmlns:a="http://schemas.openxmlformats.org/drawingml/2006/main" noGrp="1"/>
          </p:cNvSpPr>
          <p:nvPr/>
        </p:nvSpPr>
        <p:spPr>
          <a:xfrm xmlns:a="http://schemas.openxmlformats.org/drawingml/2006/main">
            <a:off x="1524000" y="44958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17212B"/>
                </a:solidFill>
                <a:latin typeface="Malgun Gothic"/>
                <a:ea typeface="Malgun Gothic"/>
                <a:cs typeface="Malgun Gothic"/>
              </a:defRPr>
            </a:defPPr>
            <a:lvl1pPr algn="ctr">
              <a:defRPr sz="2850" b="1">
                <a:solidFill>
                  <a:srgbClr val="17212B"/>
                </a:solidFill>
                <a:latin typeface="Malgun Gothic"/>
                <a:ea typeface="Malgun Gothic"/>
                <a:cs typeface="Malgun Gothic"/>
              </a:defRPr>
            </a:lvl1pPr>
            <a:lvl2pPr algn="ctr">
              <a:defRPr sz="2850" b="1">
                <a:solidFill>
                  <a:srgbClr val="17212B"/>
                </a:solidFill>
                <a:latin typeface="Malgun Gothic"/>
                <a:ea typeface="Malgun Gothic"/>
                <a:cs typeface="Malgun Gothic"/>
              </a:defRPr>
            </a:lvl2pPr>
            <a:lvl3pPr algn="ctr">
              <a:defRPr sz="2850" b="1">
                <a:solidFill>
                  <a:srgbClr val="17212B"/>
                </a:solidFill>
                <a:latin typeface="Malgun Gothic"/>
                <a:ea typeface="Malgun Gothic"/>
                <a:cs typeface="Malgun Gothic"/>
              </a:defRPr>
            </a:lvl3pPr>
            <a:lvl4pPr algn="ctr">
              <a:defRPr sz="2850" b="1">
                <a:solidFill>
                  <a:srgbClr val="17212B"/>
                </a:solidFill>
                <a:latin typeface="Malgun Gothic"/>
                <a:ea typeface="Malgun Gothic"/>
                <a:cs typeface="Malgun Gothic"/>
              </a:defRPr>
            </a:lvl4pPr>
            <a:lvl5pPr algn="ctr">
              <a:defRPr sz="2850" b="1">
                <a:solidFill>
                  <a:srgbClr val="17212B"/>
                </a:solidFill>
                <a:latin typeface="Malgun Gothic"/>
                <a:ea typeface="Malgun Gothic"/>
                <a:cs typeface="Malgun Gothic"/>
              </a:defRPr>
            </a:lvl5pPr>
            <a:lvl6pPr algn="ctr">
              <a:defRPr sz="2850" b="1">
                <a:solidFill>
                  <a:srgbClr val="17212B"/>
                </a:solidFill>
                <a:latin typeface="Malgun Gothic"/>
                <a:ea typeface="Malgun Gothic"/>
                <a:cs typeface="Malgun Gothic"/>
              </a:defRPr>
            </a:lvl6pPr>
            <a:lvl7pPr algn="ctr">
              <a:defRPr sz="2850" b="1">
                <a:solidFill>
                  <a:srgbClr val="17212B"/>
                </a:solidFill>
                <a:latin typeface="Malgun Gothic"/>
                <a:ea typeface="Malgun Gothic"/>
                <a:cs typeface="Malgun Gothic"/>
              </a:defRPr>
            </a:lvl7pPr>
            <a:lvl8pPr algn="ctr">
              <a:defRPr sz="2850" b="1">
                <a:solidFill>
                  <a:srgbClr val="17212B"/>
                </a:solidFill>
                <a:latin typeface="Malgun Gothic"/>
                <a:ea typeface="Malgun Gothic"/>
                <a:cs typeface="Malgun Gothic"/>
              </a:defRPr>
            </a:lvl8pPr>
            <a:lvl9pPr algn="ctr">
              <a:defRPr sz="2850" b="1">
                <a:solidFill>
                  <a:srgbClr val="17212B"/>
                </a:solidFill>
                <a:latin typeface="Malgun Gothic"/>
                <a:ea typeface="Malgun Gothic"/>
                <a:cs typeface="Malgun Gothic"/>
              </a:defRPr>
            </a:lvl9pPr>
          </a:lstStyle>
          <a:p xmlns:a="http://schemas.openxmlformats.org/drawingml/2006/main">
            <a:pPr algn="ctr">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2</a:t>
            </a:r>
          </a:p>
        </p:txBody>
      </p:sp>
      <p:sp>
        <p:nvSpPr>
          <p:cNvPr id="24" name="">
            <a:extLst xmlns:a="http://schemas.openxmlformats.org/drawingml/2006/main">
              <a:ext uri="{FF2B5EF4-FFF2-40B4-BE49-F238E27FC236}">
                <a16:creationId xmlns:a16="http://schemas.microsoft.com/office/drawing/2014/main" id="{400846E2-35AC-4CA6-8F60-5A88CC5F4F2B}"/>
              </a:ext>
            </a:extLst>
          </p:cNvPr>
          <p:cNvSpPr>
            <a:spLocks xmlns:a="http://schemas.openxmlformats.org/drawingml/2006/main" noGrp="1"/>
          </p:cNvSpPr>
          <p:nvPr/>
        </p:nvSpPr>
        <p:spPr>
          <a:xfrm xmlns:a="http://schemas.openxmlformats.org/drawingml/2006/main">
            <a:off x="2428875" y="4429125"/>
            <a:ext cx="7810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25" name="3">
            <a:extLst xmlns:a="http://schemas.openxmlformats.org/drawingml/2006/main">
              <a:ext uri="{FF2B5EF4-FFF2-40B4-BE49-F238E27FC236}">
                <a16:creationId xmlns:a16="http://schemas.microsoft.com/office/drawing/2014/main" id="{FCE13B08-13B2-40F3-9439-0C91F8F21788}"/>
              </a:ext>
            </a:extLst>
          </p:cNvPr>
          <p:cNvSpPr>
            <a:spLocks xmlns:a="http://schemas.openxmlformats.org/drawingml/2006/main" noGrp="1"/>
          </p:cNvSpPr>
          <p:nvPr/>
        </p:nvSpPr>
        <p:spPr>
          <a:xfrm xmlns:a="http://schemas.openxmlformats.org/drawingml/2006/main">
            <a:off x="2428875" y="44958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17212B"/>
                </a:solidFill>
                <a:latin typeface="Malgun Gothic"/>
                <a:ea typeface="Malgun Gothic"/>
                <a:cs typeface="Malgun Gothic"/>
              </a:defRPr>
            </a:defPPr>
            <a:lvl1pPr algn="ctr">
              <a:defRPr sz="2850" b="1">
                <a:solidFill>
                  <a:srgbClr val="17212B"/>
                </a:solidFill>
                <a:latin typeface="Malgun Gothic"/>
                <a:ea typeface="Malgun Gothic"/>
                <a:cs typeface="Malgun Gothic"/>
              </a:defRPr>
            </a:lvl1pPr>
            <a:lvl2pPr algn="ctr">
              <a:defRPr sz="2850" b="1">
                <a:solidFill>
                  <a:srgbClr val="17212B"/>
                </a:solidFill>
                <a:latin typeface="Malgun Gothic"/>
                <a:ea typeface="Malgun Gothic"/>
                <a:cs typeface="Malgun Gothic"/>
              </a:defRPr>
            </a:lvl2pPr>
            <a:lvl3pPr algn="ctr">
              <a:defRPr sz="2850" b="1">
                <a:solidFill>
                  <a:srgbClr val="17212B"/>
                </a:solidFill>
                <a:latin typeface="Malgun Gothic"/>
                <a:ea typeface="Malgun Gothic"/>
                <a:cs typeface="Malgun Gothic"/>
              </a:defRPr>
            </a:lvl3pPr>
            <a:lvl4pPr algn="ctr">
              <a:defRPr sz="2850" b="1">
                <a:solidFill>
                  <a:srgbClr val="17212B"/>
                </a:solidFill>
                <a:latin typeface="Malgun Gothic"/>
                <a:ea typeface="Malgun Gothic"/>
                <a:cs typeface="Malgun Gothic"/>
              </a:defRPr>
            </a:lvl4pPr>
            <a:lvl5pPr algn="ctr">
              <a:defRPr sz="2850" b="1">
                <a:solidFill>
                  <a:srgbClr val="17212B"/>
                </a:solidFill>
                <a:latin typeface="Malgun Gothic"/>
                <a:ea typeface="Malgun Gothic"/>
                <a:cs typeface="Malgun Gothic"/>
              </a:defRPr>
            </a:lvl5pPr>
            <a:lvl6pPr algn="ctr">
              <a:defRPr sz="2850" b="1">
                <a:solidFill>
                  <a:srgbClr val="17212B"/>
                </a:solidFill>
                <a:latin typeface="Malgun Gothic"/>
                <a:ea typeface="Malgun Gothic"/>
                <a:cs typeface="Malgun Gothic"/>
              </a:defRPr>
            </a:lvl6pPr>
            <a:lvl7pPr algn="ctr">
              <a:defRPr sz="2850" b="1">
                <a:solidFill>
                  <a:srgbClr val="17212B"/>
                </a:solidFill>
                <a:latin typeface="Malgun Gothic"/>
                <a:ea typeface="Malgun Gothic"/>
                <a:cs typeface="Malgun Gothic"/>
              </a:defRPr>
            </a:lvl7pPr>
            <a:lvl8pPr algn="ctr">
              <a:defRPr sz="2850" b="1">
                <a:solidFill>
                  <a:srgbClr val="17212B"/>
                </a:solidFill>
                <a:latin typeface="Malgun Gothic"/>
                <a:ea typeface="Malgun Gothic"/>
                <a:cs typeface="Malgun Gothic"/>
              </a:defRPr>
            </a:lvl8pPr>
            <a:lvl9pPr algn="ctr">
              <a:defRPr sz="2850" b="1">
                <a:solidFill>
                  <a:srgbClr val="17212B"/>
                </a:solidFill>
                <a:latin typeface="Malgun Gothic"/>
                <a:ea typeface="Malgun Gothic"/>
                <a:cs typeface="Malgun Gothic"/>
              </a:defRPr>
            </a:lvl9pPr>
          </a:lstStyle>
          <a:p xmlns:a="http://schemas.openxmlformats.org/drawingml/2006/main">
            <a:pPr algn="ctr">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3</a:t>
            </a:r>
          </a:p>
        </p:txBody>
      </p:sp>
      <p:sp>
        <p:nvSpPr>
          <p:cNvPr id="26" name="구현 · 폭 3">
            <a:extLst xmlns:a="http://schemas.openxmlformats.org/drawingml/2006/main">
              <a:ext uri="{FF2B5EF4-FFF2-40B4-BE49-F238E27FC236}">
                <a16:creationId xmlns:a16="http://schemas.microsoft.com/office/drawing/2014/main" id="{AD936050-9131-46DA-8BA5-4C2F4FD8F07F}"/>
              </a:ext>
            </a:extLst>
          </p:cNvPr>
          <p:cNvSpPr>
            <a:spLocks xmlns:a="http://schemas.openxmlformats.org/drawingml/2006/main" noGrp="1"/>
          </p:cNvSpPr>
          <p:nvPr/>
        </p:nvSpPr>
        <p:spPr>
          <a:xfrm xmlns:a="http://schemas.openxmlformats.org/drawingml/2006/main">
            <a:off x="7029450" y="3857625"/>
            <a:ext cx="4552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B42318"/>
                </a:solidFill>
                <a:latin typeface="Malgun Gothic"/>
                <a:ea typeface="Malgun Gothic"/>
                <a:cs typeface="Malgun Gothic"/>
              </a:defRPr>
            </a:defPPr>
            <a:lvl1pPr algn="l">
              <a:defRPr sz="2550" b="1">
                <a:solidFill>
                  <a:srgbClr val="B42318"/>
                </a:solidFill>
                <a:latin typeface="Malgun Gothic"/>
                <a:ea typeface="Malgun Gothic"/>
                <a:cs typeface="Malgun Gothic"/>
              </a:defRPr>
            </a:lvl1pPr>
            <a:lvl2pPr algn="l">
              <a:defRPr sz="2550" b="1">
                <a:solidFill>
                  <a:srgbClr val="B42318"/>
                </a:solidFill>
                <a:latin typeface="Malgun Gothic"/>
                <a:ea typeface="Malgun Gothic"/>
                <a:cs typeface="Malgun Gothic"/>
              </a:defRPr>
            </a:lvl2pPr>
            <a:lvl3pPr algn="l">
              <a:defRPr sz="2550" b="1">
                <a:solidFill>
                  <a:srgbClr val="B42318"/>
                </a:solidFill>
                <a:latin typeface="Malgun Gothic"/>
                <a:ea typeface="Malgun Gothic"/>
                <a:cs typeface="Malgun Gothic"/>
              </a:defRPr>
            </a:lvl3pPr>
            <a:lvl4pPr algn="l">
              <a:defRPr sz="2550" b="1">
                <a:solidFill>
                  <a:srgbClr val="B42318"/>
                </a:solidFill>
                <a:latin typeface="Malgun Gothic"/>
                <a:ea typeface="Malgun Gothic"/>
                <a:cs typeface="Malgun Gothic"/>
              </a:defRPr>
            </a:lvl4pPr>
            <a:lvl5pPr algn="l">
              <a:defRPr sz="2550" b="1">
                <a:solidFill>
                  <a:srgbClr val="B42318"/>
                </a:solidFill>
                <a:latin typeface="Malgun Gothic"/>
                <a:ea typeface="Malgun Gothic"/>
                <a:cs typeface="Malgun Gothic"/>
              </a:defRPr>
            </a:lvl5pPr>
            <a:lvl6pPr algn="l">
              <a:defRPr sz="2550" b="1">
                <a:solidFill>
                  <a:srgbClr val="B42318"/>
                </a:solidFill>
                <a:latin typeface="Malgun Gothic"/>
                <a:ea typeface="Malgun Gothic"/>
                <a:cs typeface="Malgun Gothic"/>
              </a:defRPr>
            </a:lvl6pPr>
            <a:lvl7pPr algn="l">
              <a:defRPr sz="2550" b="1">
                <a:solidFill>
                  <a:srgbClr val="B42318"/>
                </a:solidFill>
                <a:latin typeface="Malgun Gothic"/>
                <a:ea typeface="Malgun Gothic"/>
                <a:cs typeface="Malgun Gothic"/>
              </a:defRPr>
            </a:lvl7pPr>
            <a:lvl8pPr algn="l">
              <a:defRPr sz="2550" b="1">
                <a:solidFill>
                  <a:srgbClr val="B42318"/>
                </a:solidFill>
                <a:latin typeface="Malgun Gothic"/>
                <a:ea typeface="Malgun Gothic"/>
                <a:cs typeface="Malgun Gothic"/>
              </a:defRPr>
            </a:lvl8pPr>
            <a:lvl9pPr algn="l">
              <a:defRPr sz="2550" b="1">
                <a:solidFill>
                  <a:srgbClr val="B42318"/>
                </a:solidFill>
                <a:latin typeface="Malgun Gothic"/>
                <a:ea typeface="Malgun Gothic"/>
                <a:cs typeface="Malgun Gothic"/>
              </a:defRPr>
            </a:lvl9pPr>
          </a:lstStyle>
          <a:p xmlns:a="http://schemas.openxmlformats.org/drawingml/2006/main">
            <a:pPr algn="l">
              <a:defRPr sz="2550" b="1">
                <a:solidFill>
                  <a:srgbClr val="B42318"/>
                </a:solidFill>
                <a:latin typeface="Malgun Gothic"/>
                <a:ea typeface="Malgun Gothic"/>
                <a:cs typeface="Malgun Gothic"/>
              </a:defRPr>
            </a:pPr>
            <a:r>
              <a:rPr sz="2550" b="1">
                <a:solidFill>
                  <a:srgbClr val="B42318"/>
                </a:solidFill>
                <a:latin typeface="Malgun Gothic"/>
                <a:ea typeface="Malgun Gothic"/>
                <a:cs typeface="Malgun Gothic"/>
              </a:rPr>
              <a:t>구현 · 폭 3</a:t>
            </a:r>
          </a:p>
        </p:txBody>
      </p:sp>
      <p:sp>
        <p:nvSpPr>
          <p:cNvPr id="27" name="">
            <a:extLst xmlns:a="http://schemas.openxmlformats.org/drawingml/2006/main">
              <a:ext uri="{FF2B5EF4-FFF2-40B4-BE49-F238E27FC236}">
                <a16:creationId xmlns:a16="http://schemas.microsoft.com/office/drawing/2014/main" id="{3547CA01-3DED-46AE-A017-F0953C223197}"/>
              </a:ext>
            </a:extLst>
          </p:cNvPr>
          <p:cNvSpPr>
            <a:spLocks xmlns:a="http://schemas.openxmlformats.org/drawingml/2006/main" noGrp="1"/>
          </p:cNvSpPr>
          <p:nvPr/>
        </p:nvSpPr>
        <p:spPr>
          <a:xfrm xmlns:a="http://schemas.openxmlformats.org/drawingml/2006/main">
            <a:off x="7029450" y="4429125"/>
            <a:ext cx="7810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28" name="2">
            <a:extLst xmlns:a="http://schemas.openxmlformats.org/drawingml/2006/main">
              <a:ext uri="{FF2B5EF4-FFF2-40B4-BE49-F238E27FC236}">
                <a16:creationId xmlns:a16="http://schemas.microsoft.com/office/drawing/2014/main" id="{F6416115-E722-4BC7-9740-1F3C324EC460}"/>
              </a:ext>
            </a:extLst>
          </p:cNvPr>
          <p:cNvSpPr>
            <a:spLocks xmlns:a="http://schemas.openxmlformats.org/drawingml/2006/main" noGrp="1"/>
          </p:cNvSpPr>
          <p:nvPr/>
        </p:nvSpPr>
        <p:spPr>
          <a:xfrm xmlns:a="http://schemas.openxmlformats.org/drawingml/2006/main">
            <a:off x="7029450" y="44958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17212B"/>
                </a:solidFill>
                <a:latin typeface="Malgun Gothic"/>
                <a:ea typeface="Malgun Gothic"/>
                <a:cs typeface="Malgun Gothic"/>
              </a:defRPr>
            </a:defPPr>
            <a:lvl1pPr algn="ctr">
              <a:defRPr sz="2850" b="1">
                <a:solidFill>
                  <a:srgbClr val="17212B"/>
                </a:solidFill>
                <a:latin typeface="Malgun Gothic"/>
                <a:ea typeface="Malgun Gothic"/>
                <a:cs typeface="Malgun Gothic"/>
              </a:defRPr>
            </a:lvl1pPr>
            <a:lvl2pPr algn="ctr">
              <a:defRPr sz="2850" b="1">
                <a:solidFill>
                  <a:srgbClr val="17212B"/>
                </a:solidFill>
                <a:latin typeface="Malgun Gothic"/>
                <a:ea typeface="Malgun Gothic"/>
                <a:cs typeface="Malgun Gothic"/>
              </a:defRPr>
            </a:lvl2pPr>
            <a:lvl3pPr algn="ctr">
              <a:defRPr sz="2850" b="1">
                <a:solidFill>
                  <a:srgbClr val="17212B"/>
                </a:solidFill>
                <a:latin typeface="Malgun Gothic"/>
                <a:ea typeface="Malgun Gothic"/>
                <a:cs typeface="Malgun Gothic"/>
              </a:defRPr>
            </a:lvl3pPr>
            <a:lvl4pPr algn="ctr">
              <a:defRPr sz="2850" b="1">
                <a:solidFill>
                  <a:srgbClr val="17212B"/>
                </a:solidFill>
                <a:latin typeface="Malgun Gothic"/>
                <a:ea typeface="Malgun Gothic"/>
                <a:cs typeface="Malgun Gothic"/>
              </a:defRPr>
            </a:lvl4pPr>
            <a:lvl5pPr algn="ctr">
              <a:defRPr sz="2850" b="1">
                <a:solidFill>
                  <a:srgbClr val="17212B"/>
                </a:solidFill>
                <a:latin typeface="Malgun Gothic"/>
                <a:ea typeface="Malgun Gothic"/>
                <a:cs typeface="Malgun Gothic"/>
              </a:defRPr>
            </a:lvl5pPr>
            <a:lvl6pPr algn="ctr">
              <a:defRPr sz="2850" b="1">
                <a:solidFill>
                  <a:srgbClr val="17212B"/>
                </a:solidFill>
                <a:latin typeface="Malgun Gothic"/>
                <a:ea typeface="Malgun Gothic"/>
                <a:cs typeface="Malgun Gothic"/>
              </a:defRPr>
            </a:lvl6pPr>
            <a:lvl7pPr algn="ctr">
              <a:defRPr sz="2850" b="1">
                <a:solidFill>
                  <a:srgbClr val="17212B"/>
                </a:solidFill>
                <a:latin typeface="Malgun Gothic"/>
                <a:ea typeface="Malgun Gothic"/>
                <a:cs typeface="Malgun Gothic"/>
              </a:defRPr>
            </a:lvl7pPr>
            <a:lvl8pPr algn="ctr">
              <a:defRPr sz="2850" b="1">
                <a:solidFill>
                  <a:srgbClr val="17212B"/>
                </a:solidFill>
                <a:latin typeface="Malgun Gothic"/>
                <a:ea typeface="Malgun Gothic"/>
                <a:cs typeface="Malgun Gothic"/>
              </a:defRPr>
            </a:lvl8pPr>
            <a:lvl9pPr algn="ctr">
              <a:defRPr sz="2850" b="1">
                <a:solidFill>
                  <a:srgbClr val="17212B"/>
                </a:solidFill>
                <a:latin typeface="Malgun Gothic"/>
                <a:ea typeface="Malgun Gothic"/>
                <a:cs typeface="Malgun Gothic"/>
              </a:defRPr>
            </a:lvl9pPr>
          </a:lstStyle>
          <a:p xmlns:a="http://schemas.openxmlformats.org/drawingml/2006/main">
            <a:pPr algn="ctr">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2</a:t>
            </a:r>
          </a:p>
        </p:txBody>
      </p:sp>
      <p:sp>
        <p:nvSpPr>
          <p:cNvPr id="29" name="">
            <a:extLst xmlns:a="http://schemas.openxmlformats.org/drawingml/2006/main">
              <a:ext uri="{FF2B5EF4-FFF2-40B4-BE49-F238E27FC236}">
                <a16:creationId xmlns:a16="http://schemas.microsoft.com/office/drawing/2014/main" id="{B9BD2625-EE47-4B08-A9B2-153FCE503BA1}"/>
              </a:ext>
            </a:extLst>
          </p:cNvPr>
          <p:cNvSpPr>
            <a:spLocks xmlns:a="http://schemas.openxmlformats.org/drawingml/2006/main" noGrp="1"/>
          </p:cNvSpPr>
          <p:nvPr/>
        </p:nvSpPr>
        <p:spPr>
          <a:xfrm xmlns:a="http://schemas.openxmlformats.org/drawingml/2006/main">
            <a:off x="7934325" y="4429125"/>
            <a:ext cx="7810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30" name="3">
            <a:extLst xmlns:a="http://schemas.openxmlformats.org/drawingml/2006/main">
              <a:ext uri="{FF2B5EF4-FFF2-40B4-BE49-F238E27FC236}">
                <a16:creationId xmlns:a16="http://schemas.microsoft.com/office/drawing/2014/main" id="{DFF7C7B3-BD71-4B58-B596-01DB226D1CF8}"/>
              </a:ext>
            </a:extLst>
          </p:cNvPr>
          <p:cNvSpPr>
            <a:spLocks xmlns:a="http://schemas.openxmlformats.org/drawingml/2006/main" noGrp="1"/>
          </p:cNvSpPr>
          <p:nvPr/>
        </p:nvSpPr>
        <p:spPr>
          <a:xfrm xmlns:a="http://schemas.openxmlformats.org/drawingml/2006/main">
            <a:off x="7934325" y="44958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17212B"/>
                </a:solidFill>
                <a:latin typeface="Malgun Gothic"/>
                <a:ea typeface="Malgun Gothic"/>
                <a:cs typeface="Malgun Gothic"/>
              </a:defRPr>
            </a:defPPr>
            <a:lvl1pPr algn="ctr">
              <a:defRPr sz="2850" b="1">
                <a:solidFill>
                  <a:srgbClr val="17212B"/>
                </a:solidFill>
                <a:latin typeface="Malgun Gothic"/>
                <a:ea typeface="Malgun Gothic"/>
                <a:cs typeface="Malgun Gothic"/>
              </a:defRPr>
            </a:lvl1pPr>
            <a:lvl2pPr algn="ctr">
              <a:defRPr sz="2850" b="1">
                <a:solidFill>
                  <a:srgbClr val="17212B"/>
                </a:solidFill>
                <a:latin typeface="Malgun Gothic"/>
                <a:ea typeface="Malgun Gothic"/>
                <a:cs typeface="Malgun Gothic"/>
              </a:defRPr>
            </a:lvl2pPr>
            <a:lvl3pPr algn="ctr">
              <a:defRPr sz="2850" b="1">
                <a:solidFill>
                  <a:srgbClr val="17212B"/>
                </a:solidFill>
                <a:latin typeface="Malgun Gothic"/>
                <a:ea typeface="Malgun Gothic"/>
                <a:cs typeface="Malgun Gothic"/>
              </a:defRPr>
            </a:lvl3pPr>
            <a:lvl4pPr algn="ctr">
              <a:defRPr sz="2850" b="1">
                <a:solidFill>
                  <a:srgbClr val="17212B"/>
                </a:solidFill>
                <a:latin typeface="Malgun Gothic"/>
                <a:ea typeface="Malgun Gothic"/>
                <a:cs typeface="Malgun Gothic"/>
              </a:defRPr>
            </a:lvl4pPr>
            <a:lvl5pPr algn="ctr">
              <a:defRPr sz="2850" b="1">
                <a:solidFill>
                  <a:srgbClr val="17212B"/>
                </a:solidFill>
                <a:latin typeface="Malgun Gothic"/>
                <a:ea typeface="Malgun Gothic"/>
                <a:cs typeface="Malgun Gothic"/>
              </a:defRPr>
            </a:lvl5pPr>
            <a:lvl6pPr algn="ctr">
              <a:defRPr sz="2850" b="1">
                <a:solidFill>
                  <a:srgbClr val="17212B"/>
                </a:solidFill>
                <a:latin typeface="Malgun Gothic"/>
                <a:ea typeface="Malgun Gothic"/>
                <a:cs typeface="Malgun Gothic"/>
              </a:defRPr>
            </a:lvl6pPr>
            <a:lvl7pPr algn="ctr">
              <a:defRPr sz="2850" b="1">
                <a:solidFill>
                  <a:srgbClr val="17212B"/>
                </a:solidFill>
                <a:latin typeface="Malgun Gothic"/>
                <a:ea typeface="Malgun Gothic"/>
                <a:cs typeface="Malgun Gothic"/>
              </a:defRPr>
            </a:lvl7pPr>
            <a:lvl8pPr algn="ctr">
              <a:defRPr sz="2850" b="1">
                <a:solidFill>
                  <a:srgbClr val="17212B"/>
                </a:solidFill>
                <a:latin typeface="Malgun Gothic"/>
                <a:ea typeface="Malgun Gothic"/>
                <a:cs typeface="Malgun Gothic"/>
              </a:defRPr>
            </a:lvl8pPr>
            <a:lvl9pPr algn="ctr">
              <a:defRPr sz="2850" b="1">
                <a:solidFill>
                  <a:srgbClr val="17212B"/>
                </a:solidFill>
                <a:latin typeface="Malgun Gothic"/>
                <a:ea typeface="Malgun Gothic"/>
                <a:cs typeface="Malgun Gothic"/>
              </a:defRPr>
            </a:lvl9pPr>
          </a:lstStyle>
          <a:p xmlns:a="http://schemas.openxmlformats.org/drawingml/2006/main">
            <a:pPr algn="ctr">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3</a:t>
            </a:r>
          </a:p>
        </p:txBody>
      </p:sp>
      <p:sp>
        <p:nvSpPr>
          <p:cNvPr id="31" name="">
            <a:extLst xmlns:a="http://schemas.openxmlformats.org/drawingml/2006/main">
              <a:ext uri="{FF2B5EF4-FFF2-40B4-BE49-F238E27FC236}">
                <a16:creationId xmlns:a16="http://schemas.microsoft.com/office/drawing/2014/main" id="{E7542592-2800-40CF-8267-ADFB41253AFF}"/>
              </a:ext>
            </a:extLst>
          </p:cNvPr>
          <p:cNvSpPr>
            <a:spLocks xmlns:a="http://schemas.openxmlformats.org/drawingml/2006/main" noGrp="1"/>
          </p:cNvSpPr>
          <p:nvPr/>
        </p:nvSpPr>
        <p:spPr>
          <a:xfrm xmlns:a="http://schemas.openxmlformats.org/drawingml/2006/main">
            <a:off x="8839200" y="4429125"/>
            <a:ext cx="781050" cy="714375"/>
          </a:xfrm>
          <a:prstGeom xmlns:a="http://schemas.openxmlformats.org/drawingml/2006/main" prst="rect">
            <a:avLst/>
          </a:prstGeom>
          <a:solidFill xmlns:a="http://schemas.openxmlformats.org/drawingml/2006/main">
            <a:srgbClr val="FBE4DF"/>
          </a:solidFill>
          <a:ln xmlns:a="http://schemas.openxmlformats.org/drawingml/2006/main" w="14288">
            <a:solidFill>
              <a:srgbClr val="B42318"/>
            </a:solidFill>
            <a:prstDash val="solid"/>
          </a:ln>
        </p:spPr>
      </p:sp>
      <p:sp>
        <p:nvSpPr>
          <p:cNvPr id="32" name="4">
            <a:extLst xmlns:a="http://schemas.openxmlformats.org/drawingml/2006/main">
              <a:ext uri="{FF2B5EF4-FFF2-40B4-BE49-F238E27FC236}">
                <a16:creationId xmlns:a16="http://schemas.microsoft.com/office/drawing/2014/main" id="{382FD7B0-7E5F-42CC-9B85-DFA47DBB8AE4}"/>
              </a:ext>
            </a:extLst>
          </p:cNvPr>
          <p:cNvSpPr>
            <a:spLocks xmlns:a="http://schemas.openxmlformats.org/drawingml/2006/main" noGrp="1"/>
          </p:cNvSpPr>
          <p:nvPr/>
        </p:nvSpPr>
        <p:spPr>
          <a:xfrm xmlns:a="http://schemas.openxmlformats.org/drawingml/2006/main">
            <a:off x="8839200" y="44958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B42318"/>
                </a:solidFill>
                <a:latin typeface="Malgun Gothic"/>
                <a:ea typeface="Malgun Gothic"/>
                <a:cs typeface="Malgun Gothic"/>
              </a:defRPr>
            </a:defPPr>
            <a:lvl1pPr algn="ctr">
              <a:defRPr sz="2850" b="1">
                <a:solidFill>
                  <a:srgbClr val="B42318"/>
                </a:solidFill>
                <a:latin typeface="Malgun Gothic"/>
                <a:ea typeface="Malgun Gothic"/>
                <a:cs typeface="Malgun Gothic"/>
              </a:defRPr>
            </a:lvl1pPr>
            <a:lvl2pPr algn="ctr">
              <a:defRPr sz="2850" b="1">
                <a:solidFill>
                  <a:srgbClr val="B42318"/>
                </a:solidFill>
                <a:latin typeface="Malgun Gothic"/>
                <a:ea typeface="Malgun Gothic"/>
                <a:cs typeface="Malgun Gothic"/>
              </a:defRPr>
            </a:lvl2pPr>
            <a:lvl3pPr algn="ctr">
              <a:defRPr sz="2850" b="1">
                <a:solidFill>
                  <a:srgbClr val="B42318"/>
                </a:solidFill>
                <a:latin typeface="Malgun Gothic"/>
                <a:ea typeface="Malgun Gothic"/>
                <a:cs typeface="Malgun Gothic"/>
              </a:defRPr>
            </a:lvl3pPr>
            <a:lvl4pPr algn="ctr">
              <a:defRPr sz="2850" b="1">
                <a:solidFill>
                  <a:srgbClr val="B42318"/>
                </a:solidFill>
                <a:latin typeface="Malgun Gothic"/>
                <a:ea typeface="Malgun Gothic"/>
                <a:cs typeface="Malgun Gothic"/>
              </a:defRPr>
            </a:lvl4pPr>
            <a:lvl5pPr algn="ctr">
              <a:defRPr sz="2850" b="1">
                <a:solidFill>
                  <a:srgbClr val="B42318"/>
                </a:solidFill>
                <a:latin typeface="Malgun Gothic"/>
                <a:ea typeface="Malgun Gothic"/>
                <a:cs typeface="Malgun Gothic"/>
              </a:defRPr>
            </a:lvl5pPr>
            <a:lvl6pPr algn="ctr">
              <a:defRPr sz="2850" b="1">
                <a:solidFill>
                  <a:srgbClr val="B42318"/>
                </a:solidFill>
                <a:latin typeface="Malgun Gothic"/>
                <a:ea typeface="Malgun Gothic"/>
                <a:cs typeface="Malgun Gothic"/>
              </a:defRPr>
            </a:lvl6pPr>
            <a:lvl7pPr algn="ctr">
              <a:defRPr sz="2850" b="1">
                <a:solidFill>
                  <a:srgbClr val="B42318"/>
                </a:solidFill>
                <a:latin typeface="Malgun Gothic"/>
                <a:ea typeface="Malgun Gothic"/>
                <a:cs typeface="Malgun Gothic"/>
              </a:defRPr>
            </a:lvl7pPr>
            <a:lvl8pPr algn="ctr">
              <a:defRPr sz="2850" b="1">
                <a:solidFill>
                  <a:srgbClr val="B42318"/>
                </a:solidFill>
                <a:latin typeface="Malgun Gothic"/>
                <a:ea typeface="Malgun Gothic"/>
                <a:cs typeface="Malgun Gothic"/>
              </a:defRPr>
            </a:lvl8pPr>
            <a:lvl9pPr algn="ctr">
              <a:defRPr sz="2850" b="1">
                <a:solidFill>
                  <a:srgbClr val="B42318"/>
                </a:solidFill>
                <a:latin typeface="Malgun Gothic"/>
                <a:ea typeface="Malgun Gothic"/>
                <a:cs typeface="Malgun Gothic"/>
              </a:defRPr>
            </a:lvl9pPr>
          </a:lstStyle>
          <a:p xmlns:a="http://schemas.openxmlformats.org/drawingml/2006/main">
            <a:pPr algn="ctr">
              <a:defRPr sz="2850" b="1">
                <a:solidFill>
                  <a:srgbClr val="B42318"/>
                </a:solidFill>
                <a:latin typeface="Malgun Gothic"/>
                <a:ea typeface="Malgun Gothic"/>
                <a:cs typeface="Malgun Gothic"/>
              </a:defRPr>
            </a:pPr>
            <a:r>
              <a:rPr sz="2850" b="1">
                <a:solidFill>
                  <a:srgbClr val="B42318"/>
                </a:solidFill>
                <a:latin typeface="Malgun Gothic"/>
                <a:ea typeface="Malgun Gothic"/>
                <a:cs typeface="Malgun Gothic"/>
              </a:rPr>
              <a:t>4</a:t>
            </a:r>
          </a:p>
        </p:txBody>
      </p:sp>
      <p:sp>
        <p:nvSpPr>
          <p:cNvPr id="33" name="포함할 값은 2·3인데, 구현은 끝 열의 값 4까지 포함했다">
            <a:extLst xmlns:a="http://schemas.openxmlformats.org/drawingml/2006/main">
              <a:ext uri="{FF2B5EF4-FFF2-40B4-BE49-F238E27FC236}">
                <a16:creationId xmlns:a16="http://schemas.microsoft.com/office/drawing/2014/main" id="{79CDA8D1-D19F-4B3E-9346-3E4BB866ECAE}"/>
              </a:ext>
            </a:extLst>
          </p:cNvPr>
          <p:cNvSpPr>
            <a:spLocks xmlns:a="http://schemas.openxmlformats.org/drawingml/2006/main" noGrp="1"/>
          </p:cNvSpPr>
          <p:nvPr/>
        </p:nvSpPr>
        <p:spPr>
          <a:xfrm xmlns:a="http://schemas.openxmlformats.org/drawingml/2006/main">
            <a:off x="609600" y="53530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포함할 값은 2·3인데, 구현은 끝 열의 값 4까지 포함했다</a:t>
            </a:r>
          </a:p>
        </p:txBody>
      </p:sp>
      <p:sp>
        <p:nvSpPr>
          <p:cNvPr id="34" name="Legacy module connection">
            <a:extLst xmlns:a="http://schemas.openxmlformats.org/drawingml/2006/main">
              <a:ext uri="{FF2B5EF4-FFF2-40B4-BE49-F238E27FC236}">
                <a16:creationId xmlns:a16="http://schemas.microsoft.com/office/drawing/2014/main" id="{C59C21B7-14CD-4500-8965-F46AB84766BB}"/>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1252036491"/>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0 · 원인을 설명한 근거">
            <a:extLst xmlns:a="http://schemas.openxmlformats.org/drawingml/2006/main">
              <a:ext uri="{FF2B5EF4-FFF2-40B4-BE49-F238E27FC236}">
                <a16:creationId xmlns:a16="http://schemas.microsoft.com/office/drawing/2014/main" id="{7CA30814-53D9-4E9F-BCDD-45F9CE97272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원인을 설명한 근거</a:t>
            </a:r>
          </a:p>
        </p:txBody>
      </p:sp>
      <p:sp>
        <p:nvSpPr>
          <p:cNvPr id="2" name="S07">
            <a:extLst xmlns:a="http://schemas.openxmlformats.org/drawingml/2006/main">
              <a:ext uri="{FF2B5EF4-FFF2-40B4-BE49-F238E27FC236}">
                <a16:creationId xmlns:a16="http://schemas.microsoft.com/office/drawing/2014/main" id="{3AF9B92A-2E74-4F17-BFA9-58BD4BE9026E}"/>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S08</a:t>
            </a:r>
          </a:p>
        </p:txBody>
      </p:sp>
      <p:sp>
        <p:nvSpPr>
          <p:cNvPr id="3" name="테스트·명세·구현을 연결해 원인을 설명했다">
            <a:extLst xmlns:a="http://schemas.openxmlformats.org/drawingml/2006/main">
              <a:ext uri="{FF2B5EF4-FFF2-40B4-BE49-F238E27FC236}">
                <a16:creationId xmlns:a16="http://schemas.microsoft.com/office/drawing/2014/main" id="{FC523A69-3746-42F3-975F-A8C7C72E252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테스트·명세·구현을 연결해 원인을 설명했다</a:t>
            </a:r>
          </a:p>
        </p:txBody>
      </p:sp>
      <p:sp>
        <p:nvSpPr>
          <p:cNvPr id="4" name="">
            <a:extLst xmlns:a="http://schemas.openxmlformats.org/drawingml/2006/main">
              <a:ext uri="{FF2B5EF4-FFF2-40B4-BE49-F238E27FC236}">
                <a16:creationId xmlns:a16="http://schemas.microsoft.com/office/drawing/2014/main" id="{1EF194AB-37A0-4248-8E1B-384675931630}"/>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1 · 발견한 테스트·명세·구현의 관계를 재구성 · Codex CLI 0.154.0">
            <a:extLst xmlns:a="http://schemas.openxmlformats.org/drawingml/2006/main">
              <a:ext uri="{FF2B5EF4-FFF2-40B4-BE49-F238E27FC236}">
                <a16:creationId xmlns:a16="http://schemas.microsoft.com/office/drawing/2014/main" id="{2A8C5FAA-BC37-4692-9E6C-7F073084FC3F}"/>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TRIAL-001 · 발견한 테스트·명세·구현의 관계를 재구성 · Codex CLI 0.154.0</a:t>
            </a:r>
          </a:p>
        </p:txBody>
      </p:sp>
      <p:sp>
        <p:nvSpPr>
          <p:cNvPr id="6" name="자료 관계도이며 Agent의 시간순 접근 로그가 아님 · README에도 결함 안내가 있었음 · 코드 수정 ">
            <a:extLst xmlns:a="http://schemas.openxmlformats.org/drawingml/2006/main">
              <a:ext uri="{FF2B5EF4-FFF2-40B4-BE49-F238E27FC236}">
                <a16:creationId xmlns:a16="http://schemas.microsoft.com/office/drawing/2014/main" id="{F2D35E77-1FCE-4D85-A35A-81E4202DAC5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자료 관계도이며 Agent의 시간순 접근 로그가 아님 · README에도 결함 안내가 있었음 · 코드 수정 없음</a:t>
            </a:r>
          </a:p>
        </p:txBody>
      </p:sp>
      <p:sp>
        <p:nvSpPr>
          <p:cNvPr id="7" name="앞의 폭 2 / 폭 3 차이를 설명한 근거">
            <a:extLst xmlns:a="http://schemas.openxmlformats.org/drawingml/2006/main">
              <a:ext uri="{FF2B5EF4-FFF2-40B4-BE49-F238E27FC236}">
                <a16:creationId xmlns:a16="http://schemas.microsoft.com/office/drawing/2014/main" id="{F704CC8E-7C2F-4BEF-ACCD-777E3A45E54D}"/>
              </a:ext>
            </a:extLst>
          </p:cNvPr>
          <p:cNvSpPr>
            <a:spLocks xmlns:a="http://schemas.openxmlformats.org/drawingml/2006/main" noGrp="1"/>
          </p:cNvSpPr>
          <p:nvPr/>
        </p:nvSpPr>
        <p:spPr>
          <a:xfrm xmlns:a="http://schemas.openxmlformats.org/drawingml/2006/main">
            <a:off x="609600" y="17621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앞의 폭 2 / 폭 3 차이를 설명한 근거</a:t>
            </a:r>
          </a:p>
        </p:txBody>
      </p:sp>
      <p:sp>
        <p:nvSpPr>
          <p:cNvPr id="8" name="">
            <a:extLst xmlns:a="http://schemas.openxmlformats.org/drawingml/2006/main">
              <a:ext uri="{FF2B5EF4-FFF2-40B4-BE49-F238E27FC236}">
                <a16:creationId xmlns:a16="http://schemas.microsoft.com/office/drawing/2014/main" id="{7CA41A94-68F0-401B-B73D-9C24F65CE165}"/>
              </a:ext>
            </a:extLst>
          </p:cNvPr>
          <p:cNvSpPr>
            <a:spLocks xmlns:a="http://schemas.openxmlformats.org/drawingml/2006/main" noGrp="1"/>
          </p:cNvSpPr>
          <p:nvPr/>
        </p:nvSpPr>
        <p:spPr>
          <a:xfrm xmlns:a="http://schemas.openxmlformats.org/drawingml/2006/main">
            <a:off x="609600" y="2628900"/>
            <a:ext cx="33528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9" name="실패 테스트">
            <a:extLst xmlns:a="http://schemas.openxmlformats.org/drawingml/2006/main">
              <a:ext uri="{FF2B5EF4-FFF2-40B4-BE49-F238E27FC236}">
                <a16:creationId xmlns:a16="http://schemas.microsoft.com/office/drawing/2014/main" id="{564F8CA5-3381-4E5B-9B12-6C19FCD59E8C}"/>
              </a:ext>
            </a:extLst>
          </p:cNvPr>
          <p:cNvSpPr>
            <a:spLocks xmlns:a="http://schemas.openxmlformats.org/drawingml/2006/main" noGrp="1"/>
          </p:cNvSpPr>
          <p:nvPr/>
        </p:nvSpPr>
        <p:spPr>
          <a:xfrm xmlns:a="http://schemas.openxmlformats.org/drawingml/2006/main">
            <a:off x="609600" y="2781300"/>
            <a:ext cx="335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실패 테스트</a:t>
            </a:r>
          </a:p>
        </p:txBody>
      </p:sp>
      <p:sp>
        <p:nvSpPr>
          <p:cNvPr id="10" name="">
            <a:extLst xmlns:a="http://schemas.openxmlformats.org/drawingml/2006/main">
              <a:ext uri="{FF2B5EF4-FFF2-40B4-BE49-F238E27FC236}">
                <a16:creationId xmlns:a16="http://schemas.microsoft.com/office/drawing/2014/main" id="{8E1FF3D1-418F-464E-8A1E-1452A3A97F0C}"/>
              </a:ext>
            </a:extLst>
          </p:cNvPr>
          <p:cNvSpPr>
            <a:spLocks xmlns:a="http://schemas.openxmlformats.org/drawingml/2006/main" noGrp="1"/>
          </p:cNvSpPr>
          <p:nvPr/>
        </p:nvSpPr>
        <p:spPr>
          <a:xfrm xmlns:a="http://schemas.openxmlformats.org/drawingml/2006/main">
            <a:off x="4419600" y="2628900"/>
            <a:ext cx="33528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11" name="Crop 명세">
            <a:extLst xmlns:a="http://schemas.openxmlformats.org/drawingml/2006/main">
              <a:ext uri="{FF2B5EF4-FFF2-40B4-BE49-F238E27FC236}">
                <a16:creationId xmlns:a16="http://schemas.microsoft.com/office/drawing/2014/main" id="{3B29E6EF-819C-4E43-A3B1-BEF93FDEC03B}"/>
              </a:ext>
            </a:extLst>
          </p:cNvPr>
          <p:cNvSpPr>
            <a:spLocks xmlns:a="http://schemas.openxmlformats.org/drawingml/2006/main" noGrp="1"/>
          </p:cNvSpPr>
          <p:nvPr/>
        </p:nvSpPr>
        <p:spPr>
          <a:xfrm xmlns:a="http://schemas.openxmlformats.org/drawingml/2006/main">
            <a:off x="4419600" y="2781300"/>
            <a:ext cx="335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Crop 명세</a:t>
            </a:r>
          </a:p>
        </p:txBody>
      </p:sp>
      <p:sp>
        <p:nvSpPr>
          <p:cNvPr id="12" name="">
            <a:extLst xmlns:a="http://schemas.openxmlformats.org/drawingml/2006/main">
              <a:ext uri="{FF2B5EF4-FFF2-40B4-BE49-F238E27FC236}">
                <a16:creationId xmlns:a16="http://schemas.microsoft.com/office/drawing/2014/main" id="{387F7095-EB0C-43E0-A099-F43D35A6FE30}"/>
              </a:ext>
            </a:extLst>
          </p:cNvPr>
          <p:cNvSpPr>
            <a:spLocks xmlns:a="http://schemas.openxmlformats.org/drawingml/2006/main" noGrp="1"/>
          </p:cNvSpPr>
          <p:nvPr/>
        </p:nvSpPr>
        <p:spPr>
          <a:xfrm xmlns:a="http://schemas.openxmlformats.org/drawingml/2006/main">
            <a:off x="8229600" y="2628900"/>
            <a:ext cx="33528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13" name="실제 구현">
            <a:extLst xmlns:a="http://schemas.openxmlformats.org/drawingml/2006/main">
              <a:ext uri="{FF2B5EF4-FFF2-40B4-BE49-F238E27FC236}">
                <a16:creationId xmlns:a16="http://schemas.microsoft.com/office/drawing/2014/main" id="{01B4744E-5BF3-4D80-A89D-F95C352CEDD7}"/>
              </a:ext>
            </a:extLst>
          </p:cNvPr>
          <p:cNvSpPr>
            <a:spLocks xmlns:a="http://schemas.openxmlformats.org/drawingml/2006/main" noGrp="1"/>
          </p:cNvSpPr>
          <p:nvPr/>
        </p:nvSpPr>
        <p:spPr>
          <a:xfrm xmlns:a="http://schemas.openxmlformats.org/drawingml/2006/main">
            <a:off x="8229600" y="2781300"/>
            <a:ext cx="335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실제 구현</a:t>
            </a:r>
          </a:p>
        </p:txBody>
      </p:sp>
      <p:sp>
        <p:nvSpPr>
          <p:cNvPr id="14" name="test_crop_excludes_&#10;end_coordinate">
            <a:extLst xmlns:a="http://schemas.openxmlformats.org/drawingml/2006/main">
              <a:ext uri="{FF2B5EF4-FFF2-40B4-BE49-F238E27FC236}">
                <a16:creationId xmlns:a16="http://schemas.microsoft.com/office/drawing/2014/main" id="{586EB63F-0F56-4267-B295-182020DC4515}"/>
              </a:ext>
            </a:extLst>
          </p:cNvPr>
          <p:cNvSpPr>
            <a:spLocks xmlns:a="http://schemas.openxmlformats.org/drawingml/2006/main" noGrp="1"/>
          </p:cNvSpPr>
          <p:nvPr/>
        </p:nvSpPr>
        <p:spPr>
          <a:xfrm xmlns:a="http://schemas.openxmlformats.org/drawingml/2006/main">
            <a:off x="609600" y="3476625"/>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Consolas"/>
                <a:ea typeface="Consolas"/>
                <a:cs typeface="Consolas"/>
              </a:defRPr>
            </a:defPPr>
            <a:lvl1pPr algn="l">
              <a:defRPr sz="1875" b="1">
                <a:solidFill>
                  <a:srgbClr val="17212B"/>
                </a:solidFill>
                <a:latin typeface="Consolas"/>
                <a:ea typeface="Consolas"/>
                <a:cs typeface="Consolas"/>
              </a:defRPr>
            </a:lvl1pPr>
            <a:lvl2pPr algn="l">
              <a:defRPr sz="1875" b="1">
                <a:solidFill>
                  <a:srgbClr val="17212B"/>
                </a:solidFill>
                <a:latin typeface="Consolas"/>
                <a:ea typeface="Consolas"/>
                <a:cs typeface="Consolas"/>
              </a:defRPr>
            </a:lvl2pPr>
            <a:lvl3pPr algn="l">
              <a:defRPr sz="1875" b="1">
                <a:solidFill>
                  <a:srgbClr val="17212B"/>
                </a:solidFill>
                <a:latin typeface="Consolas"/>
                <a:ea typeface="Consolas"/>
                <a:cs typeface="Consolas"/>
              </a:defRPr>
            </a:lvl3pPr>
            <a:lvl4pPr algn="l">
              <a:defRPr sz="1875" b="1">
                <a:solidFill>
                  <a:srgbClr val="17212B"/>
                </a:solidFill>
                <a:latin typeface="Consolas"/>
                <a:ea typeface="Consolas"/>
                <a:cs typeface="Consolas"/>
              </a:defRPr>
            </a:lvl4pPr>
            <a:lvl5pPr algn="l">
              <a:defRPr sz="1875" b="1">
                <a:solidFill>
                  <a:srgbClr val="17212B"/>
                </a:solidFill>
                <a:latin typeface="Consolas"/>
                <a:ea typeface="Consolas"/>
                <a:cs typeface="Consolas"/>
              </a:defRPr>
            </a:lvl5pPr>
            <a:lvl6pPr algn="l">
              <a:defRPr sz="1875" b="1">
                <a:solidFill>
                  <a:srgbClr val="17212B"/>
                </a:solidFill>
                <a:latin typeface="Consolas"/>
                <a:ea typeface="Consolas"/>
                <a:cs typeface="Consolas"/>
              </a:defRPr>
            </a:lvl6pPr>
            <a:lvl7pPr algn="l">
              <a:defRPr sz="1875" b="1">
                <a:solidFill>
                  <a:srgbClr val="17212B"/>
                </a:solidFill>
                <a:latin typeface="Consolas"/>
                <a:ea typeface="Consolas"/>
                <a:cs typeface="Consolas"/>
              </a:defRPr>
            </a:lvl7pPr>
            <a:lvl8pPr algn="l">
              <a:defRPr sz="1875" b="1">
                <a:solidFill>
                  <a:srgbClr val="17212B"/>
                </a:solidFill>
                <a:latin typeface="Consolas"/>
                <a:ea typeface="Consolas"/>
                <a:cs typeface="Consolas"/>
              </a:defRPr>
            </a:lvl8pPr>
            <a:lvl9pPr algn="l">
              <a:defRPr sz="1875" b="1">
                <a:solidFill>
                  <a:srgbClr val="17212B"/>
                </a:solidFill>
                <a:latin typeface="Consolas"/>
                <a:ea typeface="Consolas"/>
                <a:cs typeface="Consolas"/>
              </a:defRPr>
            </a:lvl9pPr>
          </a:lstStyle>
          <a:p xmlns:a="http://schemas.openxmlformats.org/drawingml/2006/main">
            <a:pPr algn="l">
              <a:defRPr sz="1875" b="1">
                <a:solidFill>
                  <a:srgbClr val="17212B"/>
                </a:solidFill>
                <a:latin typeface="Consolas"/>
                <a:ea typeface="Consolas"/>
                <a:cs typeface="Consolas"/>
              </a:defRPr>
            </a:pPr>
            <a:r>
              <a:rPr sz="1875" b="1">
                <a:solidFill>
                  <a:srgbClr val="17212B"/>
                </a:solidFill>
                <a:latin typeface="Consolas"/>
                <a:ea typeface="Consolas"/>
                <a:cs typeface="Consolas"/>
              </a:rPr>
              <a:t>test_crop_excludes_</a:t>
            </a:r>
          </a:p>
          <a:p xmlns:a="http://schemas.openxmlformats.org/drawingml/2006/main">
            <a:pPr algn="l">
              <a:defRPr sz="1875" b="1">
                <a:solidFill>
                  <a:srgbClr val="17212B"/>
                </a:solidFill>
                <a:latin typeface="Consolas"/>
                <a:ea typeface="Consolas"/>
                <a:cs typeface="Consolas"/>
              </a:defRPr>
            </a:pPr>
            <a:r>
              <a:rPr sz="1875" b="1">
                <a:solidFill>
                  <a:srgbClr val="17212B"/>
                </a:solidFill>
                <a:latin typeface="Consolas"/>
                <a:ea typeface="Consolas"/>
                <a:cs typeface="Consolas"/>
              </a:rPr>
              <a:t>end_coordinate</a:t>
            </a:r>
          </a:p>
        </p:txBody>
      </p:sp>
      <p:sp>
        <p:nvSpPr>
          <p:cNvPr id="15" name="[x_start, x_end)">
            <a:extLst xmlns:a="http://schemas.openxmlformats.org/drawingml/2006/main">
              <a:ext uri="{FF2B5EF4-FFF2-40B4-BE49-F238E27FC236}">
                <a16:creationId xmlns:a16="http://schemas.microsoft.com/office/drawing/2014/main" id="{7355650B-9E98-44C8-BD80-82674C534562}"/>
              </a:ext>
            </a:extLst>
          </p:cNvPr>
          <p:cNvSpPr>
            <a:spLocks xmlns:a="http://schemas.openxmlformats.org/drawingml/2006/main" noGrp="1"/>
          </p:cNvSpPr>
          <p:nvPr/>
        </p:nvSpPr>
        <p:spPr>
          <a:xfrm xmlns:a="http://schemas.openxmlformats.org/drawingml/2006/main">
            <a:off x="4419600" y="3524250"/>
            <a:ext cx="335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Consolas"/>
                <a:ea typeface="Consolas"/>
                <a:cs typeface="Consolas"/>
              </a:defRPr>
            </a:defPPr>
            <a:lvl1pPr algn="l">
              <a:defRPr sz="2175" b="1">
                <a:solidFill>
                  <a:srgbClr val="17212B"/>
                </a:solidFill>
                <a:latin typeface="Consolas"/>
                <a:ea typeface="Consolas"/>
                <a:cs typeface="Consolas"/>
              </a:defRPr>
            </a:lvl1pPr>
            <a:lvl2pPr algn="l">
              <a:defRPr sz="2175" b="1">
                <a:solidFill>
                  <a:srgbClr val="17212B"/>
                </a:solidFill>
                <a:latin typeface="Consolas"/>
                <a:ea typeface="Consolas"/>
                <a:cs typeface="Consolas"/>
              </a:defRPr>
            </a:lvl2pPr>
            <a:lvl3pPr algn="l">
              <a:defRPr sz="2175" b="1">
                <a:solidFill>
                  <a:srgbClr val="17212B"/>
                </a:solidFill>
                <a:latin typeface="Consolas"/>
                <a:ea typeface="Consolas"/>
                <a:cs typeface="Consolas"/>
              </a:defRPr>
            </a:lvl3pPr>
            <a:lvl4pPr algn="l">
              <a:defRPr sz="2175" b="1">
                <a:solidFill>
                  <a:srgbClr val="17212B"/>
                </a:solidFill>
                <a:latin typeface="Consolas"/>
                <a:ea typeface="Consolas"/>
                <a:cs typeface="Consolas"/>
              </a:defRPr>
            </a:lvl4pPr>
            <a:lvl5pPr algn="l">
              <a:defRPr sz="2175" b="1">
                <a:solidFill>
                  <a:srgbClr val="17212B"/>
                </a:solidFill>
                <a:latin typeface="Consolas"/>
                <a:ea typeface="Consolas"/>
                <a:cs typeface="Consolas"/>
              </a:defRPr>
            </a:lvl5pPr>
            <a:lvl6pPr algn="l">
              <a:defRPr sz="2175" b="1">
                <a:solidFill>
                  <a:srgbClr val="17212B"/>
                </a:solidFill>
                <a:latin typeface="Consolas"/>
                <a:ea typeface="Consolas"/>
                <a:cs typeface="Consolas"/>
              </a:defRPr>
            </a:lvl6pPr>
            <a:lvl7pPr algn="l">
              <a:defRPr sz="2175" b="1">
                <a:solidFill>
                  <a:srgbClr val="17212B"/>
                </a:solidFill>
                <a:latin typeface="Consolas"/>
                <a:ea typeface="Consolas"/>
                <a:cs typeface="Consolas"/>
              </a:defRPr>
            </a:lvl7pPr>
            <a:lvl8pPr algn="l">
              <a:defRPr sz="2175" b="1">
                <a:solidFill>
                  <a:srgbClr val="17212B"/>
                </a:solidFill>
                <a:latin typeface="Consolas"/>
                <a:ea typeface="Consolas"/>
                <a:cs typeface="Consolas"/>
              </a:defRPr>
            </a:lvl8pPr>
            <a:lvl9pPr algn="l">
              <a:defRPr sz="2175" b="1">
                <a:solidFill>
                  <a:srgbClr val="17212B"/>
                </a:solidFill>
                <a:latin typeface="Consolas"/>
                <a:ea typeface="Consolas"/>
                <a:cs typeface="Consolas"/>
              </a:defRPr>
            </a:lvl9pPr>
          </a:lstStyle>
          <a:p xmlns:a="http://schemas.openxmlformats.org/drawingml/2006/main">
            <a:pPr algn="l">
              <a:defRPr sz="2175" b="1">
                <a:solidFill>
                  <a:srgbClr val="17212B"/>
                </a:solidFill>
                <a:latin typeface="Consolas"/>
                <a:ea typeface="Consolas"/>
                <a:cs typeface="Consolas"/>
              </a:defRPr>
            </a:pPr>
            <a:r>
              <a:rPr sz="2175" b="1">
                <a:solidFill>
                  <a:srgbClr val="17212B"/>
                </a:solidFill>
                <a:latin typeface="Consolas"/>
                <a:ea typeface="Consolas"/>
                <a:cs typeface="Consolas"/>
              </a:rPr>
              <a:t>[x_start, x_end)</a:t>
            </a:r>
          </a:p>
        </p:txBody>
      </p:sp>
      <p:sp>
        <p:nvSpPr>
          <p:cNvPr id="16" name="끝 좌표 제외">
            <a:extLst xmlns:a="http://schemas.openxmlformats.org/drawingml/2006/main">
              <a:ext uri="{FF2B5EF4-FFF2-40B4-BE49-F238E27FC236}">
                <a16:creationId xmlns:a16="http://schemas.microsoft.com/office/drawing/2014/main" id="{04587C45-BCD7-48C3-BEED-56A95D4E7A67}"/>
              </a:ext>
            </a:extLst>
          </p:cNvPr>
          <p:cNvSpPr>
            <a:spLocks xmlns:a="http://schemas.openxmlformats.org/drawingml/2006/main" noGrp="1"/>
          </p:cNvSpPr>
          <p:nvPr/>
        </p:nvSpPr>
        <p:spPr>
          <a:xfrm xmlns:a="http://schemas.openxmlformats.org/drawingml/2006/main">
            <a:off x="4419600" y="4038600"/>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끝 좌표 제외</a:t>
            </a:r>
          </a:p>
        </p:txBody>
      </p:sp>
      <p:sp>
        <p:nvSpPr>
          <p:cNvPr id="17" name="row[x_start :&#10;    x_end + 1]">
            <a:extLst xmlns:a="http://schemas.openxmlformats.org/drawingml/2006/main">
              <a:ext uri="{FF2B5EF4-FFF2-40B4-BE49-F238E27FC236}">
                <a16:creationId xmlns:a16="http://schemas.microsoft.com/office/drawing/2014/main" id="{EBBFF7C7-1FB5-4C33-AFAE-5A4DE9CB98ED}"/>
              </a:ext>
            </a:extLst>
          </p:cNvPr>
          <p:cNvSpPr>
            <a:spLocks xmlns:a="http://schemas.openxmlformats.org/drawingml/2006/main" noGrp="1"/>
          </p:cNvSpPr>
          <p:nvPr/>
        </p:nvSpPr>
        <p:spPr>
          <a:xfrm xmlns:a="http://schemas.openxmlformats.org/drawingml/2006/main">
            <a:off x="8229600" y="3476625"/>
            <a:ext cx="335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B42318"/>
                </a:solidFill>
                <a:latin typeface="Consolas"/>
                <a:ea typeface="Consolas"/>
                <a:cs typeface="Consolas"/>
              </a:defRPr>
            </a:defPPr>
            <a:lvl1pPr algn="l">
              <a:defRPr sz="2025" b="1">
                <a:solidFill>
                  <a:srgbClr val="B42318"/>
                </a:solidFill>
                <a:latin typeface="Consolas"/>
                <a:ea typeface="Consolas"/>
                <a:cs typeface="Consolas"/>
              </a:defRPr>
            </a:lvl1pPr>
            <a:lvl2pPr algn="l">
              <a:defRPr sz="2025" b="1">
                <a:solidFill>
                  <a:srgbClr val="B42318"/>
                </a:solidFill>
                <a:latin typeface="Consolas"/>
                <a:ea typeface="Consolas"/>
                <a:cs typeface="Consolas"/>
              </a:defRPr>
            </a:lvl2pPr>
            <a:lvl3pPr algn="l">
              <a:defRPr sz="2025" b="1">
                <a:solidFill>
                  <a:srgbClr val="B42318"/>
                </a:solidFill>
                <a:latin typeface="Consolas"/>
                <a:ea typeface="Consolas"/>
                <a:cs typeface="Consolas"/>
              </a:defRPr>
            </a:lvl3pPr>
            <a:lvl4pPr algn="l">
              <a:defRPr sz="2025" b="1">
                <a:solidFill>
                  <a:srgbClr val="B42318"/>
                </a:solidFill>
                <a:latin typeface="Consolas"/>
                <a:ea typeface="Consolas"/>
                <a:cs typeface="Consolas"/>
              </a:defRPr>
            </a:lvl4pPr>
            <a:lvl5pPr algn="l">
              <a:defRPr sz="2025" b="1">
                <a:solidFill>
                  <a:srgbClr val="B42318"/>
                </a:solidFill>
                <a:latin typeface="Consolas"/>
                <a:ea typeface="Consolas"/>
                <a:cs typeface="Consolas"/>
              </a:defRPr>
            </a:lvl5pPr>
            <a:lvl6pPr algn="l">
              <a:defRPr sz="2025" b="1">
                <a:solidFill>
                  <a:srgbClr val="B42318"/>
                </a:solidFill>
                <a:latin typeface="Consolas"/>
                <a:ea typeface="Consolas"/>
                <a:cs typeface="Consolas"/>
              </a:defRPr>
            </a:lvl6pPr>
            <a:lvl7pPr algn="l">
              <a:defRPr sz="2025" b="1">
                <a:solidFill>
                  <a:srgbClr val="B42318"/>
                </a:solidFill>
                <a:latin typeface="Consolas"/>
                <a:ea typeface="Consolas"/>
                <a:cs typeface="Consolas"/>
              </a:defRPr>
            </a:lvl7pPr>
            <a:lvl8pPr algn="l">
              <a:defRPr sz="2025" b="1">
                <a:solidFill>
                  <a:srgbClr val="B42318"/>
                </a:solidFill>
                <a:latin typeface="Consolas"/>
                <a:ea typeface="Consolas"/>
                <a:cs typeface="Consolas"/>
              </a:defRPr>
            </a:lvl8pPr>
            <a:lvl9pPr algn="l">
              <a:defRPr sz="2025" b="1">
                <a:solidFill>
                  <a:srgbClr val="B42318"/>
                </a:solidFill>
                <a:latin typeface="Consolas"/>
                <a:ea typeface="Consolas"/>
                <a:cs typeface="Consolas"/>
              </a:defRPr>
            </a:lvl9pPr>
          </a:lstStyle>
          <a:p xmlns:a="http://schemas.openxmlformats.org/drawingml/2006/main">
            <a:pPr algn="l">
              <a:defRPr sz="2025" b="1">
                <a:solidFill>
                  <a:srgbClr val="B42318"/>
                </a:solidFill>
                <a:latin typeface="Consolas"/>
                <a:ea typeface="Consolas"/>
                <a:cs typeface="Consolas"/>
              </a:defRPr>
            </a:pPr>
            <a:r>
              <a:rPr sz="2025" b="1">
                <a:solidFill>
                  <a:srgbClr val="B42318"/>
                </a:solidFill>
                <a:latin typeface="Consolas"/>
                <a:ea typeface="Consolas"/>
                <a:cs typeface="Consolas"/>
              </a:rPr>
              <a:t>row[x_start :</a:t>
            </a:r>
          </a:p>
          <a:p xmlns:a="http://schemas.openxmlformats.org/drawingml/2006/main">
            <a:pPr algn="l">
              <a:defRPr sz="2025" b="1">
                <a:solidFill>
                  <a:srgbClr val="B42318"/>
                </a:solidFill>
                <a:latin typeface="Consolas"/>
                <a:ea typeface="Consolas"/>
                <a:cs typeface="Consolas"/>
              </a:defRPr>
            </a:pPr>
            <a:r>
              <a:rPr sz="2025" b="1">
                <a:solidFill>
                  <a:srgbClr val="B42318"/>
                </a:solidFill>
                <a:latin typeface="Consolas"/>
                <a:ea typeface="Consolas"/>
                <a:cs typeface="Consolas"/>
              </a:rPr>
              <a:t>    x_end + 1]</a:t>
            </a:r>
          </a:p>
        </p:txBody>
      </p:sp>
      <p:cxnSp>
        <p:nvCxnSpPr>
          <p:cNvPr id="18" name="">
            <a:extLst xmlns:a="http://schemas.openxmlformats.org/drawingml/2006/main">
              <a:ext uri="{FF2B5EF4-FFF2-40B4-BE49-F238E27FC236}">
                <a16:creationId xmlns:a16="http://schemas.microsoft.com/office/drawing/2014/main" id="{84DF1EC2-8850-405B-8ADE-CF4FC9F1EFD1}"/>
              </a:ext>
            </a:extLst>
          </p:cNvPr>
          <p:cNvCxnSpPr/>
          <p:nvPr/>
        </p:nvCxnSpPr>
        <p:spPr>
          <a:xfrm xmlns:a="http://schemas.openxmlformats.org/drawingml/2006/main">
            <a:off x="4048125" y="3781425"/>
            <a:ext cx="276225" cy="0"/>
          </a:xfrm>
          <a:prstGeom xmlns:a="http://schemas.openxmlformats.org/drawingml/2006/main" prst="straightConnector1">
            <a:avLst/>
          </a:prstGeom>
          <a:ln xmlns:a="http://schemas.openxmlformats.org/drawingml/2006/main" w="23813">
            <a:solidFill>
              <a:srgbClr val="0B6172"/>
            </a:solidFill>
            <a:tailEnd type="triangle" w="sm" len="sm"/>
          </a:ln>
        </p:spPr>
      </p:cxnSp>
      <p:cxnSp>
        <p:nvCxnSpPr>
          <p:cNvPr id="19" name="">
            <a:extLst xmlns:a="http://schemas.openxmlformats.org/drawingml/2006/main">
              <a:ext uri="{FF2B5EF4-FFF2-40B4-BE49-F238E27FC236}">
                <a16:creationId xmlns:a16="http://schemas.microsoft.com/office/drawing/2014/main" id="{3DF66A06-8F60-4DDB-9199-2C789E53C51B}"/>
              </a:ext>
            </a:extLst>
          </p:cNvPr>
          <p:cNvCxnSpPr/>
          <p:nvPr/>
        </p:nvCxnSpPr>
        <p:spPr>
          <a:xfrm xmlns:a="http://schemas.openxmlformats.org/drawingml/2006/main">
            <a:off x="7858125" y="3781425"/>
            <a:ext cx="276225" cy="0"/>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20" name="기대 범위와 구현 범위의 차이가, 실패를 설명한다">
            <a:extLst xmlns:a="http://schemas.openxmlformats.org/drawingml/2006/main">
              <a:ext uri="{FF2B5EF4-FFF2-40B4-BE49-F238E27FC236}">
                <a16:creationId xmlns:a16="http://schemas.microsoft.com/office/drawing/2014/main" id="{6E299449-18A0-4542-B6D7-DDFD8A590D5B}"/>
              </a:ext>
            </a:extLst>
          </p:cNvPr>
          <p:cNvSpPr>
            <a:spLocks xmlns:a="http://schemas.openxmlformats.org/drawingml/2006/main" noGrp="1"/>
          </p:cNvSpPr>
          <p:nvPr/>
        </p:nvSpPr>
        <p:spPr>
          <a:xfrm xmlns:a="http://schemas.openxmlformats.org/drawingml/2006/main">
            <a:off x="609600" y="46958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기대 범위와 구현 범위의 차이가, 실패를 설명한다</a:t>
            </a:r>
          </a:p>
        </p:txBody>
      </p:sp>
      <p:sp>
        <p:nvSpPr>
          <p:cNvPr id="21" name="관련 코드의 호출 관계  cli.main → pipeline.process_image → transform.">
            <a:extLst xmlns:a="http://schemas.openxmlformats.org/drawingml/2006/main">
              <a:ext uri="{FF2B5EF4-FFF2-40B4-BE49-F238E27FC236}">
                <a16:creationId xmlns:a16="http://schemas.microsoft.com/office/drawing/2014/main" id="{E5650C68-3203-4EEB-8D40-FCFE994F578E}"/>
              </a:ext>
            </a:extLst>
          </p:cNvPr>
          <p:cNvSpPr>
            <a:spLocks xmlns:a="http://schemas.openxmlformats.org/drawingml/2006/main" noGrp="1"/>
          </p:cNvSpPr>
          <p:nvPr/>
        </p:nvSpPr>
        <p:spPr>
          <a:xfrm xmlns:a="http://schemas.openxmlformats.org/drawingml/2006/main">
            <a:off x="609600" y="53244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관련 코드의 호출 관계  cli.main → pipeline.process_image → transform.crop</a:t>
            </a:r>
          </a:p>
        </p:txBody>
      </p:sp>
      <p:sp>
        <p:nvSpPr>
          <p:cNvPr id="22" name="Legacy module connection">
            <a:extLst xmlns:a="http://schemas.openxmlformats.org/drawingml/2006/main">
              <a:ext uri="{FF2B5EF4-FFF2-40B4-BE49-F238E27FC236}">
                <a16:creationId xmlns:a16="http://schemas.microsoft.com/office/drawing/2014/main" id="{7EC2F82D-CAC8-4188-ACC4-0FEA04331473}"/>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315981641"/>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1" name="ACT 0 · 별도 실행 환경 오류">
            <a:extLst xmlns:a="http://schemas.openxmlformats.org/drawingml/2006/main">
              <a:ext uri="{FF2B5EF4-FFF2-40B4-BE49-F238E27FC236}">
                <a16:creationId xmlns:a16="http://schemas.microsoft.com/office/drawing/2014/main" id="{7D02E485-55D0-47D3-938C-988DFFE71EEC}"/>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별도 실행 환경 오류</a:t>
            </a:r>
          </a:p>
        </p:txBody>
      </p:sp>
      <p:sp>
        <p:nvSpPr>
          <p:cNvPr id="2" name="S08">
            <a:extLst xmlns:a="http://schemas.openxmlformats.org/drawingml/2006/main">
              <a:ext uri="{FF2B5EF4-FFF2-40B4-BE49-F238E27FC236}">
                <a16:creationId xmlns:a16="http://schemas.microsoft.com/office/drawing/2014/main" id="{2FCAA454-3141-42EB-9239-55121E5B4F5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S09</a:t>
            </a:r>
          </a:p>
        </p:txBody>
      </p:sp>
      <p:sp>
        <p:nvSpPr>
          <p:cNvPr id="3" name="다른 테스트 오류는 임시 폴더 생성에서 발생했다">
            <a:extLst xmlns:a="http://schemas.openxmlformats.org/drawingml/2006/main">
              <a:ext uri="{FF2B5EF4-FFF2-40B4-BE49-F238E27FC236}">
                <a16:creationId xmlns:a16="http://schemas.microsoft.com/office/drawing/2014/main" id="{C2859E87-891B-4378-9577-E69024407035}"/>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다른 테스트 오류는 임시 폴더 생성에서 발생했다</a:t>
            </a:r>
          </a:p>
        </p:txBody>
      </p:sp>
      <p:sp>
        <p:nvSpPr>
          <p:cNvPr id="4" name="">
            <a:extLst xmlns:a="http://schemas.openxmlformats.org/drawingml/2006/main">
              <a:ext uri="{FF2B5EF4-FFF2-40B4-BE49-F238E27FC236}">
                <a16:creationId xmlns:a16="http://schemas.microsoft.com/office/drawing/2014/main" id="{758010A0-B045-4B5A-97C4-F5F069B1531F}"/>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1 전체 테스트 기록의 실행 환경 제한 · Codex CLI 0.154.0">
            <a:extLst xmlns:a="http://schemas.openxmlformats.org/drawingml/2006/main">
              <a:ext uri="{FF2B5EF4-FFF2-40B4-BE49-F238E27FC236}">
                <a16:creationId xmlns:a16="http://schemas.microsoft.com/office/drawing/2014/main" id="{B99C3432-12AD-4610-AACE-3AC3D5E7B8DC}"/>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TRIAL-001 전체 테스트 기록의 실행 환경 제한 · Codex CLI 0.154.0</a:t>
            </a:r>
          </a:p>
        </p:txBody>
      </p:sp>
      <p:sp>
        <p:nvSpPr>
          <p:cNvPr id="6" name="Crop 결함과 별개 · 실행 제한을 관찰했으며 권한을 해제하거나 코드를 수정하지 않음">
            <a:extLst xmlns:a="http://schemas.openxmlformats.org/drawingml/2006/main">
              <a:ext uri="{FF2B5EF4-FFF2-40B4-BE49-F238E27FC236}">
                <a16:creationId xmlns:a16="http://schemas.microsoft.com/office/drawing/2014/main" id="{66C6DE18-6C9C-4ACB-AB63-DD45FBF81CF2}"/>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Crop 결함과 별개 · 실행 제한을 관찰했으며 권한을 해제하거나 코드를 수정하지 않음</a:t>
            </a:r>
          </a:p>
        </p:txBody>
      </p:sp>
      <p:sp>
        <p:nvSpPr>
          <p:cNvPr id="7" name="전체 테스트 실행 중 환경 오류 3건 · Crop 실패와 원인이 다르다">
            <a:extLst xmlns:a="http://schemas.openxmlformats.org/drawingml/2006/main">
              <a:ext uri="{FF2B5EF4-FFF2-40B4-BE49-F238E27FC236}">
                <a16:creationId xmlns:a16="http://schemas.microsoft.com/office/drawing/2014/main" id="{D2DF949A-E01A-4287-A732-A168B890C543}"/>
              </a:ext>
            </a:extLst>
          </p:cNvPr>
          <p:cNvSpPr>
            <a:spLocks xmlns:a="http://schemas.openxmlformats.org/drawingml/2006/main" noGrp="1"/>
          </p:cNvSpPr>
          <p:nvPr/>
        </p:nvSpPr>
        <p:spPr>
          <a:xfrm xmlns:a="http://schemas.openxmlformats.org/drawingml/2006/main">
            <a:off x="609600" y="17621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805400"/>
                </a:solidFill>
                <a:latin typeface="Malgun Gothic"/>
                <a:ea typeface="Malgun Gothic"/>
                <a:cs typeface="Malgun Gothic"/>
              </a:defRPr>
            </a:defPPr>
            <a:lvl1pPr algn="l">
              <a:defRPr sz="2175" b="1">
                <a:solidFill>
                  <a:srgbClr val="805400"/>
                </a:solidFill>
                <a:latin typeface="Malgun Gothic"/>
                <a:ea typeface="Malgun Gothic"/>
                <a:cs typeface="Malgun Gothic"/>
              </a:defRPr>
            </a:lvl1pPr>
            <a:lvl2pPr algn="l">
              <a:defRPr sz="2175" b="1">
                <a:solidFill>
                  <a:srgbClr val="805400"/>
                </a:solidFill>
                <a:latin typeface="Malgun Gothic"/>
                <a:ea typeface="Malgun Gothic"/>
                <a:cs typeface="Malgun Gothic"/>
              </a:defRPr>
            </a:lvl2pPr>
            <a:lvl3pPr algn="l">
              <a:defRPr sz="2175" b="1">
                <a:solidFill>
                  <a:srgbClr val="805400"/>
                </a:solidFill>
                <a:latin typeface="Malgun Gothic"/>
                <a:ea typeface="Malgun Gothic"/>
                <a:cs typeface="Malgun Gothic"/>
              </a:defRPr>
            </a:lvl3pPr>
            <a:lvl4pPr algn="l">
              <a:defRPr sz="2175" b="1">
                <a:solidFill>
                  <a:srgbClr val="805400"/>
                </a:solidFill>
                <a:latin typeface="Malgun Gothic"/>
                <a:ea typeface="Malgun Gothic"/>
                <a:cs typeface="Malgun Gothic"/>
              </a:defRPr>
            </a:lvl4pPr>
            <a:lvl5pPr algn="l">
              <a:defRPr sz="2175" b="1">
                <a:solidFill>
                  <a:srgbClr val="805400"/>
                </a:solidFill>
                <a:latin typeface="Malgun Gothic"/>
                <a:ea typeface="Malgun Gothic"/>
                <a:cs typeface="Malgun Gothic"/>
              </a:defRPr>
            </a:lvl5pPr>
            <a:lvl6pPr algn="l">
              <a:defRPr sz="2175" b="1">
                <a:solidFill>
                  <a:srgbClr val="805400"/>
                </a:solidFill>
                <a:latin typeface="Malgun Gothic"/>
                <a:ea typeface="Malgun Gothic"/>
                <a:cs typeface="Malgun Gothic"/>
              </a:defRPr>
            </a:lvl6pPr>
            <a:lvl7pPr algn="l">
              <a:defRPr sz="2175" b="1">
                <a:solidFill>
                  <a:srgbClr val="805400"/>
                </a:solidFill>
                <a:latin typeface="Malgun Gothic"/>
                <a:ea typeface="Malgun Gothic"/>
                <a:cs typeface="Malgun Gothic"/>
              </a:defRPr>
            </a:lvl7pPr>
            <a:lvl8pPr algn="l">
              <a:defRPr sz="2175" b="1">
                <a:solidFill>
                  <a:srgbClr val="805400"/>
                </a:solidFill>
                <a:latin typeface="Malgun Gothic"/>
                <a:ea typeface="Malgun Gothic"/>
                <a:cs typeface="Malgun Gothic"/>
              </a:defRPr>
            </a:lvl8pPr>
            <a:lvl9pPr algn="l">
              <a:defRPr sz="2175" b="1">
                <a:solidFill>
                  <a:srgbClr val="805400"/>
                </a:solidFill>
                <a:latin typeface="Malgun Gothic"/>
                <a:ea typeface="Malgun Gothic"/>
                <a:cs typeface="Malgun Gothic"/>
              </a:defRPr>
            </a:lvl9pPr>
          </a:lstStyle>
          <a:p xmlns:a="http://schemas.openxmlformats.org/drawingml/2006/main">
            <a:pPr algn="l">
              <a:defRPr sz="2175" b="1">
                <a:solidFill>
                  <a:srgbClr val="805400"/>
                </a:solidFill>
                <a:latin typeface="Malgun Gothic"/>
                <a:ea typeface="Malgun Gothic"/>
                <a:cs typeface="Malgun Gothic"/>
              </a:defRPr>
            </a:pPr>
            <a:r>
              <a:rPr sz="2175" b="1">
                <a:solidFill>
                  <a:srgbClr val="805400"/>
                </a:solidFill>
                <a:latin typeface="Malgun Gothic"/>
                <a:ea typeface="Malgun Gothic"/>
                <a:cs typeface="Malgun Gothic"/>
              </a:rPr>
              <a:t>전체 테스트 실행 중 환경 오류 3건 · Crop 실패와 원인이 다르다</a:t>
            </a:r>
          </a:p>
        </p:txBody>
      </p:sp>
      <p:sp>
        <p:nvSpPr>
          <p:cNvPr id="8" name="">
            <a:extLst xmlns:a="http://schemas.openxmlformats.org/drawingml/2006/main">
              <a:ext uri="{FF2B5EF4-FFF2-40B4-BE49-F238E27FC236}">
                <a16:creationId xmlns:a16="http://schemas.microsoft.com/office/drawing/2014/main" id="{9AAF70ED-313B-4F1A-9B47-E4F46FAC0E75}"/>
              </a:ext>
            </a:extLst>
          </p:cNvPr>
          <p:cNvSpPr>
            <a:spLocks xmlns:a="http://schemas.openxmlformats.org/drawingml/2006/main" noGrp="1"/>
          </p:cNvSpPr>
          <p:nvPr/>
        </p:nvSpPr>
        <p:spPr>
          <a:xfrm xmlns:a="http://schemas.openxmlformats.org/drawingml/2006/main">
            <a:off x="609600" y="2905125"/>
            <a:ext cx="3352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테스트 실행">
            <a:extLst xmlns:a="http://schemas.openxmlformats.org/drawingml/2006/main">
              <a:ext uri="{FF2B5EF4-FFF2-40B4-BE49-F238E27FC236}">
                <a16:creationId xmlns:a16="http://schemas.microsoft.com/office/drawing/2014/main" id="{07E3D001-C2E9-4A0B-8AF6-65D3D92F25C7}"/>
              </a:ext>
            </a:extLst>
          </p:cNvPr>
          <p:cNvSpPr>
            <a:spLocks xmlns:a="http://schemas.openxmlformats.org/drawingml/2006/main" noGrp="1"/>
          </p:cNvSpPr>
          <p:nvPr/>
        </p:nvSpPr>
        <p:spPr>
          <a:xfrm xmlns:a="http://schemas.openxmlformats.org/drawingml/2006/main">
            <a:off x="762000" y="3143250"/>
            <a:ext cx="304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12B"/>
                </a:solidFill>
                <a:latin typeface="Malgun Gothic"/>
                <a:ea typeface="Malgun Gothic"/>
                <a:cs typeface="Malgun Gothic"/>
              </a:defRPr>
            </a:defPPr>
            <a:lvl1pPr algn="ctr">
              <a:defRPr sz="2250" b="1">
                <a:solidFill>
                  <a:srgbClr val="17212B"/>
                </a:solidFill>
                <a:latin typeface="Malgun Gothic"/>
                <a:ea typeface="Malgun Gothic"/>
                <a:cs typeface="Malgun Gothic"/>
              </a:defRPr>
            </a:lvl1pPr>
            <a:lvl2pPr algn="ctr">
              <a:defRPr sz="2250" b="1">
                <a:solidFill>
                  <a:srgbClr val="17212B"/>
                </a:solidFill>
                <a:latin typeface="Malgun Gothic"/>
                <a:ea typeface="Malgun Gothic"/>
                <a:cs typeface="Malgun Gothic"/>
              </a:defRPr>
            </a:lvl2pPr>
            <a:lvl3pPr algn="ctr">
              <a:defRPr sz="2250" b="1">
                <a:solidFill>
                  <a:srgbClr val="17212B"/>
                </a:solidFill>
                <a:latin typeface="Malgun Gothic"/>
                <a:ea typeface="Malgun Gothic"/>
                <a:cs typeface="Malgun Gothic"/>
              </a:defRPr>
            </a:lvl3pPr>
            <a:lvl4pPr algn="ctr">
              <a:defRPr sz="2250" b="1">
                <a:solidFill>
                  <a:srgbClr val="17212B"/>
                </a:solidFill>
                <a:latin typeface="Malgun Gothic"/>
                <a:ea typeface="Malgun Gothic"/>
                <a:cs typeface="Malgun Gothic"/>
              </a:defRPr>
            </a:lvl4pPr>
            <a:lvl5pPr algn="ctr">
              <a:defRPr sz="2250" b="1">
                <a:solidFill>
                  <a:srgbClr val="17212B"/>
                </a:solidFill>
                <a:latin typeface="Malgun Gothic"/>
                <a:ea typeface="Malgun Gothic"/>
                <a:cs typeface="Malgun Gothic"/>
              </a:defRPr>
            </a:lvl5pPr>
            <a:lvl6pPr algn="ctr">
              <a:defRPr sz="2250" b="1">
                <a:solidFill>
                  <a:srgbClr val="17212B"/>
                </a:solidFill>
                <a:latin typeface="Malgun Gothic"/>
                <a:ea typeface="Malgun Gothic"/>
                <a:cs typeface="Malgun Gothic"/>
              </a:defRPr>
            </a:lvl6pPr>
            <a:lvl7pPr algn="ctr">
              <a:defRPr sz="2250" b="1">
                <a:solidFill>
                  <a:srgbClr val="17212B"/>
                </a:solidFill>
                <a:latin typeface="Malgun Gothic"/>
                <a:ea typeface="Malgun Gothic"/>
                <a:cs typeface="Malgun Gothic"/>
              </a:defRPr>
            </a:lvl7pPr>
            <a:lvl8pPr algn="ctr">
              <a:defRPr sz="2250" b="1">
                <a:solidFill>
                  <a:srgbClr val="17212B"/>
                </a:solidFill>
                <a:latin typeface="Malgun Gothic"/>
                <a:ea typeface="Malgun Gothic"/>
                <a:cs typeface="Malgun Gothic"/>
              </a:defRPr>
            </a:lvl8pPr>
            <a:lvl9pPr algn="ctr">
              <a:defRPr sz="2250" b="1">
                <a:solidFill>
                  <a:srgbClr val="17212B"/>
                </a:solidFill>
                <a:latin typeface="Malgun Gothic"/>
                <a:ea typeface="Malgun Gothic"/>
                <a:cs typeface="Malgun Gothic"/>
              </a:defRPr>
            </a:lvl9pPr>
          </a:lstStyle>
          <a:p xmlns:a="http://schemas.openxmlformats.org/drawingml/2006/main">
            <a:pPr algn="ctr">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테스트 실행</a:t>
            </a:r>
          </a:p>
        </p:txBody>
      </p:sp>
      <p:sp>
        <p:nvSpPr>
          <p:cNvPr id="10" name="일부 테스트가 쓰기 필요">
            <a:extLst xmlns:a="http://schemas.openxmlformats.org/drawingml/2006/main">
              <a:ext uri="{FF2B5EF4-FFF2-40B4-BE49-F238E27FC236}">
                <a16:creationId xmlns:a16="http://schemas.microsoft.com/office/drawing/2014/main" id="{D46B9FAF-3698-4AF3-B1E9-6357D997B207}"/>
              </a:ext>
            </a:extLst>
          </p:cNvPr>
          <p:cNvSpPr>
            <a:spLocks xmlns:a="http://schemas.openxmlformats.org/drawingml/2006/main" noGrp="1"/>
          </p:cNvSpPr>
          <p:nvPr/>
        </p:nvSpPr>
        <p:spPr>
          <a:xfrm xmlns:a="http://schemas.openxmlformats.org/drawingml/2006/main">
            <a:off x="609600" y="42576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4D5A68"/>
                </a:solidFill>
                <a:latin typeface="Malgun Gothic"/>
                <a:ea typeface="Malgun Gothic"/>
                <a:cs typeface="Malgun Gothic"/>
              </a:defRPr>
            </a:defPPr>
            <a:lvl1pPr algn="ctr">
              <a:defRPr sz="1875" b="1">
                <a:solidFill>
                  <a:srgbClr val="4D5A68"/>
                </a:solidFill>
                <a:latin typeface="Malgun Gothic"/>
                <a:ea typeface="Malgun Gothic"/>
                <a:cs typeface="Malgun Gothic"/>
              </a:defRPr>
            </a:lvl1pPr>
            <a:lvl2pPr algn="ctr">
              <a:defRPr sz="1875" b="1">
                <a:solidFill>
                  <a:srgbClr val="4D5A68"/>
                </a:solidFill>
                <a:latin typeface="Malgun Gothic"/>
                <a:ea typeface="Malgun Gothic"/>
                <a:cs typeface="Malgun Gothic"/>
              </a:defRPr>
            </a:lvl2pPr>
            <a:lvl3pPr algn="ctr">
              <a:defRPr sz="1875" b="1">
                <a:solidFill>
                  <a:srgbClr val="4D5A68"/>
                </a:solidFill>
                <a:latin typeface="Malgun Gothic"/>
                <a:ea typeface="Malgun Gothic"/>
                <a:cs typeface="Malgun Gothic"/>
              </a:defRPr>
            </a:lvl3pPr>
            <a:lvl4pPr algn="ctr">
              <a:defRPr sz="1875" b="1">
                <a:solidFill>
                  <a:srgbClr val="4D5A68"/>
                </a:solidFill>
                <a:latin typeface="Malgun Gothic"/>
                <a:ea typeface="Malgun Gothic"/>
                <a:cs typeface="Malgun Gothic"/>
              </a:defRPr>
            </a:lvl4pPr>
            <a:lvl5pPr algn="ctr">
              <a:defRPr sz="1875" b="1">
                <a:solidFill>
                  <a:srgbClr val="4D5A68"/>
                </a:solidFill>
                <a:latin typeface="Malgun Gothic"/>
                <a:ea typeface="Malgun Gothic"/>
                <a:cs typeface="Malgun Gothic"/>
              </a:defRPr>
            </a:lvl5pPr>
            <a:lvl6pPr algn="ctr">
              <a:defRPr sz="1875" b="1">
                <a:solidFill>
                  <a:srgbClr val="4D5A68"/>
                </a:solidFill>
                <a:latin typeface="Malgun Gothic"/>
                <a:ea typeface="Malgun Gothic"/>
                <a:cs typeface="Malgun Gothic"/>
              </a:defRPr>
            </a:lvl6pPr>
            <a:lvl7pPr algn="ctr">
              <a:defRPr sz="1875" b="1">
                <a:solidFill>
                  <a:srgbClr val="4D5A68"/>
                </a:solidFill>
                <a:latin typeface="Malgun Gothic"/>
                <a:ea typeface="Malgun Gothic"/>
                <a:cs typeface="Malgun Gothic"/>
              </a:defRPr>
            </a:lvl7pPr>
            <a:lvl8pPr algn="ctr">
              <a:defRPr sz="1875" b="1">
                <a:solidFill>
                  <a:srgbClr val="4D5A68"/>
                </a:solidFill>
                <a:latin typeface="Malgun Gothic"/>
                <a:ea typeface="Malgun Gothic"/>
                <a:cs typeface="Malgun Gothic"/>
              </a:defRPr>
            </a:lvl8pPr>
            <a:lvl9pPr algn="ctr">
              <a:defRPr sz="1875" b="1">
                <a:solidFill>
                  <a:srgbClr val="4D5A68"/>
                </a:solidFill>
                <a:latin typeface="Malgun Gothic"/>
                <a:ea typeface="Malgun Gothic"/>
                <a:cs typeface="Malgun Gothic"/>
              </a:defRPr>
            </a:lvl9pPr>
          </a:lstStyle>
          <a:p xmlns:a="http://schemas.openxmlformats.org/drawingml/2006/main">
            <a:pPr algn="ctr">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일부 테스트가 쓰기 필요</a:t>
            </a:r>
          </a:p>
        </p:txBody>
      </p:sp>
      <p:cxnSp>
        <p:nvCxnSpPr>
          <p:cNvPr id="11" name="">
            <a:extLst xmlns:a="http://schemas.openxmlformats.org/drawingml/2006/main">
              <a:ext uri="{FF2B5EF4-FFF2-40B4-BE49-F238E27FC236}">
                <a16:creationId xmlns:a16="http://schemas.microsoft.com/office/drawing/2014/main" id="{E1E10CB4-7054-4145-B003-87D204461647}"/>
              </a:ext>
            </a:extLst>
          </p:cNvPr>
          <p:cNvCxnSpPr/>
          <p:nvPr/>
        </p:nvCxnSpPr>
        <p:spPr>
          <a:xfrm xmlns:a="http://schemas.openxmlformats.org/drawingml/2006/main">
            <a:off x="4048125" y="3448050"/>
            <a:ext cx="276225" cy="0"/>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12" name="">
            <a:extLst xmlns:a="http://schemas.openxmlformats.org/drawingml/2006/main">
              <a:ext uri="{FF2B5EF4-FFF2-40B4-BE49-F238E27FC236}">
                <a16:creationId xmlns:a16="http://schemas.microsoft.com/office/drawing/2014/main" id="{4EC4D47E-041C-47B8-8CD1-952ED4B832E5}"/>
              </a:ext>
            </a:extLst>
          </p:cNvPr>
          <p:cNvSpPr>
            <a:spLocks xmlns:a="http://schemas.openxmlformats.org/drawingml/2006/main" noGrp="1"/>
          </p:cNvSpPr>
          <p:nvPr/>
        </p:nvSpPr>
        <p:spPr>
          <a:xfrm xmlns:a="http://schemas.openxmlformats.org/drawingml/2006/main">
            <a:off x="4419600" y="2905125"/>
            <a:ext cx="33528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3" name="임시 폴더 생성 요청">
            <a:extLst xmlns:a="http://schemas.openxmlformats.org/drawingml/2006/main">
              <a:ext uri="{FF2B5EF4-FFF2-40B4-BE49-F238E27FC236}">
                <a16:creationId xmlns:a16="http://schemas.microsoft.com/office/drawing/2014/main" id="{4C6B386D-4DF1-4087-887D-FDBCDDCEA28A}"/>
              </a:ext>
            </a:extLst>
          </p:cNvPr>
          <p:cNvSpPr>
            <a:spLocks xmlns:a="http://schemas.openxmlformats.org/drawingml/2006/main" noGrp="1"/>
          </p:cNvSpPr>
          <p:nvPr/>
        </p:nvSpPr>
        <p:spPr>
          <a:xfrm xmlns:a="http://schemas.openxmlformats.org/drawingml/2006/main">
            <a:off x="4572000" y="3143250"/>
            <a:ext cx="304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12B"/>
                </a:solidFill>
                <a:latin typeface="Malgun Gothic"/>
                <a:ea typeface="Malgun Gothic"/>
                <a:cs typeface="Malgun Gothic"/>
              </a:defRPr>
            </a:defPPr>
            <a:lvl1pPr algn="ctr">
              <a:defRPr sz="2250" b="1">
                <a:solidFill>
                  <a:srgbClr val="17212B"/>
                </a:solidFill>
                <a:latin typeface="Malgun Gothic"/>
                <a:ea typeface="Malgun Gothic"/>
                <a:cs typeface="Malgun Gothic"/>
              </a:defRPr>
            </a:lvl1pPr>
            <a:lvl2pPr algn="ctr">
              <a:defRPr sz="2250" b="1">
                <a:solidFill>
                  <a:srgbClr val="17212B"/>
                </a:solidFill>
                <a:latin typeface="Malgun Gothic"/>
                <a:ea typeface="Malgun Gothic"/>
                <a:cs typeface="Malgun Gothic"/>
              </a:defRPr>
            </a:lvl2pPr>
            <a:lvl3pPr algn="ctr">
              <a:defRPr sz="2250" b="1">
                <a:solidFill>
                  <a:srgbClr val="17212B"/>
                </a:solidFill>
                <a:latin typeface="Malgun Gothic"/>
                <a:ea typeface="Malgun Gothic"/>
                <a:cs typeface="Malgun Gothic"/>
              </a:defRPr>
            </a:lvl3pPr>
            <a:lvl4pPr algn="ctr">
              <a:defRPr sz="2250" b="1">
                <a:solidFill>
                  <a:srgbClr val="17212B"/>
                </a:solidFill>
                <a:latin typeface="Malgun Gothic"/>
                <a:ea typeface="Malgun Gothic"/>
                <a:cs typeface="Malgun Gothic"/>
              </a:defRPr>
            </a:lvl4pPr>
            <a:lvl5pPr algn="ctr">
              <a:defRPr sz="2250" b="1">
                <a:solidFill>
                  <a:srgbClr val="17212B"/>
                </a:solidFill>
                <a:latin typeface="Malgun Gothic"/>
                <a:ea typeface="Malgun Gothic"/>
                <a:cs typeface="Malgun Gothic"/>
              </a:defRPr>
            </a:lvl5pPr>
            <a:lvl6pPr algn="ctr">
              <a:defRPr sz="2250" b="1">
                <a:solidFill>
                  <a:srgbClr val="17212B"/>
                </a:solidFill>
                <a:latin typeface="Malgun Gothic"/>
                <a:ea typeface="Malgun Gothic"/>
                <a:cs typeface="Malgun Gothic"/>
              </a:defRPr>
            </a:lvl6pPr>
            <a:lvl7pPr algn="ctr">
              <a:defRPr sz="2250" b="1">
                <a:solidFill>
                  <a:srgbClr val="17212B"/>
                </a:solidFill>
                <a:latin typeface="Malgun Gothic"/>
                <a:ea typeface="Malgun Gothic"/>
                <a:cs typeface="Malgun Gothic"/>
              </a:defRPr>
            </a:lvl7pPr>
            <a:lvl8pPr algn="ctr">
              <a:defRPr sz="2250" b="1">
                <a:solidFill>
                  <a:srgbClr val="17212B"/>
                </a:solidFill>
                <a:latin typeface="Malgun Gothic"/>
                <a:ea typeface="Malgun Gothic"/>
                <a:cs typeface="Malgun Gothic"/>
              </a:defRPr>
            </a:lvl8pPr>
            <a:lvl9pPr algn="ctr">
              <a:defRPr sz="2250" b="1">
                <a:solidFill>
                  <a:srgbClr val="17212B"/>
                </a:solidFill>
                <a:latin typeface="Malgun Gothic"/>
                <a:ea typeface="Malgun Gothic"/>
                <a:cs typeface="Malgun Gothic"/>
              </a:defRPr>
            </a:lvl9pPr>
          </a:lstStyle>
          <a:p xmlns:a="http://schemas.openxmlformats.org/drawingml/2006/main">
            <a:pPr algn="ctr">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임시 폴더 생성 요청</a:t>
            </a:r>
          </a:p>
        </p:txBody>
      </p:sp>
      <p:sp>
        <p:nvSpPr>
          <p:cNvPr id="14" name="실행 중 파일을 둘 위치 필요">
            <a:extLst xmlns:a="http://schemas.openxmlformats.org/drawingml/2006/main">
              <a:ext uri="{FF2B5EF4-FFF2-40B4-BE49-F238E27FC236}">
                <a16:creationId xmlns:a16="http://schemas.microsoft.com/office/drawing/2014/main" id="{F00122F8-4CE2-4896-9E7D-D54EB1CE417E}"/>
              </a:ext>
            </a:extLst>
          </p:cNvPr>
          <p:cNvSpPr>
            <a:spLocks xmlns:a="http://schemas.openxmlformats.org/drawingml/2006/main" noGrp="1"/>
          </p:cNvSpPr>
          <p:nvPr/>
        </p:nvSpPr>
        <p:spPr>
          <a:xfrm xmlns:a="http://schemas.openxmlformats.org/drawingml/2006/main">
            <a:off x="4419600" y="42576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4D5A68"/>
                </a:solidFill>
                <a:latin typeface="Malgun Gothic"/>
                <a:ea typeface="Malgun Gothic"/>
                <a:cs typeface="Malgun Gothic"/>
              </a:defRPr>
            </a:defPPr>
            <a:lvl1pPr algn="ctr">
              <a:defRPr sz="1875" b="1">
                <a:solidFill>
                  <a:srgbClr val="4D5A68"/>
                </a:solidFill>
                <a:latin typeface="Malgun Gothic"/>
                <a:ea typeface="Malgun Gothic"/>
                <a:cs typeface="Malgun Gothic"/>
              </a:defRPr>
            </a:lvl1pPr>
            <a:lvl2pPr algn="ctr">
              <a:defRPr sz="1875" b="1">
                <a:solidFill>
                  <a:srgbClr val="4D5A68"/>
                </a:solidFill>
                <a:latin typeface="Malgun Gothic"/>
                <a:ea typeface="Malgun Gothic"/>
                <a:cs typeface="Malgun Gothic"/>
              </a:defRPr>
            </a:lvl2pPr>
            <a:lvl3pPr algn="ctr">
              <a:defRPr sz="1875" b="1">
                <a:solidFill>
                  <a:srgbClr val="4D5A68"/>
                </a:solidFill>
                <a:latin typeface="Malgun Gothic"/>
                <a:ea typeface="Malgun Gothic"/>
                <a:cs typeface="Malgun Gothic"/>
              </a:defRPr>
            </a:lvl3pPr>
            <a:lvl4pPr algn="ctr">
              <a:defRPr sz="1875" b="1">
                <a:solidFill>
                  <a:srgbClr val="4D5A68"/>
                </a:solidFill>
                <a:latin typeface="Malgun Gothic"/>
                <a:ea typeface="Malgun Gothic"/>
                <a:cs typeface="Malgun Gothic"/>
              </a:defRPr>
            </a:lvl4pPr>
            <a:lvl5pPr algn="ctr">
              <a:defRPr sz="1875" b="1">
                <a:solidFill>
                  <a:srgbClr val="4D5A68"/>
                </a:solidFill>
                <a:latin typeface="Malgun Gothic"/>
                <a:ea typeface="Malgun Gothic"/>
                <a:cs typeface="Malgun Gothic"/>
              </a:defRPr>
            </a:lvl5pPr>
            <a:lvl6pPr algn="ctr">
              <a:defRPr sz="1875" b="1">
                <a:solidFill>
                  <a:srgbClr val="4D5A68"/>
                </a:solidFill>
                <a:latin typeface="Malgun Gothic"/>
                <a:ea typeface="Malgun Gothic"/>
                <a:cs typeface="Malgun Gothic"/>
              </a:defRPr>
            </a:lvl6pPr>
            <a:lvl7pPr algn="ctr">
              <a:defRPr sz="1875" b="1">
                <a:solidFill>
                  <a:srgbClr val="4D5A68"/>
                </a:solidFill>
                <a:latin typeface="Malgun Gothic"/>
                <a:ea typeface="Malgun Gothic"/>
                <a:cs typeface="Malgun Gothic"/>
              </a:defRPr>
            </a:lvl7pPr>
            <a:lvl8pPr algn="ctr">
              <a:defRPr sz="1875" b="1">
                <a:solidFill>
                  <a:srgbClr val="4D5A68"/>
                </a:solidFill>
                <a:latin typeface="Malgun Gothic"/>
                <a:ea typeface="Malgun Gothic"/>
                <a:cs typeface="Malgun Gothic"/>
              </a:defRPr>
            </a:lvl8pPr>
            <a:lvl9pPr algn="ctr">
              <a:defRPr sz="1875" b="1">
                <a:solidFill>
                  <a:srgbClr val="4D5A68"/>
                </a:solidFill>
                <a:latin typeface="Malgun Gothic"/>
                <a:ea typeface="Malgun Gothic"/>
                <a:cs typeface="Malgun Gothic"/>
              </a:defRPr>
            </a:lvl9pPr>
          </a:lstStyle>
          <a:p xmlns:a="http://schemas.openxmlformats.org/drawingml/2006/main">
            <a:pPr algn="ctr">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실행 중 파일을 둘 위치 필요</a:t>
            </a:r>
          </a:p>
        </p:txBody>
      </p:sp>
      <p:cxnSp>
        <p:nvCxnSpPr>
          <p:cNvPr id="15" name="">
            <a:extLst xmlns:a="http://schemas.openxmlformats.org/drawingml/2006/main">
              <a:ext uri="{FF2B5EF4-FFF2-40B4-BE49-F238E27FC236}">
                <a16:creationId xmlns:a16="http://schemas.microsoft.com/office/drawing/2014/main" id="{814E5829-EF66-4A92-AF14-CF8C51716518}"/>
              </a:ext>
            </a:extLst>
          </p:cNvPr>
          <p:cNvCxnSpPr/>
          <p:nvPr/>
        </p:nvCxnSpPr>
        <p:spPr>
          <a:xfrm xmlns:a="http://schemas.openxmlformats.org/drawingml/2006/main">
            <a:off x="7858125" y="3448050"/>
            <a:ext cx="276225" cy="0"/>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16" name="">
            <a:extLst xmlns:a="http://schemas.openxmlformats.org/drawingml/2006/main">
              <a:ext uri="{FF2B5EF4-FFF2-40B4-BE49-F238E27FC236}">
                <a16:creationId xmlns:a16="http://schemas.microsoft.com/office/drawing/2014/main" id="{A0AC1AE4-F40E-4E70-8CAC-8A245C2AB062}"/>
              </a:ext>
            </a:extLst>
          </p:cNvPr>
          <p:cNvSpPr>
            <a:spLocks xmlns:a="http://schemas.openxmlformats.org/drawingml/2006/main" noGrp="1"/>
          </p:cNvSpPr>
          <p:nvPr/>
        </p:nvSpPr>
        <p:spPr>
          <a:xfrm xmlns:a="http://schemas.openxmlformats.org/drawingml/2006/main">
            <a:off x="8229600" y="2905125"/>
            <a:ext cx="3352800" cy="1066800"/>
          </a:xfrm>
          <a:prstGeom xmlns:a="http://schemas.openxmlformats.org/drawingml/2006/main" prst="rect">
            <a:avLst/>
          </a:prstGeom>
          <a:solidFill xmlns:a="http://schemas.openxmlformats.org/drawingml/2006/main">
            <a:srgbClr val="FAEAC9"/>
          </a:solidFill>
          <a:ln xmlns:a="http://schemas.openxmlformats.org/drawingml/2006/main" w="9525">
            <a:solidFill>
              <a:srgbClr val="C7D0DA"/>
            </a:solidFill>
            <a:prstDash val="solid"/>
          </a:ln>
        </p:spPr>
      </p:sp>
      <p:sp>
        <p:nvSpPr>
          <p:cNvPr id="17" name="생성 불가">
            <a:extLst xmlns:a="http://schemas.openxmlformats.org/drawingml/2006/main">
              <a:ext uri="{FF2B5EF4-FFF2-40B4-BE49-F238E27FC236}">
                <a16:creationId xmlns:a16="http://schemas.microsoft.com/office/drawing/2014/main" id="{25E403EB-9C93-4693-A846-5EEEAE2D8611}"/>
              </a:ext>
            </a:extLst>
          </p:cNvPr>
          <p:cNvSpPr>
            <a:spLocks xmlns:a="http://schemas.openxmlformats.org/drawingml/2006/main" noGrp="1"/>
          </p:cNvSpPr>
          <p:nvPr/>
        </p:nvSpPr>
        <p:spPr>
          <a:xfrm xmlns:a="http://schemas.openxmlformats.org/drawingml/2006/main">
            <a:off x="8382000" y="3143250"/>
            <a:ext cx="304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805400"/>
                </a:solidFill>
                <a:latin typeface="Malgun Gothic"/>
                <a:ea typeface="Malgun Gothic"/>
                <a:cs typeface="Malgun Gothic"/>
              </a:defRPr>
            </a:defPPr>
            <a:lvl1pPr algn="ctr">
              <a:defRPr sz="2250" b="1">
                <a:solidFill>
                  <a:srgbClr val="805400"/>
                </a:solidFill>
                <a:latin typeface="Malgun Gothic"/>
                <a:ea typeface="Malgun Gothic"/>
                <a:cs typeface="Malgun Gothic"/>
              </a:defRPr>
            </a:lvl1pPr>
            <a:lvl2pPr algn="ctr">
              <a:defRPr sz="2250" b="1">
                <a:solidFill>
                  <a:srgbClr val="805400"/>
                </a:solidFill>
                <a:latin typeface="Malgun Gothic"/>
                <a:ea typeface="Malgun Gothic"/>
                <a:cs typeface="Malgun Gothic"/>
              </a:defRPr>
            </a:lvl2pPr>
            <a:lvl3pPr algn="ctr">
              <a:defRPr sz="2250" b="1">
                <a:solidFill>
                  <a:srgbClr val="805400"/>
                </a:solidFill>
                <a:latin typeface="Malgun Gothic"/>
                <a:ea typeface="Malgun Gothic"/>
                <a:cs typeface="Malgun Gothic"/>
              </a:defRPr>
            </a:lvl3pPr>
            <a:lvl4pPr algn="ctr">
              <a:defRPr sz="2250" b="1">
                <a:solidFill>
                  <a:srgbClr val="805400"/>
                </a:solidFill>
                <a:latin typeface="Malgun Gothic"/>
                <a:ea typeface="Malgun Gothic"/>
                <a:cs typeface="Malgun Gothic"/>
              </a:defRPr>
            </a:lvl4pPr>
            <a:lvl5pPr algn="ctr">
              <a:defRPr sz="2250" b="1">
                <a:solidFill>
                  <a:srgbClr val="805400"/>
                </a:solidFill>
                <a:latin typeface="Malgun Gothic"/>
                <a:ea typeface="Malgun Gothic"/>
                <a:cs typeface="Malgun Gothic"/>
              </a:defRPr>
            </a:lvl5pPr>
            <a:lvl6pPr algn="ctr">
              <a:defRPr sz="2250" b="1">
                <a:solidFill>
                  <a:srgbClr val="805400"/>
                </a:solidFill>
                <a:latin typeface="Malgun Gothic"/>
                <a:ea typeface="Malgun Gothic"/>
                <a:cs typeface="Malgun Gothic"/>
              </a:defRPr>
            </a:lvl6pPr>
            <a:lvl7pPr algn="ctr">
              <a:defRPr sz="2250" b="1">
                <a:solidFill>
                  <a:srgbClr val="805400"/>
                </a:solidFill>
                <a:latin typeface="Malgun Gothic"/>
                <a:ea typeface="Malgun Gothic"/>
                <a:cs typeface="Malgun Gothic"/>
              </a:defRPr>
            </a:lvl7pPr>
            <a:lvl8pPr algn="ctr">
              <a:defRPr sz="2250" b="1">
                <a:solidFill>
                  <a:srgbClr val="805400"/>
                </a:solidFill>
                <a:latin typeface="Malgun Gothic"/>
                <a:ea typeface="Malgun Gothic"/>
                <a:cs typeface="Malgun Gothic"/>
              </a:defRPr>
            </a:lvl8pPr>
            <a:lvl9pPr algn="ctr">
              <a:defRPr sz="2250" b="1">
                <a:solidFill>
                  <a:srgbClr val="805400"/>
                </a:solidFill>
                <a:latin typeface="Malgun Gothic"/>
                <a:ea typeface="Malgun Gothic"/>
                <a:cs typeface="Malgun Gothic"/>
              </a:defRPr>
            </a:lvl9pPr>
          </a:lstStyle>
          <a:p xmlns:a="http://schemas.openxmlformats.org/drawingml/2006/main">
            <a:pPr algn="ctr">
              <a:defRPr sz="2250" b="1">
                <a:solidFill>
                  <a:srgbClr val="805400"/>
                </a:solidFill>
                <a:latin typeface="Malgun Gothic"/>
                <a:ea typeface="Malgun Gothic"/>
                <a:cs typeface="Malgun Gothic"/>
              </a:defRPr>
            </a:pPr>
            <a:r>
              <a:rPr sz="2250" b="1">
                <a:solidFill>
                  <a:srgbClr val="805400"/>
                </a:solidFill>
                <a:latin typeface="Malgun Gothic"/>
                <a:ea typeface="Malgun Gothic"/>
                <a:cs typeface="Malgun Gothic"/>
              </a:rPr>
              <a:t>생성 불가</a:t>
            </a:r>
          </a:p>
        </p:txBody>
      </p:sp>
      <p:sp>
        <p:nvSpPr>
          <p:cNvPr id="18" name="읽기 전용 실행 권한">
            <a:extLst xmlns:a="http://schemas.openxmlformats.org/drawingml/2006/main">
              <a:ext uri="{FF2B5EF4-FFF2-40B4-BE49-F238E27FC236}">
                <a16:creationId xmlns:a16="http://schemas.microsoft.com/office/drawing/2014/main" id="{4BC86894-6C29-41BA-9D5B-5CD72998914A}"/>
              </a:ext>
            </a:extLst>
          </p:cNvPr>
          <p:cNvSpPr>
            <a:spLocks xmlns:a="http://schemas.openxmlformats.org/drawingml/2006/main" noGrp="1"/>
          </p:cNvSpPr>
          <p:nvPr/>
        </p:nvSpPr>
        <p:spPr>
          <a:xfrm xmlns:a="http://schemas.openxmlformats.org/drawingml/2006/main">
            <a:off x="8229600" y="42576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805400"/>
                </a:solidFill>
                <a:latin typeface="Malgun Gothic"/>
                <a:ea typeface="Malgun Gothic"/>
                <a:cs typeface="Malgun Gothic"/>
              </a:defRPr>
            </a:defPPr>
            <a:lvl1pPr algn="ctr">
              <a:defRPr sz="1875" b="1">
                <a:solidFill>
                  <a:srgbClr val="805400"/>
                </a:solidFill>
                <a:latin typeface="Malgun Gothic"/>
                <a:ea typeface="Malgun Gothic"/>
                <a:cs typeface="Malgun Gothic"/>
              </a:defRPr>
            </a:lvl1pPr>
            <a:lvl2pPr algn="ctr">
              <a:defRPr sz="1875" b="1">
                <a:solidFill>
                  <a:srgbClr val="805400"/>
                </a:solidFill>
                <a:latin typeface="Malgun Gothic"/>
                <a:ea typeface="Malgun Gothic"/>
                <a:cs typeface="Malgun Gothic"/>
              </a:defRPr>
            </a:lvl2pPr>
            <a:lvl3pPr algn="ctr">
              <a:defRPr sz="1875" b="1">
                <a:solidFill>
                  <a:srgbClr val="805400"/>
                </a:solidFill>
                <a:latin typeface="Malgun Gothic"/>
                <a:ea typeface="Malgun Gothic"/>
                <a:cs typeface="Malgun Gothic"/>
              </a:defRPr>
            </a:lvl3pPr>
            <a:lvl4pPr algn="ctr">
              <a:defRPr sz="1875" b="1">
                <a:solidFill>
                  <a:srgbClr val="805400"/>
                </a:solidFill>
                <a:latin typeface="Malgun Gothic"/>
                <a:ea typeface="Malgun Gothic"/>
                <a:cs typeface="Malgun Gothic"/>
              </a:defRPr>
            </a:lvl4pPr>
            <a:lvl5pPr algn="ctr">
              <a:defRPr sz="1875" b="1">
                <a:solidFill>
                  <a:srgbClr val="805400"/>
                </a:solidFill>
                <a:latin typeface="Malgun Gothic"/>
                <a:ea typeface="Malgun Gothic"/>
                <a:cs typeface="Malgun Gothic"/>
              </a:defRPr>
            </a:lvl5pPr>
            <a:lvl6pPr algn="ctr">
              <a:defRPr sz="1875" b="1">
                <a:solidFill>
                  <a:srgbClr val="805400"/>
                </a:solidFill>
                <a:latin typeface="Malgun Gothic"/>
                <a:ea typeface="Malgun Gothic"/>
                <a:cs typeface="Malgun Gothic"/>
              </a:defRPr>
            </a:lvl6pPr>
            <a:lvl7pPr algn="ctr">
              <a:defRPr sz="1875" b="1">
                <a:solidFill>
                  <a:srgbClr val="805400"/>
                </a:solidFill>
                <a:latin typeface="Malgun Gothic"/>
                <a:ea typeface="Malgun Gothic"/>
                <a:cs typeface="Malgun Gothic"/>
              </a:defRPr>
            </a:lvl7pPr>
            <a:lvl8pPr algn="ctr">
              <a:defRPr sz="1875" b="1">
                <a:solidFill>
                  <a:srgbClr val="805400"/>
                </a:solidFill>
                <a:latin typeface="Malgun Gothic"/>
                <a:ea typeface="Malgun Gothic"/>
                <a:cs typeface="Malgun Gothic"/>
              </a:defRPr>
            </a:lvl8pPr>
            <a:lvl9pPr algn="ctr">
              <a:defRPr sz="1875" b="1">
                <a:solidFill>
                  <a:srgbClr val="805400"/>
                </a:solidFill>
                <a:latin typeface="Malgun Gothic"/>
                <a:ea typeface="Malgun Gothic"/>
                <a:cs typeface="Malgun Gothic"/>
              </a:defRPr>
            </a:lvl9pPr>
          </a:lstStyle>
          <a:p xmlns:a="http://schemas.openxmlformats.org/drawingml/2006/main">
            <a:pPr algn="ctr">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읽기 전용 실행 권한</a:t>
            </a:r>
          </a:p>
        </p:txBody>
      </p:sp>
      <p:sp>
        <p:nvSpPr>
          <p:cNvPr id="19" name="원인은 구분했다. 권한 제한을 해결한 것은 아니다">
            <a:extLst xmlns:a="http://schemas.openxmlformats.org/drawingml/2006/main">
              <a:ext uri="{FF2B5EF4-FFF2-40B4-BE49-F238E27FC236}">
                <a16:creationId xmlns:a16="http://schemas.microsoft.com/office/drawing/2014/main" id="{799F1466-74BC-4535-9E78-DABB5CFC4856}"/>
              </a:ext>
            </a:extLst>
          </p:cNvPr>
          <p:cNvSpPr>
            <a:spLocks xmlns:a="http://schemas.openxmlformats.org/drawingml/2006/main" noGrp="1"/>
          </p:cNvSpPr>
          <p:nvPr/>
        </p:nvSpPr>
        <p:spPr>
          <a:xfrm xmlns:a="http://schemas.openxmlformats.org/drawingml/2006/main">
            <a:off x="609600" y="52197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원인은 구분했다. 권한 제한을 해결한 것은 아니다</a:t>
            </a:r>
          </a:p>
        </p:txBody>
      </p:sp>
      <p:sp>
        <p:nvSpPr>
          <p:cNvPr id="20" name="Legacy module connection">
            <a:extLst xmlns:a="http://schemas.openxmlformats.org/drawingml/2006/main">
              <a:ext uri="{FF2B5EF4-FFF2-40B4-BE49-F238E27FC236}">
                <a16:creationId xmlns:a16="http://schemas.microsoft.com/office/drawing/2014/main" id="{44F39786-BEED-408E-B9F6-BA083EF29027}"/>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266875823"/>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ACT 0 · 조사에 필요한 Context">
            <a:extLst xmlns:a="http://schemas.openxmlformats.org/drawingml/2006/main">
              <a:ext uri="{FF2B5EF4-FFF2-40B4-BE49-F238E27FC236}">
                <a16:creationId xmlns:a16="http://schemas.microsoft.com/office/drawing/2014/main" id="{7E8D14D6-FFA0-4DA3-89AE-11C353D95957}"/>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조사에 필요한 Context</a:t>
            </a:r>
          </a:p>
        </p:txBody>
      </p:sp>
      <p:sp>
        <p:nvSpPr>
          <p:cNvPr id="2" name="S09">
            <a:extLst xmlns:a="http://schemas.openxmlformats.org/drawingml/2006/main">
              <a:ext uri="{FF2B5EF4-FFF2-40B4-BE49-F238E27FC236}">
                <a16:creationId xmlns:a16="http://schemas.microsoft.com/office/drawing/2014/main" id="{9C41D36C-95EE-4093-9B28-F8449DE1511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S10</a:t>
            </a:r>
          </a:p>
        </p:txBody>
      </p:sp>
      <p:sp>
        <p:nvSpPr>
          <p:cNvPr id="3" name="원인 판단에는 코드와 실행 환경 정보가 필요했다">
            <a:extLst xmlns:a="http://schemas.openxmlformats.org/drawingml/2006/main">
              <a:ext uri="{FF2B5EF4-FFF2-40B4-BE49-F238E27FC236}">
                <a16:creationId xmlns:a16="http://schemas.microsoft.com/office/drawing/2014/main" id="{C14C5B4A-E50E-4314-80AC-4DB478913B2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원인 판단에는 코드와 실행 환경 정보가 필요했다</a:t>
            </a:r>
          </a:p>
        </p:txBody>
      </p:sp>
      <p:sp>
        <p:nvSpPr>
          <p:cNvPr id="4" name="">
            <a:extLst xmlns:a="http://schemas.openxmlformats.org/drawingml/2006/main">
              <a:ext uri="{FF2B5EF4-FFF2-40B4-BE49-F238E27FC236}">
                <a16:creationId xmlns:a16="http://schemas.microsoft.com/office/drawing/2014/main" id="{656BF7AF-A30C-4B4A-A9A3-55EEE93A39D3}"/>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EACHING MODEL · TRIAL-001에서 살펴본 정보를 묶은 교육용 도식">
            <a:extLst xmlns:a="http://schemas.openxmlformats.org/drawingml/2006/main">
              <a:ext uri="{FF2B5EF4-FFF2-40B4-BE49-F238E27FC236}">
                <a16:creationId xmlns:a16="http://schemas.microsoft.com/office/drawing/2014/main" id="{E94DCE88-5CDA-4D08-92D5-9B6D7E39F06D}"/>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TEACHING MODEL · TRIAL-001에서 살펴본 정보를 묶은 교육용 도식</a:t>
            </a:r>
          </a:p>
        </p:txBody>
      </p:sp>
      <p:sp>
        <p:nvSpPr>
          <p:cNvPr id="6" name="파일은 Repository에서, 실행 조건은 도구·권한에서 확인 · Repository 접근이 권한을 늘리지">
            <a:extLst xmlns:a="http://schemas.openxmlformats.org/drawingml/2006/main">
              <a:ext uri="{FF2B5EF4-FFF2-40B4-BE49-F238E27FC236}">
                <a16:creationId xmlns:a16="http://schemas.microsoft.com/office/drawing/2014/main" id="{9FA89144-BA44-4506-8A97-188E2260555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파일은 Repository에서, 실행 조건은 도구·권한에서 확인 · Repository 접근이 권한을 늘리지는 않음</a:t>
            </a:r>
          </a:p>
        </p:txBody>
      </p:sp>
      <p:sp>
        <p:nvSpPr>
          <p:cNvPr id="7" name="앞선 두 문제를 판단할 때, 무엇을 살펴봤을까?">
            <a:extLst xmlns:a="http://schemas.openxmlformats.org/drawingml/2006/main">
              <a:ext uri="{FF2B5EF4-FFF2-40B4-BE49-F238E27FC236}">
                <a16:creationId xmlns:a16="http://schemas.microsoft.com/office/drawing/2014/main" id="{80851208-79FA-41CF-B348-41C58B2C310D}"/>
              </a:ext>
            </a:extLst>
          </p:cNvPr>
          <p:cNvSpPr>
            <a:spLocks xmlns:a="http://schemas.openxmlformats.org/drawingml/2006/main" noGrp="1"/>
          </p:cNvSpPr>
          <p:nvPr/>
        </p:nvSpPr>
        <p:spPr>
          <a:xfrm xmlns:a="http://schemas.openxmlformats.org/drawingml/2006/main">
            <a:off x="609600" y="1762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앞선 두 문제를 판단할 때, 무엇을 살펴봤을까?</a:t>
            </a:r>
          </a:p>
        </p:txBody>
      </p:sp>
      <p:sp>
        <p:nvSpPr>
          <p:cNvPr id="8" name="Repository의 자료">
            <a:extLst xmlns:a="http://schemas.openxmlformats.org/drawingml/2006/main">
              <a:ext uri="{FF2B5EF4-FFF2-40B4-BE49-F238E27FC236}">
                <a16:creationId xmlns:a16="http://schemas.microsoft.com/office/drawing/2014/main" id="{43F2D427-F8EE-48C1-AE01-9DF9D429041D}"/>
              </a:ext>
            </a:extLst>
          </p:cNvPr>
          <p:cNvSpPr>
            <a:spLocks xmlns:a="http://schemas.openxmlformats.org/drawingml/2006/main" noGrp="1"/>
          </p:cNvSpPr>
          <p:nvPr/>
        </p:nvSpPr>
        <p:spPr>
          <a:xfrm xmlns:a="http://schemas.openxmlformats.org/drawingml/2006/main">
            <a:off x="609600" y="26574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Repository의 자료</a:t>
            </a:r>
          </a:p>
        </p:txBody>
      </p:sp>
      <p:sp>
        <p:nvSpPr>
          <p:cNvPr id="9" name="실행 환경의 자료">
            <a:extLst xmlns:a="http://schemas.openxmlformats.org/drawingml/2006/main">
              <a:ext uri="{FF2B5EF4-FFF2-40B4-BE49-F238E27FC236}">
                <a16:creationId xmlns:a16="http://schemas.microsoft.com/office/drawing/2014/main" id="{4348B9EA-1CFB-419E-88C1-0F16558DABA1}"/>
              </a:ext>
            </a:extLst>
          </p:cNvPr>
          <p:cNvSpPr>
            <a:spLocks xmlns:a="http://schemas.openxmlformats.org/drawingml/2006/main" noGrp="1"/>
          </p:cNvSpPr>
          <p:nvPr/>
        </p:nvSpPr>
        <p:spPr>
          <a:xfrm xmlns:a="http://schemas.openxmlformats.org/drawingml/2006/main">
            <a:off x="6819900" y="26574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805400"/>
                </a:solidFill>
                <a:latin typeface="Malgun Gothic"/>
                <a:ea typeface="Malgun Gothic"/>
                <a:cs typeface="Malgun Gothic"/>
              </a:defRPr>
            </a:defPPr>
            <a:lvl1pPr algn="l">
              <a:defRPr sz="2175" b="1">
                <a:solidFill>
                  <a:srgbClr val="805400"/>
                </a:solidFill>
                <a:latin typeface="Malgun Gothic"/>
                <a:ea typeface="Malgun Gothic"/>
                <a:cs typeface="Malgun Gothic"/>
              </a:defRPr>
            </a:lvl1pPr>
            <a:lvl2pPr algn="l">
              <a:defRPr sz="2175" b="1">
                <a:solidFill>
                  <a:srgbClr val="805400"/>
                </a:solidFill>
                <a:latin typeface="Malgun Gothic"/>
                <a:ea typeface="Malgun Gothic"/>
                <a:cs typeface="Malgun Gothic"/>
              </a:defRPr>
            </a:lvl2pPr>
            <a:lvl3pPr algn="l">
              <a:defRPr sz="2175" b="1">
                <a:solidFill>
                  <a:srgbClr val="805400"/>
                </a:solidFill>
                <a:latin typeface="Malgun Gothic"/>
                <a:ea typeface="Malgun Gothic"/>
                <a:cs typeface="Malgun Gothic"/>
              </a:defRPr>
            </a:lvl3pPr>
            <a:lvl4pPr algn="l">
              <a:defRPr sz="2175" b="1">
                <a:solidFill>
                  <a:srgbClr val="805400"/>
                </a:solidFill>
                <a:latin typeface="Malgun Gothic"/>
                <a:ea typeface="Malgun Gothic"/>
                <a:cs typeface="Malgun Gothic"/>
              </a:defRPr>
            </a:lvl4pPr>
            <a:lvl5pPr algn="l">
              <a:defRPr sz="2175" b="1">
                <a:solidFill>
                  <a:srgbClr val="805400"/>
                </a:solidFill>
                <a:latin typeface="Malgun Gothic"/>
                <a:ea typeface="Malgun Gothic"/>
                <a:cs typeface="Malgun Gothic"/>
              </a:defRPr>
            </a:lvl5pPr>
            <a:lvl6pPr algn="l">
              <a:defRPr sz="2175" b="1">
                <a:solidFill>
                  <a:srgbClr val="805400"/>
                </a:solidFill>
                <a:latin typeface="Malgun Gothic"/>
                <a:ea typeface="Malgun Gothic"/>
                <a:cs typeface="Malgun Gothic"/>
              </a:defRPr>
            </a:lvl6pPr>
            <a:lvl7pPr algn="l">
              <a:defRPr sz="2175" b="1">
                <a:solidFill>
                  <a:srgbClr val="805400"/>
                </a:solidFill>
                <a:latin typeface="Malgun Gothic"/>
                <a:ea typeface="Malgun Gothic"/>
                <a:cs typeface="Malgun Gothic"/>
              </a:defRPr>
            </a:lvl7pPr>
            <a:lvl8pPr algn="l">
              <a:defRPr sz="2175" b="1">
                <a:solidFill>
                  <a:srgbClr val="805400"/>
                </a:solidFill>
                <a:latin typeface="Malgun Gothic"/>
                <a:ea typeface="Malgun Gothic"/>
                <a:cs typeface="Malgun Gothic"/>
              </a:defRPr>
            </a:lvl8pPr>
            <a:lvl9pPr algn="l">
              <a:defRPr sz="2175" b="1">
                <a:solidFill>
                  <a:srgbClr val="805400"/>
                </a:solidFill>
                <a:latin typeface="Malgun Gothic"/>
                <a:ea typeface="Malgun Gothic"/>
                <a:cs typeface="Malgun Gothic"/>
              </a:defRPr>
            </a:lvl9pPr>
          </a:lstStyle>
          <a:p xmlns:a="http://schemas.openxmlformats.org/drawingml/2006/main">
            <a:pPr algn="l">
              <a:defRPr sz="2175" b="1">
                <a:solidFill>
                  <a:srgbClr val="805400"/>
                </a:solidFill>
                <a:latin typeface="Malgun Gothic"/>
                <a:ea typeface="Malgun Gothic"/>
                <a:cs typeface="Malgun Gothic"/>
              </a:defRPr>
            </a:pPr>
            <a:r>
              <a:rPr sz="2175" b="1">
                <a:solidFill>
                  <a:srgbClr val="805400"/>
                </a:solidFill>
                <a:latin typeface="Malgun Gothic"/>
                <a:ea typeface="Malgun Gothic"/>
                <a:cs typeface="Malgun Gothic"/>
              </a:rPr>
              <a:t>실행 환경의 자료</a:t>
            </a:r>
          </a:p>
        </p:txBody>
      </p:sp>
      <p:sp>
        <p:nvSpPr>
          <p:cNvPr id="10" name="">
            <a:extLst xmlns:a="http://schemas.openxmlformats.org/drawingml/2006/main">
              <a:ext uri="{FF2B5EF4-FFF2-40B4-BE49-F238E27FC236}">
                <a16:creationId xmlns:a16="http://schemas.microsoft.com/office/drawing/2014/main" id="{69DD1085-351A-4477-A9F5-1E08B55C9F8B}"/>
              </a:ext>
            </a:extLst>
          </p:cNvPr>
          <p:cNvSpPr>
            <a:spLocks xmlns:a="http://schemas.openxmlformats.org/drawingml/2006/main" noGrp="1"/>
          </p:cNvSpPr>
          <p:nvPr/>
        </p:nvSpPr>
        <p:spPr>
          <a:xfrm xmlns:a="http://schemas.openxmlformats.org/drawingml/2006/main">
            <a:off x="609600" y="3438525"/>
            <a:ext cx="1447800" cy="7905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1" name="실패 테스트">
            <a:extLst xmlns:a="http://schemas.openxmlformats.org/drawingml/2006/main">
              <a:ext uri="{FF2B5EF4-FFF2-40B4-BE49-F238E27FC236}">
                <a16:creationId xmlns:a16="http://schemas.microsoft.com/office/drawing/2014/main" id="{106F5CA5-13C5-4C80-9B4C-C3CB5B3F7F4F}"/>
              </a:ext>
            </a:extLst>
          </p:cNvPr>
          <p:cNvSpPr>
            <a:spLocks xmlns:a="http://schemas.openxmlformats.org/drawingml/2006/main" noGrp="1"/>
          </p:cNvSpPr>
          <p:nvPr/>
        </p:nvSpPr>
        <p:spPr>
          <a:xfrm xmlns:a="http://schemas.openxmlformats.org/drawingml/2006/main">
            <a:off x="666750" y="361950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실패 테스트</a:t>
            </a:r>
          </a:p>
        </p:txBody>
      </p:sp>
      <p:sp>
        <p:nvSpPr>
          <p:cNvPr id="12" name="">
            <a:extLst xmlns:a="http://schemas.openxmlformats.org/drawingml/2006/main">
              <a:ext uri="{FF2B5EF4-FFF2-40B4-BE49-F238E27FC236}">
                <a16:creationId xmlns:a16="http://schemas.microsoft.com/office/drawing/2014/main" id="{032A54B4-BF08-496E-8073-C29E9BB27D70}"/>
              </a:ext>
            </a:extLst>
          </p:cNvPr>
          <p:cNvSpPr>
            <a:spLocks xmlns:a="http://schemas.openxmlformats.org/drawingml/2006/main" noGrp="1"/>
          </p:cNvSpPr>
          <p:nvPr/>
        </p:nvSpPr>
        <p:spPr>
          <a:xfrm xmlns:a="http://schemas.openxmlformats.org/drawingml/2006/main">
            <a:off x="2266950" y="3438525"/>
            <a:ext cx="1447800" cy="7905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3" name="Crop 명세">
            <a:extLst xmlns:a="http://schemas.openxmlformats.org/drawingml/2006/main">
              <a:ext uri="{FF2B5EF4-FFF2-40B4-BE49-F238E27FC236}">
                <a16:creationId xmlns:a16="http://schemas.microsoft.com/office/drawing/2014/main" id="{46503D57-0C6E-46E4-A0C0-BE997B24BD01}"/>
              </a:ext>
            </a:extLst>
          </p:cNvPr>
          <p:cNvSpPr>
            <a:spLocks xmlns:a="http://schemas.openxmlformats.org/drawingml/2006/main" noGrp="1"/>
          </p:cNvSpPr>
          <p:nvPr/>
        </p:nvSpPr>
        <p:spPr>
          <a:xfrm xmlns:a="http://schemas.openxmlformats.org/drawingml/2006/main">
            <a:off x="2324100" y="361950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Crop 명세</a:t>
            </a:r>
          </a:p>
        </p:txBody>
      </p:sp>
      <p:sp>
        <p:nvSpPr>
          <p:cNvPr id="14" name="">
            <a:extLst xmlns:a="http://schemas.openxmlformats.org/drawingml/2006/main">
              <a:ext uri="{FF2B5EF4-FFF2-40B4-BE49-F238E27FC236}">
                <a16:creationId xmlns:a16="http://schemas.microsoft.com/office/drawing/2014/main" id="{50E737F5-A210-4455-AF74-1E1DECD02FF6}"/>
              </a:ext>
            </a:extLst>
          </p:cNvPr>
          <p:cNvSpPr>
            <a:spLocks xmlns:a="http://schemas.openxmlformats.org/drawingml/2006/main" noGrp="1"/>
          </p:cNvSpPr>
          <p:nvPr/>
        </p:nvSpPr>
        <p:spPr>
          <a:xfrm xmlns:a="http://schemas.openxmlformats.org/drawingml/2006/main">
            <a:off x="3924300" y="3438525"/>
            <a:ext cx="1447800" cy="7905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5" name="구현·호출">
            <a:extLst xmlns:a="http://schemas.openxmlformats.org/drawingml/2006/main">
              <a:ext uri="{FF2B5EF4-FFF2-40B4-BE49-F238E27FC236}">
                <a16:creationId xmlns:a16="http://schemas.microsoft.com/office/drawing/2014/main" id="{D2826CEB-3726-4950-99A1-CDE9555BE78A}"/>
              </a:ext>
            </a:extLst>
          </p:cNvPr>
          <p:cNvSpPr>
            <a:spLocks xmlns:a="http://schemas.openxmlformats.org/drawingml/2006/main" noGrp="1"/>
          </p:cNvSpPr>
          <p:nvPr/>
        </p:nvSpPr>
        <p:spPr>
          <a:xfrm xmlns:a="http://schemas.openxmlformats.org/drawingml/2006/main">
            <a:off x="3981450" y="361950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구현·호출</a:t>
            </a:r>
          </a:p>
        </p:txBody>
      </p:sp>
      <p:sp>
        <p:nvSpPr>
          <p:cNvPr id="16" name="">
            <a:extLst xmlns:a="http://schemas.openxmlformats.org/drawingml/2006/main">
              <a:ext uri="{FF2B5EF4-FFF2-40B4-BE49-F238E27FC236}">
                <a16:creationId xmlns:a16="http://schemas.microsoft.com/office/drawing/2014/main" id="{9ED4EF1A-446E-4397-9C43-DD811D2D85C8}"/>
              </a:ext>
            </a:extLst>
          </p:cNvPr>
          <p:cNvSpPr>
            <a:spLocks xmlns:a="http://schemas.openxmlformats.org/drawingml/2006/main" noGrp="1"/>
          </p:cNvSpPr>
          <p:nvPr/>
        </p:nvSpPr>
        <p:spPr>
          <a:xfrm xmlns:a="http://schemas.openxmlformats.org/drawingml/2006/main">
            <a:off x="6819900" y="3438525"/>
            <a:ext cx="2276475" cy="790575"/>
          </a:xfrm>
          <a:prstGeom xmlns:a="http://schemas.openxmlformats.org/drawingml/2006/main" prst="rect">
            <a:avLst/>
          </a:prstGeom>
          <a:solidFill xmlns:a="http://schemas.openxmlformats.org/drawingml/2006/main">
            <a:srgbClr val="FAEAC9"/>
          </a:solidFill>
          <a:ln xmlns:a="http://schemas.openxmlformats.org/drawingml/2006/main" w="0">
            <a:noFill/>
            <a:prstDash val="solid"/>
          </a:ln>
        </p:spPr>
      </p:sp>
      <p:sp>
        <p:nvSpPr>
          <p:cNvPr id="17" name="실행 로그">
            <a:extLst xmlns:a="http://schemas.openxmlformats.org/drawingml/2006/main">
              <a:ext uri="{FF2B5EF4-FFF2-40B4-BE49-F238E27FC236}">
                <a16:creationId xmlns:a16="http://schemas.microsoft.com/office/drawing/2014/main" id="{145E1B97-1B1E-41F3-871F-00000D659AD0}"/>
              </a:ext>
            </a:extLst>
          </p:cNvPr>
          <p:cNvSpPr>
            <a:spLocks xmlns:a="http://schemas.openxmlformats.org/drawingml/2006/main" noGrp="1"/>
          </p:cNvSpPr>
          <p:nvPr/>
        </p:nvSpPr>
        <p:spPr>
          <a:xfrm xmlns:a="http://schemas.openxmlformats.org/drawingml/2006/main">
            <a:off x="6934200" y="3619500"/>
            <a:ext cx="2047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805400"/>
                </a:solidFill>
                <a:latin typeface="Malgun Gothic"/>
                <a:ea typeface="Malgun Gothic"/>
                <a:cs typeface="Malgun Gothic"/>
              </a:defRPr>
            </a:defPPr>
            <a:lvl1pPr algn="ctr">
              <a:defRPr sz="1875" b="1">
                <a:solidFill>
                  <a:srgbClr val="805400"/>
                </a:solidFill>
                <a:latin typeface="Malgun Gothic"/>
                <a:ea typeface="Malgun Gothic"/>
                <a:cs typeface="Malgun Gothic"/>
              </a:defRPr>
            </a:lvl1pPr>
            <a:lvl2pPr algn="ctr">
              <a:defRPr sz="1875" b="1">
                <a:solidFill>
                  <a:srgbClr val="805400"/>
                </a:solidFill>
                <a:latin typeface="Malgun Gothic"/>
                <a:ea typeface="Malgun Gothic"/>
                <a:cs typeface="Malgun Gothic"/>
              </a:defRPr>
            </a:lvl2pPr>
            <a:lvl3pPr algn="ctr">
              <a:defRPr sz="1875" b="1">
                <a:solidFill>
                  <a:srgbClr val="805400"/>
                </a:solidFill>
                <a:latin typeface="Malgun Gothic"/>
                <a:ea typeface="Malgun Gothic"/>
                <a:cs typeface="Malgun Gothic"/>
              </a:defRPr>
            </a:lvl3pPr>
            <a:lvl4pPr algn="ctr">
              <a:defRPr sz="1875" b="1">
                <a:solidFill>
                  <a:srgbClr val="805400"/>
                </a:solidFill>
                <a:latin typeface="Malgun Gothic"/>
                <a:ea typeface="Malgun Gothic"/>
                <a:cs typeface="Malgun Gothic"/>
              </a:defRPr>
            </a:lvl4pPr>
            <a:lvl5pPr algn="ctr">
              <a:defRPr sz="1875" b="1">
                <a:solidFill>
                  <a:srgbClr val="805400"/>
                </a:solidFill>
                <a:latin typeface="Malgun Gothic"/>
                <a:ea typeface="Malgun Gothic"/>
                <a:cs typeface="Malgun Gothic"/>
              </a:defRPr>
            </a:lvl5pPr>
            <a:lvl6pPr algn="ctr">
              <a:defRPr sz="1875" b="1">
                <a:solidFill>
                  <a:srgbClr val="805400"/>
                </a:solidFill>
                <a:latin typeface="Malgun Gothic"/>
                <a:ea typeface="Malgun Gothic"/>
                <a:cs typeface="Malgun Gothic"/>
              </a:defRPr>
            </a:lvl6pPr>
            <a:lvl7pPr algn="ctr">
              <a:defRPr sz="1875" b="1">
                <a:solidFill>
                  <a:srgbClr val="805400"/>
                </a:solidFill>
                <a:latin typeface="Malgun Gothic"/>
                <a:ea typeface="Malgun Gothic"/>
                <a:cs typeface="Malgun Gothic"/>
              </a:defRPr>
            </a:lvl7pPr>
            <a:lvl8pPr algn="ctr">
              <a:defRPr sz="1875" b="1">
                <a:solidFill>
                  <a:srgbClr val="805400"/>
                </a:solidFill>
                <a:latin typeface="Malgun Gothic"/>
                <a:ea typeface="Malgun Gothic"/>
                <a:cs typeface="Malgun Gothic"/>
              </a:defRPr>
            </a:lvl8pPr>
            <a:lvl9pPr algn="ctr">
              <a:defRPr sz="1875" b="1">
                <a:solidFill>
                  <a:srgbClr val="805400"/>
                </a:solidFill>
                <a:latin typeface="Malgun Gothic"/>
                <a:ea typeface="Malgun Gothic"/>
                <a:cs typeface="Malgun Gothic"/>
              </a:defRPr>
            </a:lvl9pPr>
          </a:lstStyle>
          <a:p xmlns:a="http://schemas.openxmlformats.org/drawingml/2006/main">
            <a:pPr algn="ctr">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실행 로그</a:t>
            </a:r>
          </a:p>
        </p:txBody>
      </p:sp>
      <p:sp>
        <p:nvSpPr>
          <p:cNvPr id="18" name="">
            <a:extLst xmlns:a="http://schemas.openxmlformats.org/drawingml/2006/main">
              <a:ext uri="{FF2B5EF4-FFF2-40B4-BE49-F238E27FC236}">
                <a16:creationId xmlns:a16="http://schemas.microsoft.com/office/drawing/2014/main" id="{3917C4A9-EC45-4EC7-BF4C-D87C1710DDD3}"/>
              </a:ext>
            </a:extLst>
          </p:cNvPr>
          <p:cNvSpPr>
            <a:spLocks xmlns:a="http://schemas.openxmlformats.org/drawingml/2006/main" noGrp="1"/>
          </p:cNvSpPr>
          <p:nvPr/>
        </p:nvSpPr>
        <p:spPr>
          <a:xfrm xmlns:a="http://schemas.openxmlformats.org/drawingml/2006/main">
            <a:off x="9305925" y="3438525"/>
            <a:ext cx="2276475" cy="790575"/>
          </a:xfrm>
          <a:prstGeom xmlns:a="http://schemas.openxmlformats.org/drawingml/2006/main" prst="rect">
            <a:avLst/>
          </a:prstGeom>
          <a:solidFill xmlns:a="http://schemas.openxmlformats.org/drawingml/2006/main">
            <a:srgbClr val="FAEAC9"/>
          </a:solidFill>
          <a:ln xmlns:a="http://schemas.openxmlformats.org/drawingml/2006/main" w="0">
            <a:noFill/>
            <a:prstDash val="solid"/>
          </a:ln>
        </p:spPr>
      </p:sp>
      <p:sp>
        <p:nvSpPr>
          <p:cNvPr id="19" name="읽기·쓰기 권한">
            <a:extLst xmlns:a="http://schemas.openxmlformats.org/drawingml/2006/main">
              <a:ext uri="{FF2B5EF4-FFF2-40B4-BE49-F238E27FC236}">
                <a16:creationId xmlns:a16="http://schemas.microsoft.com/office/drawing/2014/main" id="{722F6A10-3220-4026-BDF2-BF3A2AD056D9}"/>
              </a:ext>
            </a:extLst>
          </p:cNvPr>
          <p:cNvSpPr>
            <a:spLocks xmlns:a="http://schemas.openxmlformats.org/drawingml/2006/main" noGrp="1"/>
          </p:cNvSpPr>
          <p:nvPr/>
        </p:nvSpPr>
        <p:spPr>
          <a:xfrm xmlns:a="http://schemas.openxmlformats.org/drawingml/2006/main">
            <a:off x="9420225" y="3619500"/>
            <a:ext cx="2047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805400"/>
                </a:solidFill>
                <a:latin typeface="Malgun Gothic"/>
                <a:ea typeface="Malgun Gothic"/>
                <a:cs typeface="Malgun Gothic"/>
              </a:defRPr>
            </a:defPPr>
            <a:lvl1pPr algn="ctr">
              <a:defRPr sz="1875" b="1">
                <a:solidFill>
                  <a:srgbClr val="805400"/>
                </a:solidFill>
                <a:latin typeface="Malgun Gothic"/>
                <a:ea typeface="Malgun Gothic"/>
                <a:cs typeface="Malgun Gothic"/>
              </a:defRPr>
            </a:lvl1pPr>
            <a:lvl2pPr algn="ctr">
              <a:defRPr sz="1875" b="1">
                <a:solidFill>
                  <a:srgbClr val="805400"/>
                </a:solidFill>
                <a:latin typeface="Malgun Gothic"/>
                <a:ea typeface="Malgun Gothic"/>
                <a:cs typeface="Malgun Gothic"/>
              </a:defRPr>
            </a:lvl2pPr>
            <a:lvl3pPr algn="ctr">
              <a:defRPr sz="1875" b="1">
                <a:solidFill>
                  <a:srgbClr val="805400"/>
                </a:solidFill>
                <a:latin typeface="Malgun Gothic"/>
                <a:ea typeface="Malgun Gothic"/>
                <a:cs typeface="Malgun Gothic"/>
              </a:defRPr>
            </a:lvl3pPr>
            <a:lvl4pPr algn="ctr">
              <a:defRPr sz="1875" b="1">
                <a:solidFill>
                  <a:srgbClr val="805400"/>
                </a:solidFill>
                <a:latin typeface="Malgun Gothic"/>
                <a:ea typeface="Malgun Gothic"/>
                <a:cs typeface="Malgun Gothic"/>
              </a:defRPr>
            </a:lvl4pPr>
            <a:lvl5pPr algn="ctr">
              <a:defRPr sz="1875" b="1">
                <a:solidFill>
                  <a:srgbClr val="805400"/>
                </a:solidFill>
                <a:latin typeface="Malgun Gothic"/>
                <a:ea typeface="Malgun Gothic"/>
                <a:cs typeface="Malgun Gothic"/>
              </a:defRPr>
            </a:lvl5pPr>
            <a:lvl6pPr algn="ctr">
              <a:defRPr sz="1875" b="1">
                <a:solidFill>
                  <a:srgbClr val="805400"/>
                </a:solidFill>
                <a:latin typeface="Malgun Gothic"/>
                <a:ea typeface="Malgun Gothic"/>
                <a:cs typeface="Malgun Gothic"/>
              </a:defRPr>
            </a:lvl6pPr>
            <a:lvl7pPr algn="ctr">
              <a:defRPr sz="1875" b="1">
                <a:solidFill>
                  <a:srgbClr val="805400"/>
                </a:solidFill>
                <a:latin typeface="Malgun Gothic"/>
                <a:ea typeface="Malgun Gothic"/>
                <a:cs typeface="Malgun Gothic"/>
              </a:defRPr>
            </a:lvl7pPr>
            <a:lvl8pPr algn="ctr">
              <a:defRPr sz="1875" b="1">
                <a:solidFill>
                  <a:srgbClr val="805400"/>
                </a:solidFill>
                <a:latin typeface="Malgun Gothic"/>
                <a:ea typeface="Malgun Gothic"/>
                <a:cs typeface="Malgun Gothic"/>
              </a:defRPr>
            </a:lvl8pPr>
            <a:lvl9pPr algn="ctr">
              <a:defRPr sz="1875" b="1">
                <a:solidFill>
                  <a:srgbClr val="805400"/>
                </a:solidFill>
                <a:latin typeface="Malgun Gothic"/>
                <a:ea typeface="Malgun Gothic"/>
                <a:cs typeface="Malgun Gothic"/>
              </a:defRPr>
            </a:lvl9pPr>
          </a:lstStyle>
          <a:p xmlns:a="http://schemas.openxmlformats.org/drawingml/2006/main">
            <a:pPr algn="ctr">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읽기·쓰기 권한</a:t>
            </a:r>
          </a:p>
        </p:txBody>
      </p:sp>
      <p:cxnSp>
        <p:nvCxnSpPr>
          <p:cNvPr id="20" name="">
            <a:extLst xmlns:a="http://schemas.openxmlformats.org/drawingml/2006/main">
              <a:ext uri="{FF2B5EF4-FFF2-40B4-BE49-F238E27FC236}">
                <a16:creationId xmlns:a16="http://schemas.microsoft.com/office/drawing/2014/main" id="{5F32D2C8-13B0-46A7-809D-F2946DF44581}"/>
              </a:ext>
            </a:extLst>
          </p:cNvPr>
          <p:cNvCxnSpPr/>
          <p:nvPr/>
        </p:nvCxnSpPr>
        <p:spPr>
          <a:xfrm xmlns:a="http://schemas.openxmlformats.org/drawingml/2006/main">
            <a:off x="2990850" y="4371975"/>
            <a:ext cx="0" cy="409575"/>
          </a:xfrm>
          <a:prstGeom xmlns:a="http://schemas.openxmlformats.org/drawingml/2006/main" prst="straightConnector1">
            <a:avLst/>
          </a:prstGeom>
          <a:ln xmlns:a="http://schemas.openxmlformats.org/drawingml/2006/main" w="23813">
            <a:solidFill>
              <a:srgbClr val="0B6172"/>
            </a:solidFill>
          </a:ln>
        </p:spPr>
      </p:cxnSp>
      <p:cxnSp>
        <p:nvCxnSpPr>
          <p:cNvPr id="21" name="">
            <a:extLst xmlns:a="http://schemas.openxmlformats.org/drawingml/2006/main">
              <a:ext uri="{FF2B5EF4-FFF2-40B4-BE49-F238E27FC236}">
                <a16:creationId xmlns:a16="http://schemas.microsoft.com/office/drawing/2014/main" id="{CD87347E-596F-45AB-8453-A49189680BE8}"/>
              </a:ext>
            </a:extLst>
          </p:cNvPr>
          <p:cNvCxnSpPr/>
          <p:nvPr/>
        </p:nvCxnSpPr>
        <p:spPr>
          <a:xfrm xmlns:a="http://schemas.openxmlformats.org/drawingml/2006/main">
            <a:off x="9201150" y="4371975"/>
            <a:ext cx="0" cy="409575"/>
          </a:xfrm>
          <a:prstGeom xmlns:a="http://schemas.openxmlformats.org/drawingml/2006/main" prst="straightConnector1">
            <a:avLst/>
          </a:prstGeom>
          <a:ln xmlns:a="http://schemas.openxmlformats.org/drawingml/2006/main" w="23813">
            <a:solidFill>
              <a:srgbClr val="0B6172"/>
            </a:solidFill>
          </a:ln>
        </p:spPr>
      </p:cxnSp>
      <p:cxnSp>
        <p:nvCxnSpPr>
          <p:cNvPr id="22" name="">
            <a:extLst xmlns:a="http://schemas.openxmlformats.org/drawingml/2006/main">
              <a:ext uri="{FF2B5EF4-FFF2-40B4-BE49-F238E27FC236}">
                <a16:creationId xmlns:a16="http://schemas.microsoft.com/office/drawing/2014/main" id="{1F047A98-85C1-4F9A-8196-60F6C979FBAC}"/>
              </a:ext>
            </a:extLst>
          </p:cNvPr>
          <p:cNvCxnSpPr/>
          <p:nvPr/>
        </p:nvCxnSpPr>
        <p:spPr>
          <a:xfrm xmlns:a="http://schemas.openxmlformats.org/drawingml/2006/main">
            <a:off x="2990850" y="4781550"/>
            <a:ext cx="6210300" cy="0"/>
          </a:xfrm>
          <a:prstGeom xmlns:a="http://schemas.openxmlformats.org/drawingml/2006/main" prst="straightConnector1">
            <a:avLst/>
          </a:prstGeom>
          <a:ln xmlns:a="http://schemas.openxmlformats.org/drawingml/2006/main" w="23813">
            <a:solidFill>
              <a:srgbClr val="0B6172"/>
            </a:solidFill>
          </a:ln>
        </p:spPr>
      </p:cxnSp>
      <p:cxnSp>
        <p:nvCxnSpPr>
          <p:cNvPr id="23" name="">
            <a:extLst xmlns:a="http://schemas.openxmlformats.org/drawingml/2006/main">
              <a:ext uri="{FF2B5EF4-FFF2-40B4-BE49-F238E27FC236}">
                <a16:creationId xmlns:a16="http://schemas.microsoft.com/office/drawing/2014/main" id="{1F1303D0-39F0-4679-A6CC-ECAC674C120F}"/>
              </a:ext>
            </a:extLst>
          </p:cNvPr>
          <p:cNvCxnSpPr/>
          <p:nvPr/>
        </p:nvCxnSpPr>
        <p:spPr>
          <a:xfrm xmlns:a="http://schemas.openxmlformats.org/drawingml/2006/main">
            <a:off x="6096000" y="4781550"/>
            <a:ext cx="0" cy="295275"/>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24" name="원인을 판단하는 데 쓰는 정보, Context">
            <a:extLst xmlns:a="http://schemas.openxmlformats.org/drawingml/2006/main">
              <a:ext uri="{FF2B5EF4-FFF2-40B4-BE49-F238E27FC236}">
                <a16:creationId xmlns:a16="http://schemas.microsoft.com/office/drawing/2014/main" id="{7DB5BEAB-650D-484D-89BB-57656FA95412}"/>
              </a:ext>
            </a:extLst>
          </p:cNvPr>
          <p:cNvSpPr>
            <a:spLocks xmlns:a="http://schemas.openxmlformats.org/drawingml/2006/main" noGrp="1"/>
          </p:cNvSpPr>
          <p:nvPr/>
        </p:nvSpPr>
        <p:spPr>
          <a:xfrm xmlns:a="http://schemas.openxmlformats.org/drawingml/2006/main">
            <a:off x="609600" y="5238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1">
                <a:solidFill>
                  <a:srgbClr val="0B6172"/>
                </a:solidFill>
                <a:latin typeface="Malgun Gothic"/>
                <a:ea typeface="Malgun Gothic"/>
                <a:cs typeface="Malgun Gothic"/>
              </a:defRPr>
            </a:defPPr>
            <a:lvl1pPr algn="ctr">
              <a:defRPr sz="2625" b="1">
                <a:solidFill>
                  <a:srgbClr val="0B6172"/>
                </a:solidFill>
                <a:latin typeface="Malgun Gothic"/>
                <a:ea typeface="Malgun Gothic"/>
                <a:cs typeface="Malgun Gothic"/>
              </a:defRPr>
            </a:lvl1pPr>
            <a:lvl2pPr algn="ctr">
              <a:defRPr sz="2625" b="1">
                <a:solidFill>
                  <a:srgbClr val="0B6172"/>
                </a:solidFill>
                <a:latin typeface="Malgun Gothic"/>
                <a:ea typeface="Malgun Gothic"/>
                <a:cs typeface="Malgun Gothic"/>
              </a:defRPr>
            </a:lvl2pPr>
            <a:lvl3pPr algn="ctr">
              <a:defRPr sz="2625" b="1">
                <a:solidFill>
                  <a:srgbClr val="0B6172"/>
                </a:solidFill>
                <a:latin typeface="Malgun Gothic"/>
                <a:ea typeface="Malgun Gothic"/>
                <a:cs typeface="Malgun Gothic"/>
              </a:defRPr>
            </a:lvl3pPr>
            <a:lvl4pPr algn="ctr">
              <a:defRPr sz="2625" b="1">
                <a:solidFill>
                  <a:srgbClr val="0B6172"/>
                </a:solidFill>
                <a:latin typeface="Malgun Gothic"/>
                <a:ea typeface="Malgun Gothic"/>
                <a:cs typeface="Malgun Gothic"/>
              </a:defRPr>
            </a:lvl4pPr>
            <a:lvl5pPr algn="ctr">
              <a:defRPr sz="2625" b="1">
                <a:solidFill>
                  <a:srgbClr val="0B6172"/>
                </a:solidFill>
                <a:latin typeface="Malgun Gothic"/>
                <a:ea typeface="Malgun Gothic"/>
                <a:cs typeface="Malgun Gothic"/>
              </a:defRPr>
            </a:lvl5pPr>
            <a:lvl6pPr algn="ctr">
              <a:defRPr sz="2625" b="1">
                <a:solidFill>
                  <a:srgbClr val="0B6172"/>
                </a:solidFill>
                <a:latin typeface="Malgun Gothic"/>
                <a:ea typeface="Malgun Gothic"/>
                <a:cs typeface="Malgun Gothic"/>
              </a:defRPr>
            </a:lvl6pPr>
            <a:lvl7pPr algn="ctr">
              <a:defRPr sz="2625" b="1">
                <a:solidFill>
                  <a:srgbClr val="0B6172"/>
                </a:solidFill>
                <a:latin typeface="Malgun Gothic"/>
                <a:ea typeface="Malgun Gothic"/>
                <a:cs typeface="Malgun Gothic"/>
              </a:defRPr>
            </a:lvl7pPr>
            <a:lvl8pPr algn="ctr">
              <a:defRPr sz="2625" b="1">
                <a:solidFill>
                  <a:srgbClr val="0B6172"/>
                </a:solidFill>
                <a:latin typeface="Malgun Gothic"/>
                <a:ea typeface="Malgun Gothic"/>
                <a:cs typeface="Malgun Gothic"/>
              </a:defRPr>
            </a:lvl8pPr>
            <a:lvl9pPr algn="ctr">
              <a:defRPr sz="2625" b="1">
                <a:solidFill>
                  <a:srgbClr val="0B6172"/>
                </a:solidFill>
                <a:latin typeface="Malgun Gothic"/>
                <a:ea typeface="Malgun Gothic"/>
                <a:cs typeface="Malgun Gothic"/>
              </a:defRPr>
            </a:lvl9pPr>
          </a:lstStyle>
          <a:p xmlns:a="http://schemas.openxmlformats.org/drawingml/2006/main">
            <a:pPr algn="ctr">
              <a:defRPr sz="2625" b="1">
                <a:solidFill>
                  <a:srgbClr val="0B6172"/>
                </a:solidFill>
                <a:latin typeface="Malgun Gothic"/>
                <a:ea typeface="Malgun Gothic"/>
                <a:cs typeface="Malgun Gothic"/>
              </a:defRPr>
            </a:pPr>
            <a:r>
              <a:rPr sz="2625" b="1">
                <a:solidFill>
                  <a:srgbClr val="0B6172"/>
                </a:solidFill>
                <a:latin typeface="Malgun Gothic"/>
                <a:ea typeface="Malgun Gothic"/>
                <a:cs typeface="Malgun Gothic"/>
              </a:rPr>
              <a:t>원인을 판단하는 데 쓰는 정보, Context</a:t>
            </a:r>
          </a:p>
        </p:txBody>
      </p:sp>
      <p:sp>
        <p:nvSpPr>
          <p:cNvPr id="25" name="Legacy module connection">
            <a:extLst xmlns:a="http://schemas.openxmlformats.org/drawingml/2006/main">
              <a:ext uri="{FF2B5EF4-FFF2-40B4-BE49-F238E27FC236}">
                <a16:creationId xmlns:a16="http://schemas.microsoft.com/office/drawing/2014/main" id="{0B139E47-7C24-4291-883A-1C6A8CDCF35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M6</a:t>
            </a:r>
          </a:p>
        </p:txBody>
      </p:sp>
    </p:spTree>
    <p:extLst>
      <p:ext uri="{BB962C8B-B14F-4D97-AF65-F5344CB8AC3E}">
        <p14:creationId xmlns:p14="http://schemas.microsoft.com/office/powerpoint/2010/main" val="923928147"/>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7" name="ACT 0 · 사람의 자료 선택·전달">
            <a:extLst xmlns:a="http://schemas.openxmlformats.org/drawingml/2006/main">
              <a:ext uri="{FF2B5EF4-FFF2-40B4-BE49-F238E27FC236}">
                <a16:creationId xmlns:a16="http://schemas.microsoft.com/office/drawing/2014/main" id="{92424FFF-2131-416C-9087-F1C9706095CC}"/>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사람의 자료 선택·전달</a:t>
            </a:r>
          </a:p>
        </p:txBody>
      </p:sp>
      <p:sp>
        <p:nvSpPr>
          <p:cNvPr id="2" name="S10">
            <a:extLst xmlns:a="http://schemas.openxmlformats.org/drawingml/2006/main">
              <a:ext uri="{FF2B5EF4-FFF2-40B4-BE49-F238E27FC236}">
                <a16:creationId xmlns:a16="http://schemas.microsoft.com/office/drawing/2014/main" id="{04C3F9FE-5BAE-40CA-8AD3-61475BE76AA9}"/>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S11</a:t>
            </a:r>
          </a:p>
        </p:txBody>
      </p:sp>
      <p:sp>
        <p:nvSpPr>
          <p:cNvPr id="3" name="Chatbot에 이 자료를 직접 전달한다면?">
            <a:extLst xmlns:a="http://schemas.openxmlformats.org/drawingml/2006/main">
              <a:ext uri="{FF2B5EF4-FFF2-40B4-BE49-F238E27FC236}">
                <a16:creationId xmlns:a16="http://schemas.microsoft.com/office/drawing/2014/main" id="{679A5D29-64FB-46A7-99AF-3595D55E30B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Chatbot에 이 자료를 직접 전달한다면?</a:t>
            </a:r>
          </a:p>
        </p:txBody>
      </p:sp>
      <p:sp>
        <p:nvSpPr>
          <p:cNvPr id="4" name="">
            <a:extLst xmlns:a="http://schemas.openxmlformats.org/drawingml/2006/main">
              <a:ext uri="{FF2B5EF4-FFF2-40B4-BE49-F238E27FC236}">
                <a16:creationId xmlns:a16="http://schemas.microsoft.com/office/drawing/2014/main" id="{1B4047EA-5AB1-4FA4-B398-33F4DDDF0D0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EACHING MODEL · 자료를 직접 선택·첨부하는 대화 방식의 가정">
            <a:extLst xmlns:a="http://schemas.openxmlformats.org/drawingml/2006/main">
              <a:ext uri="{FF2B5EF4-FFF2-40B4-BE49-F238E27FC236}">
                <a16:creationId xmlns:a16="http://schemas.microsoft.com/office/drawing/2014/main" id="{D5405E03-E66D-4556-8EF3-B005E42619D8}"/>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TEACHING MODEL · 자료를 직접 선택·첨부하는 대화 방식의 가정</a:t>
            </a:r>
          </a:p>
        </p:txBody>
      </p:sp>
      <p:sp>
        <p:nvSpPr>
          <p:cNvPr id="6" name="실제 Chatbot 비교 실행 아님 · 자료 전달 방식의 차이이며 제품 능력·효율 우위를 입증하지 않음">
            <a:extLst xmlns:a="http://schemas.openxmlformats.org/drawingml/2006/main">
              <a:ext uri="{FF2B5EF4-FFF2-40B4-BE49-F238E27FC236}">
                <a16:creationId xmlns:a16="http://schemas.microsoft.com/office/drawing/2014/main" id="{12919CF6-12C8-4388-8928-2882748EB9A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Chatbot 비교 실행 아님 · 자료 전달 방식의 차이이며 제품 능력·효율 우위를 입증하지 않음</a:t>
            </a:r>
          </a:p>
        </p:txBody>
      </p:sp>
      <p:sp>
        <p:nvSpPr>
          <p:cNvPr id="7" name="답을 받기 전, 사람이 관련 자료를 찾아 전달하는 방식">
            <a:extLst xmlns:a="http://schemas.openxmlformats.org/drawingml/2006/main">
              <a:ext uri="{FF2B5EF4-FFF2-40B4-BE49-F238E27FC236}">
                <a16:creationId xmlns:a16="http://schemas.microsoft.com/office/drawing/2014/main" id="{981C4A5A-8791-41A9-9026-A3309EE625A1}"/>
              </a:ext>
            </a:extLst>
          </p:cNvPr>
          <p:cNvSpPr>
            <a:spLocks xmlns:a="http://schemas.openxmlformats.org/drawingml/2006/main" noGrp="1"/>
          </p:cNvSpPr>
          <p:nvPr/>
        </p:nvSpPr>
        <p:spPr>
          <a:xfrm xmlns:a="http://schemas.openxmlformats.org/drawingml/2006/main">
            <a:off x="609600" y="17621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답을 받기 전, 사람이 관련 자료를 찾아 전달하는 방식</a:t>
            </a:r>
          </a:p>
        </p:txBody>
      </p:sp>
      <p:pic>
        <p:nvPicPr>
          <p:cNvPr id="8" name="">
            <a:extLst xmlns:a="http://schemas.openxmlformats.org/drawingml/2006/main">
              <a:ext uri="{FF2B5EF4-FFF2-40B4-BE49-F238E27FC236}">
                <a16:creationId xmlns:a16="http://schemas.microsoft.com/office/drawing/2014/main" id="{0E92C3A5-B1C3-4087-92CA-BB4173ED9F93}"/>
              </a:ext>
            </a:extLst>
          </p:cNvPr>
          <p:cNvPicPr>
            <a:picLocks xmlns:a="http://schemas.openxmlformats.org/drawingml/2006/main" noChangeAspect="1"/>
          </p:cNvPicPr>
          <p:nvPr/>
        </p:nvPicPr>
        <p:blipFill>
          <a:blip xmlns:r="http://schemas.openxmlformats.org/officeDocument/2006/relationships" xmlns:a="http://schemas.openxmlformats.org/drawingml/2006/main" r:embed="R1405e92e9b8c45ba"/>
          <a:srcRect xmlns:a="http://schemas.openxmlformats.org/drawingml/2006/main" l="1500" t="18000" r="51000" b="15000"/>
          <a:stretch xmlns:a="http://schemas.openxmlformats.org/drawingml/2006/main"/>
        </p:blipFill>
        <p:spPr>
          <a:xfrm xmlns:a="http://schemas.openxmlformats.org/drawingml/2006/main">
            <a:off x="8908294" y="762000"/>
            <a:ext cx="2674106" cy="1885950"/>
          </a:xfrm>
          <a:prstGeom xmlns:a="http://schemas.openxmlformats.org/drawingml/2006/main" prst="rect">
            <a:avLst/>
          </a:prstGeom>
        </p:spPr>
      </p:pic>
      <p:sp>
        <p:nvSpPr>
          <p:cNvPr id="9" name="필요한 정보">
            <a:extLst xmlns:a="http://schemas.openxmlformats.org/drawingml/2006/main">
              <a:ext uri="{FF2B5EF4-FFF2-40B4-BE49-F238E27FC236}">
                <a16:creationId xmlns:a16="http://schemas.microsoft.com/office/drawing/2014/main" id="{EA996F87-B4BB-4B74-B7EC-4F7C475B1558}"/>
              </a:ext>
            </a:extLst>
          </p:cNvPr>
          <p:cNvSpPr>
            <a:spLocks xmlns:a="http://schemas.openxmlformats.org/drawingml/2006/main" noGrp="1"/>
          </p:cNvSpPr>
          <p:nvPr/>
        </p:nvSpPr>
        <p:spPr>
          <a:xfrm xmlns:a="http://schemas.openxmlformats.org/drawingml/2006/main">
            <a:off x="609600" y="2400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필요한 정보</a:t>
            </a:r>
          </a:p>
        </p:txBody>
      </p:sp>
      <p:sp>
        <p:nvSpPr>
          <p:cNvPr id="10" name="">
            <a:extLst xmlns:a="http://schemas.openxmlformats.org/drawingml/2006/main">
              <a:ext uri="{FF2B5EF4-FFF2-40B4-BE49-F238E27FC236}">
                <a16:creationId xmlns:a16="http://schemas.microsoft.com/office/drawing/2014/main" id="{ABE6D6F7-AAA4-49EA-ADA0-A5274C785B55}"/>
              </a:ext>
            </a:extLst>
          </p:cNvPr>
          <p:cNvSpPr>
            <a:spLocks xmlns:a="http://schemas.openxmlformats.org/drawingml/2006/main" noGrp="1"/>
          </p:cNvSpPr>
          <p:nvPr/>
        </p:nvSpPr>
        <p:spPr>
          <a:xfrm xmlns:a="http://schemas.openxmlformats.org/drawingml/2006/main">
            <a:off x="609600" y="2819400"/>
            <a:ext cx="2476500" cy="3905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1" name="실패 테스트">
            <a:extLst xmlns:a="http://schemas.openxmlformats.org/drawingml/2006/main">
              <a:ext uri="{FF2B5EF4-FFF2-40B4-BE49-F238E27FC236}">
                <a16:creationId xmlns:a16="http://schemas.microsoft.com/office/drawing/2014/main" id="{D6FDC300-521F-4249-B8BB-AEDD2CFC76BD}"/>
              </a:ext>
            </a:extLst>
          </p:cNvPr>
          <p:cNvSpPr>
            <a:spLocks xmlns:a="http://schemas.openxmlformats.org/drawingml/2006/main" noGrp="1"/>
          </p:cNvSpPr>
          <p:nvPr/>
        </p:nvSpPr>
        <p:spPr>
          <a:xfrm xmlns:a="http://schemas.openxmlformats.org/drawingml/2006/main">
            <a:off x="762000" y="283845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실패 테스트</a:t>
            </a:r>
          </a:p>
        </p:txBody>
      </p:sp>
      <p:cxnSp>
        <p:nvCxnSpPr>
          <p:cNvPr id="12" name="">
            <a:extLst xmlns:a="http://schemas.openxmlformats.org/drawingml/2006/main">
              <a:ext uri="{FF2B5EF4-FFF2-40B4-BE49-F238E27FC236}">
                <a16:creationId xmlns:a16="http://schemas.microsoft.com/office/drawing/2014/main" id="{95987D9A-EC10-499A-89F5-94D82591BBCA}"/>
              </a:ext>
            </a:extLst>
          </p:cNvPr>
          <p:cNvCxnSpPr/>
          <p:nvPr/>
        </p:nvCxnSpPr>
        <p:spPr>
          <a:xfrm xmlns:a="http://schemas.openxmlformats.org/drawingml/2006/main">
            <a:off x="3086100" y="3009900"/>
            <a:ext cx="257175" cy="0"/>
          </a:xfrm>
          <a:prstGeom xmlns:a="http://schemas.openxmlformats.org/drawingml/2006/main" prst="straightConnector1">
            <a:avLst/>
          </a:prstGeom>
          <a:ln xmlns:a="http://schemas.openxmlformats.org/drawingml/2006/main" w="23813">
            <a:solidFill>
              <a:srgbClr val="0B6172"/>
            </a:solidFill>
          </a:ln>
        </p:spPr>
      </p:cxnSp>
      <p:sp>
        <p:nvSpPr>
          <p:cNvPr id="13" name="">
            <a:extLst xmlns:a="http://schemas.openxmlformats.org/drawingml/2006/main">
              <a:ext uri="{FF2B5EF4-FFF2-40B4-BE49-F238E27FC236}">
                <a16:creationId xmlns:a16="http://schemas.microsoft.com/office/drawing/2014/main" id="{195DA38A-2CD0-47D7-8BFA-FBCA257220D1}"/>
              </a:ext>
            </a:extLst>
          </p:cNvPr>
          <p:cNvSpPr>
            <a:spLocks xmlns:a="http://schemas.openxmlformats.org/drawingml/2006/main" noGrp="1"/>
          </p:cNvSpPr>
          <p:nvPr/>
        </p:nvSpPr>
        <p:spPr>
          <a:xfrm xmlns:a="http://schemas.openxmlformats.org/drawingml/2006/main">
            <a:off x="609600" y="3295650"/>
            <a:ext cx="2476500" cy="3905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4" name="Crop 명세">
            <a:extLst xmlns:a="http://schemas.openxmlformats.org/drawingml/2006/main">
              <a:ext uri="{FF2B5EF4-FFF2-40B4-BE49-F238E27FC236}">
                <a16:creationId xmlns:a16="http://schemas.microsoft.com/office/drawing/2014/main" id="{44322889-ADBC-4058-A088-F88DB892F95A}"/>
              </a:ext>
            </a:extLst>
          </p:cNvPr>
          <p:cNvSpPr>
            <a:spLocks xmlns:a="http://schemas.openxmlformats.org/drawingml/2006/main" noGrp="1"/>
          </p:cNvSpPr>
          <p:nvPr/>
        </p:nvSpPr>
        <p:spPr>
          <a:xfrm xmlns:a="http://schemas.openxmlformats.org/drawingml/2006/main">
            <a:off x="762000" y="331470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Crop 명세</a:t>
            </a:r>
          </a:p>
        </p:txBody>
      </p:sp>
      <p:cxnSp>
        <p:nvCxnSpPr>
          <p:cNvPr id="15" name="">
            <a:extLst xmlns:a="http://schemas.openxmlformats.org/drawingml/2006/main">
              <a:ext uri="{FF2B5EF4-FFF2-40B4-BE49-F238E27FC236}">
                <a16:creationId xmlns:a16="http://schemas.microsoft.com/office/drawing/2014/main" id="{7CFB9C7F-25FF-41FA-AB52-29D1FAB88168}"/>
              </a:ext>
            </a:extLst>
          </p:cNvPr>
          <p:cNvCxnSpPr/>
          <p:nvPr/>
        </p:nvCxnSpPr>
        <p:spPr>
          <a:xfrm xmlns:a="http://schemas.openxmlformats.org/drawingml/2006/main">
            <a:off x="3086100" y="3486150"/>
            <a:ext cx="257175" cy="0"/>
          </a:xfrm>
          <a:prstGeom xmlns:a="http://schemas.openxmlformats.org/drawingml/2006/main" prst="straightConnector1">
            <a:avLst/>
          </a:prstGeom>
          <a:ln xmlns:a="http://schemas.openxmlformats.org/drawingml/2006/main" w="23813">
            <a:solidFill>
              <a:srgbClr val="0B6172"/>
            </a:solidFill>
          </a:ln>
        </p:spPr>
      </p:cxnSp>
      <p:sp>
        <p:nvSpPr>
          <p:cNvPr id="16" name="">
            <a:extLst xmlns:a="http://schemas.openxmlformats.org/drawingml/2006/main">
              <a:ext uri="{FF2B5EF4-FFF2-40B4-BE49-F238E27FC236}">
                <a16:creationId xmlns:a16="http://schemas.microsoft.com/office/drawing/2014/main" id="{352F4762-C746-4D1E-96A3-F84A3C845CCB}"/>
              </a:ext>
            </a:extLst>
          </p:cNvPr>
          <p:cNvSpPr>
            <a:spLocks xmlns:a="http://schemas.openxmlformats.org/drawingml/2006/main" noGrp="1"/>
          </p:cNvSpPr>
          <p:nvPr/>
        </p:nvSpPr>
        <p:spPr>
          <a:xfrm xmlns:a="http://schemas.openxmlformats.org/drawingml/2006/main">
            <a:off x="609600" y="3771900"/>
            <a:ext cx="2476500" cy="3905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7" name="구현·호출 관계">
            <a:extLst xmlns:a="http://schemas.openxmlformats.org/drawingml/2006/main">
              <a:ext uri="{FF2B5EF4-FFF2-40B4-BE49-F238E27FC236}">
                <a16:creationId xmlns:a16="http://schemas.microsoft.com/office/drawing/2014/main" id="{59E84D2E-3957-4DCD-9EEA-FF173B2C0ED5}"/>
              </a:ext>
            </a:extLst>
          </p:cNvPr>
          <p:cNvSpPr>
            <a:spLocks xmlns:a="http://schemas.openxmlformats.org/drawingml/2006/main" noGrp="1"/>
          </p:cNvSpPr>
          <p:nvPr/>
        </p:nvSpPr>
        <p:spPr>
          <a:xfrm xmlns:a="http://schemas.openxmlformats.org/drawingml/2006/main">
            <a:off x="762000" y="379095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구현·호출 관계</a:t>
            </a:r>
          </a:p>
        </p:txBody>
      </p:sp>
      <p:cxnSp>
        <p:nvCxnSpPr>
          <p:cNvPr id="18" name="">
            <a:extLst xmlns:a="http://schemas.openxmlformats.org/drawingml/2006/main">
              <a:ext uri="{FF2B5EF4-FFF2-40B4-BE49-F238E27FC236}">
                <a16:creationId xmlns:a16="http://schemas.microsoft.com/office/drawing/2014/main" id="{EF9E48A5-A775-45D0-AD0A-D8A0195AF27C}"/>
              </a:ext>
            </a:extLst>
          </p:cNvPr>
          <p:cNvCxnSpPr/>
          <p:nvPr/>
        </p:nvCxnSpPr>
        <p:spPr>
          <a:xfrm xmlns:a="http://schemas.openxmlformats.org/drawingml/2006/main">
            <a:off x="3086100" y="3962400"/>
            <a:ext cx="257175" cy="0"/>
          </a:xfrm>
          <a:prstGeom xmlns:a="http://schemas.openxmlformats.org/drawingml/2006/main" prst="straightConnector1">
            <a:avLst/>
          </a:prstGeom>
          <a:ln xmlns:a="http://schemas.openxmlformats.org/drawingml/2006/main" w="23813">
            <a:solidFill>
              <a:srgbClr val="0B6172"/>
            </a:solidFill>
          </a:ln>
        </p:spPr>
      </p:cxnSp>
      <p:sp>
        <p:nvSpPr>
          <p:cNvPr id="19" name="">
            <a:extLst xmlns:a="http://schemas.openxmlformats.org/drawingml/2006/main">
              <a:ext uri="{FF2B5EF4-FFF2-40B4-BE49-F238E27FC236}">
                <a16:creationId xmlns:a16="http://schemas.microsoft.com/office/drawing/2014/main" id="{E013678D-13AD-401A-89D0-D54BEDF85CE3}"/>
              </a:ext>
            </a:extLst>
          </p:cNvPr>
          <p:cNvSpPr>
            <a:spLocks xmlns:a="http://schemas.openxmlformats.org/drawingml/2006/main" noGrp="1"/>
          </p:cNvSpPr>
          <p:nvPr/>
        </p:nvSpPr>
        <p:spPr>
          <a:xfrm xmlns:a="http://schemas.openxmlformats.org/drawingml/2006/main">
            <a:off x="609600" y="4248150"/>
            <a:ext cx="2476500" cy="390525"/>
          </a:xfrm>
          <a:prstGeom xmlns:a="http://schemas.openxmlformats.org/drawingml/2006/main" prst="rect">
            <a:avLst/>
          </a:prstGeom>
          <a:solidFill xmlns:a="http://schemas.openxmlformats.org/drawingml/2006/main">
            <a:srgbClr val="FAEAC9"/>
          </a:solidFill>
          <a:ln xmlns:a="http://schemas.openxmlformats.org/drawingml/2006/main" w="0">
            <a:noFill/>
            <a:prstDash val="solid"/>
          </a:ln>
        </p:spPr>
      </p:sp>
      <p:sp>
        <p:nvSpPr>
          <p:cNvPr id="20" name="실행 로그">
            <a:extLst xmlns:a="http://schemas.openxmlformats.org/drawingml/2006/main">
              <a:ext uri="{FF2B5EF4-FFF2-40B4-BE49-F238E27FC236}">
                <a16:creationId xmlns:a16="http://schemas.microsoft.com/office/drawing/2014/main" id="{F69C2FF2-C052-4B1E-83F3-29BFDBC43653}"/>
              </a:ext>
            </a:extLst>
          </p:cNvPr>
          <p:cNvSpPr>
            <a:spLocks xmlns:a="http://schemas.openxmlformats.org/drawingml/2006/main" noGrp="1"/>
          </p:cNvSpPr>
          <p:nvPr/>
        </p:nvSpPr>
        <p:spPr>
          <a:xfrm xmlns:a="http://schemas.openxmlformats.org/drawingml/2006/main">
            <a:off x="762000" y="426720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실행 로그</a:t>
            </a:r>
          </a:p>
        </p:txBody>
      </p:sp>
      <p:cxnSp>
        <p:nvCxnSpPr>
          <p:cNvPr id="21" name="">
            <a:extLst xmlns:a="http://schemas.openxmlformats.org/drawingml/2006/main">
              <a:ext uri="{FF2B5EF4-FFF2-40B4-BE49-F238E27FC236}">
                <a16:creationId xmlns:a16="http://schemas.microsoft.com/office/drawing/2014/main" id="{A76D9408-29D9-4203-A7BB-F9BD701B8469}"/>
              </a:ext>
            </a:extLst>
          </p:cNvPr>
          <p:cNvCxnSpPr/>
          <p:nvPr/>
        </p:nvCxnSpPr>
        <p:spPr>
          <a:xfrm xmlns:a="http://schemas.openxmlformats.org/drawingml/2006/main">
            <a:off x="3086100" y="4438650"/>
            <a:ext cx="257175" cy="0"/>
          </a:xfrm>
          <a:prstGeom xmlns:a="http://schemas.openxmlformats.org/drawingml/2006/main" prst="straightConnector1">
            <a:avLst/>
          </a:prstGeom>
          <a:ln xmlns:a="http://schemas.openxmlformats.org/drawingml/2006/main" w="23813">
            <a:solidFill>
              <a:srgbClr val="0B6172"/>
            </a:solidFill>
          </a:ln>
        </p:spPr>
      </p:cxnSp>
      <p:sp>
        <p:nvSpPr>
          <p:cNvPr id="22" name="">
            <a:extLst xmlns:a="http://schemas.openxmlformats.org/drawingml/2006/main">
              <a:ext uri="{FF2B5EF4-FFF2-40B4-BE49-F238E27FC236}">
                <a16:creationId xmlns:a16="http://schemas.microsoft.com/office/drawing/2014/main" id="{8A9DDDEE-C631-4FCD-9EB3-4EFA520FB099}"/>
              </a:ext>
            </a:extLst>
          </p:cNvPr>
          <p:cNvSpPr>
            <a:spLocks xmlns:a="http://schemas.openxmlformats.org/drawingml/2006/main" noGrp="1"/>
          </p:cNvSpPr>
          <p:nvPr/>
        </p:nvSpPr>
        <p:spPr>
          <a:xfrm xmlns:a="http://schemas.openxmlformats.org/drawingml/2006/main">
            <a:off x="609600" y="4724400"/>
            <a:ext cx="2476500" cy="390525"/>
          </a:xfrm>
          <a:prstGeom xmlns:a="http://schemas.openxmlformats.org/drawingml/2006/main" prst="rect">
            <a:avLst/>
          </a:prstGeom>
          <a:solidFill xmlns:a="http://schemas.openxmlformats.org/drawingml/2006/main">
            <a:srgbClr val="FAEAC9"/>
          </a:solidFill>
          <a:ln xmlns:a="http://schemas.openxmlformats.org/drawingml/2006/main" w="0">
            <a:noFill/>
            <a:prstDash val="solid"/>
          </a:ln>
        </p:spPr>
      </p:sp>
      <p:sp>
        <p:nvSpPr>
          <p:cNvPr id="23" name="읽기·쓰기 권한">
            <a:extLst xmlns:a="http://schemas.openxmlformats.org/drawingml/2006/main">
              <a:ext uri="{FF2B5EF4-FFF2-40B4-BE49-F238E27FC236}">
                <a16:creationId xmlns:a16="http://schemas.microsoft.com/office/drawing/2014/main" id="{41CEB894-3C55-4970-8D05-F166D5EAB213}"/>
              </a:ext>
            </a:extLst>
          </p:cNvPr>
          <p:cNvSpPr>
            <a:spLocks xmlns:a="http://schemas.openxmlformats.org/drawingml/2006/main" noGrp="1"/>
          </p:cNvSpPr>
          <p:nvPr/>
        </p:nvSpPr>
        <p:spPr>
          <a:xfrm xmlns:a="http://schemas.openxmlformats.org/drawingml/2006/main">
            <a:off x="762000" y="474345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읽기·쓰기 권한</a:t>
            </a:r>
          </a:p>
        </p:txBody>
      </p:sp>
      <p:cxnSp>
        <p:nvCxnSpPr>
          <p:cNvPr id="24" name="">
            <a:extLst xmlns:a="http://schemas.openxmlformats.org/drawingml/2006/main">
              <a:ext uri="{FF2B5EF4-FFF2-40B4-BE49-F238E27FC236}">
                <a16:creationId xmlns:a16="http://schemas.microsoft.com/office/drawing/2014/main" id="{BC9C6EFE-65FA-45DB-8DC3-225E920676D5}"/>
              </a:ext>
            </a:extLst>
          </p:cNvPr>
          <p:cNvCxnSpPr/>
          <p:nvPr/>
        </p:nvCxnSpPr>
        <p:spPr>
          <a:xfrm xmlns:a="http://schemas.openxmlformats.org/drawingml/2006/main">
            <a:off x="3086100" y="4914900"/>
            <a:ext cx="257175" cy="0"/>
          </a:xfrm>
          <a:prstGeom xmlns:a="http://schemas.openxmlformats.org/drawingml/2006/main" prst="straightConnector1">
            <a:avLst/>
          </a:prstGeom>
          <a:ln xmlns:a="http://schemas.openxmlformats.org/drawingml/2006/main" w="23813">
            <a:solidFill>
              <a:srgbClr val="0B6172"/>
            </a:solidFill>
          </a:ln>
        </p:spPr>
      </p:cxnSp>
      <p:cxnSp>
        <p:nvCxnSpPr>
          <p:cNvPr id="25" name="">
            <a:extLst xmlns:a="http://schemas.openxmlformats.org/drawingml/2006/main">
              <a:ext uri="{FF2B5EF4-FFF2-40B4-BE49-F238E27FC236}">
                <a16:creationId xmlns:a16="http://schemas.microsoft.com/office/drawing/2014/main" id="{1C0C379E-5243-4DC7-8CF0-844018486FA6}"/>
              </a:ext>
            </a:extLst>
          </p:cNvPr>
          <p:cNvCxnSpPr/>
          <p:nvPr/>
        </p:nvCxnSpPr>
        <p:spPr>
          <a:xfrm xmlns:a="http://schemas.openxmlformats.org/drawingml/2006/main">
            <a:off x="3343275" y="3009900"/>
            <a:ext cx="0" cy="1905000"/>
          </a:xfrm>
          <a:prstGeom xmlns:a="http://schemas.openxmlformats.org/drawingml/2006/main" prst="straightConnector1">
            <a:avLst/>
          </a:prstGeom>
          <a:ln xmlns:a="http://schemas.openxmlformats.org/drawingml/2006/main" w="23813">
            <a:solidFill>
              <a:srgbClr val="0B6172"/>
            </a:solidFill>
          </a:ln>
        </p:spPr>
      </p:cxnSp>
      <p:cxnSp>
        <p:nvCxnSpPr>
          <p:cNvPr id="26" name="">
            <a:extLst xmlns:a="http://schemas.openxmlformats.org/drawingml/2006/main">
              <a:ext uri="{FF2B5EF4-FFF2-40B4-BE49-F238E27FC236}">
                <a16:creationId xmlns:a16="http://schemas.microsoft.com/office/drawing/2014/main" id="{B979FD76-0864-49B6-9E12-B0C92537F8B9}"/>
              </a:ext>
            </a:extLst>
          </p:cNvPr>
          <p:cNvCxnSpPr/>
          <p:nvPr/>
        </p:nvCxnSpPr>
        <p:spPr>
          <a:xfrm xmlns:a="http://schemas.openxmlformats.org/drawingml/2006/main">
            <a:off x="3343275" y="3962400"/>
            <a:ext cx="619125" cy="0"/>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27" name="">
            <a:extLst xmlns:a="http://schemas.openxmlformats.org/drawingml/2006/main">
              <a:ext uri="{FF2B5EF4-FFF2-40B4-BE49-F238E27FC236}">
                <a16:creationId xmlns:a16="http://schemas.microsoft.com/office/drawing/2014/main" id="{6C8E602B-24B7-489E-BA30-A6ED39E7A8BF}"/>
              </a:ext>
            </a:extLst>
          </p:cNvPr>
          <p:cNvSpPr>
            <a:spLocks xmlns:a="http://schemas.openxmlformats.org/drawingml/2006/main" noGrp="1"/>
          </p:cNvSpPr>
          <p:nvPr/>
        </p:nvSpPr>
        <p:spPr>
          <a:xfrm xmlns:a="http://schemas.openxmlformats.org/drawingml/2006/main">
            <a:off x="4133850" y="3400425"/>
            <a:ext cx="272415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8" name="사람">
            <a:extLst xmlns:a="http://schemas.openxmlformats.org/drawingml/2006/main">
              <a:ext uri="{FF2B5EF4-FFF2-40B4-BE49-F238E27FC236}">
                <a16:creationId xmlns:a16="http://schemas.microsoft.com/office/drawing/2014/main" id="{0D952AC6-D850-42E9-A238-E5CAFCF127D0}"/>
              </a:ext>
            </a:extLst>
          </p:cNvPr>
          <p:cNvSpPr>
            <a:spLocks xmlns:a="http://schemas.openxmlformats.org/drawingml/2006/main" noGrp="1"/>
          </p:cNvSpPr>
          <p:nvPr/>
        </p:nvSpPr>
        <p:spPr>
          <a:xfrm xmlns:a="http://schemas.openxmlformats.org/drawingml/2006/main">
            <a:off x="4286250" y="3495675"/>
            <a:ext cx="2419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0B6172"/>
                </a:solidFill>
                <a:latin typeface="Malgun Gothic"/>
                <a:ea typeface="Malgun Gothic"/>
                <a:cs typeface="Malgun Gothic"/>
              </a:defRPr>
            </a:defPPr>
            <a:lvl1pPr algn="ctr">
              <a:defRPr sz="2550" b="1">
                <a:solidFill>
                  <a:srgbClr val="0B6172"/>
                </a:solidFill>
                <a:latin typeface="Malgun Gothic"/>
                <a:ea typeface="Malgun Gothic"/>
                <a:cs typeface="Malgun Gothic"/>
              </a:defRPr>
            </a:lvl1pPr>
            <a:lvl2pPr algn="ctr">
              <a:defRPr sz="2550" b="1">
                <a:solidFill>
                  <a:srgbClr val="0B6172"/>
                </a:solidFill>
                <a:latin typeface="Malgun Gothic"/>
                <a:ea typeface="Malgun Gothic"/>
                <a:cs typeface="Malgun Gothic"/>
              </a:defRPr>
            </a:lvl2pPr>
            <a:lvl3pPr algn="ctr">
              <a:defRPr sz="2550" b="1">
                <a:solidFill>
                  <a:srgbClr val="0B6172"/>
                </a:solidFill>
                <a:latin typeface="Malgun Gothic"/>
                <a:ea typeface="Malgun Gothic"/>
                <a:cs typeface="Malgun Gothic"/>
              </a:defRPr>
            </a:lvl3pPr>
            <a:lvl4pPr algn="ctr">
              <a:defRPr sz="2550" b="1">
                <a:solidFill>
                  <a:srgbClr val="0B6172"/>
                </a:solidFill>
                <a:latin typeface="Malgun Gothic"/>
                <a:ea typeface="Malgun Gothic"/>
                <a:cs typeface="Malgun Gothic"/>
              </a:defRPr>
            </a:lvl4pPr>
            <a:lvl5pPr algn="ctr">
              <a:defRPr sz="2550" b="1">
                <a:solidFill>
                  <a:srgbClr val="0B6172"/>
                </a:solidFill>
                <a:latin typeface="Malgun Gothic"/>
                <a:ea typeface="Malgun Gothic"/>
                <a:cs typeface="Malgun Gothic"/>
              </a:defRPr>
            </a:lvl5pPr>
            <a:lvl6pPr algn="ctr">
              <a:defRPr sz="2550" b="1">
                <a:solidFill>
                  <a:srgbClr val="0B6172"/>
                </a:solidFill>
                <a:latin typeface="Malgun Gothic"/>
                <a:ea typeface="Malgun Gothic"/>
                <a:cs typeface="Malgun Gothic"/>
              </a:defRPr>
            </a:lvl6pPr>
            <a:lvl7pPr algn="ctr">
              <a:defRPr sz="2550" b="1">
                <a:solidFill>
                  <a:srgbClr val="0B6172"/>
                </a:solidFill>
                <a:latin typeface="Malgun Gothic"/>
                <a:ea typeface="Malgun Gothic"/>
                <a:cs typeface="Malgun Gothic"/>
              </a:defRPr>
            </a:lvl7pPr>
            <a:lvl8pPr algn="ctr">
              <a:defRPr sz="2550" b="1">
                <a:solidFill>
                  <a:srgbClr val="0B6172"/>
                </a:solidFill>
                <a:latin typeface="Malgun Gothic"/>
                <a:ea typeface="Malgun Gothic"/>
                <a:cs typeface="Malgun Gothic"/>
              </a:defRPr>
            </a:lvl8pPr>
            <a:lvl9pPr algn="ctr">
              <a:defRPr sz="2550" b="1">
                <a:solidFill>
                  <a:srgbClr val="0B6172"/>
                </a:solidFill>
                <a:latin typeface="Malgun Gothic"/>
                <a:ea typeface="Malgun Gothic"/>
                <a:cs typeface="Malgun Gothic"/>
              </a:defRPr>
            </a:lvl9pPr>
          </a:lstStyle>
          <a:p xmlns:a="http://schemas.openxmlformats.org/drawingml/2006/main">
            <a:pPr algn="ctr">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사람</a:t>
            </a:r>
          </a:p>
        </p:txBody>
      </p:sp>
      <p:sp>
        <p:nvSpPr>
          <p:cNvPr id="29" name="찾고 · 고르고 · 전달">
            <a:extLst xmlns:a="http://schemas.openxmlformats.org/drawingml/2006/main">
              <a:ext uri="{FF2B5EF4-FFF2-40B4-BE49-F238E27FC236}">
                <a16:creationId xmlns:a16="http://schemas.microsoft.com/office/drawing/2014/main" id="{C63FCF37-61EA-4F07-919E-9CACF3507229}"/>
              </a:ext>
            </a:extLst>
          </p:cNvPr>
          <p:cNvSpPr>
            <a:spLocks xmlns:a="http://schemas.openxmlformats.org/drawingml/2006/main" noGrp="1"/>
          </p:cNvSpPr>
          <p:nvPr/>
        </p:nvSpPr>
        <p:spPr>
          <a:xfrm xmlns:a="http://schemas.openxmlformats.org/drawingml/2006/main">
            <a:off x="4286250" y="4019550"/>
            <a:ext cx="2419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7212B"/>
                </a:solidFill>
                <a:latin typeface="Malgun Gothic"/>
                <a:ea typeface="Malgun Gothic"/>
                <a:cs typeface="Malgun Gothic"/>
              </a:defRPr>
            </a:defPPr>
            <a:lvl1pPr algn="ctr">
              <a:defRPr sz="1875" b="1">
                <a:solidFill>
                  <a:srgbClr val="17212B"/>
                </a:solidFill>
                <a:latin typeface="Malgun Gothic"/>
                <a:ea typeface="Malgun Gothic"/>
                <a:cs typeface="Malgun Gothic"/>
              </a:defRPr>
            </a:lvl1pPr>
            <a:lvl2pPr algn="ctr">
              <a:defRPr sz="1875" b="1">
                <a:solidFill>
                  <a:srgbClr val="17212B"/>
                </a:solidFill>
                <a:latin typeface="Malgun Gothic"/>
                <a:ea typeface="Malgun Gothic"/>
                <a:cs typeface="Malgun Gothic"/>
              </a:defRPr>
            </a:lvl2pPr>
            <a:lvl3pPr algn="ctr">
              <a:defRPr sz="1875" b="1">
                <a:solidFill>
                  <a:srgbClr val="17212B"/>
                </a:solidFill>
                <a:latin typeface="Malgun Gothic"/>
                <a:ea typeface="Malgun Gothic"/>
                <a:cs typeface="Malgun Gothic"/>
              </a:defRPr>
            </a:lvl3pPr>
            <a:lvl4pPr algn="ctr">
              <a:defRPr sz="1875" b="1">
                <a:solidFill>
                  <a:srgbClr val="17212B"/>
                </a:solidFill>
                <a:latin typeface="Malgun Gothic"/>
                <a:ea typeface="Malgun Gothic"/>
                <a:cs typeface="Malgun Gothic"/>
              </a:defRPr>
            </a:lvl4pPr>
            <a:lvl5pPr algn="ctr">
              <a:defRPr sz="1875" b="1">
                <a:solidFill>
                  <a:srgbClr val="17212B"/>
                </a:solidFill>
                <a:latin typeface="Malgun Gothic"/>
                <a:ea typeface="Malgun Gothic"/>
                <a:cs typeface="Malgun Gothic"/>
              </a:defRPr>
            </a:lvl5pPr>
            <a:lvl6pPr algn="ctr">
              <a:defRPr sz="1875" b="1">
                <a:solidFill>
                  <a:srgbClr val="17212B"/>
                </a:solidFill>
                <a:latin typeface="Malgun Gothic"/>
                <a:ea typeface="Malgun Gothic"/>
                <a:cs typeface="Malgun Gothic"/>
              </a:defRPr>
            </a:lvl6pPr>
            <a:lvl7pPr algn="ctr">
              <a:defRPr sz="1875" b="1">
                <a:solidFill>
                  <a:srgbClr val="17212B"/>
                </a:solidFill>
                <a:latin typeface="Malgun Gothic"/>
                <a:ea typeface="Malgun Gothic"/>
                <a:cs typeface="Malgun Gothic"/>
              </a:defRPr>
            </a:lvl7pPr>
            <a:lvl8pPr algn="ctr">
              <a:defRPr sz="1875" b="1">
                <a:solidFill>
                  <a:srgbClr val="17212B"/>
                </a:solidFill>
                <a:latin typeface="Malgun Gothic"/>
                <a:ea typeface="Malgun Gothic"/>
                <a:cs typeface="Malgun Gothic"/>
              </a:defRPr>
            </a:lvl8pPr>
            <a:lvl9pPr algn="ctr">
              <a:defRPr sz="1875" b="1">
                <a:solidFill>
                  <a:srgbClr val="17212B"/>
                </a:solidFill>
                <a:latin typeface="Malgun Gothic"/>
                <a:ea typeface="Malgun Gothic"/>
                <a:cs typeface="Malgun Gothic"/>
              </a:defRPr>
            </a:lvl9pPr>
          </a:lstStyle>
          <a:p xmlns:a="http://schemas.openxmlformats.org/drawingml/2006/main">
            <a:pPr algn="ctr">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찾고 · 고르고 · 전달</a:t>
            </a:r>
          </a:p>
        </p:txBody>
      </p:sp>
      <p:cxnSp>
        <p:nvCxnSpPr>
          <p:cNvPr id="30" name="">
            <a:extLst xmlns:a="http://schemas.openxmlformats.org/drawingml/2006/main">
              <a:ext uri="{FF2B5EF4-FFF2-40B4-BE49-F238E27FC236}">
                <a16:creationId xmlns:a16="http://schemas.microsoft.com/office/drawing/2014/main" id="{C4E7B6CA-317E-423F-9311-A9E47089335C}"/>
              </a:ext>
            </a:extLst>
          </p:cNvPr>
          <p:cNvCxnSpPr/>
          <p:nvPr/>
        </p:nvCxnSpPr>
        <p:spPr>
          <a:xfrm xmlns:a="http://schemas.openxmlformats.org/drawingml/2006/main">
            <a:off x="6953250" y="3962400"/>
            <a:ext cx="723900" cy="0"/>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31" name="">
            <a:extLst xmlns:a="http://schemas.openxmlformats.org/drawingml/2006/main">
              <a:ext uri="{FF2B5EF4-FFF2-40B4-BE49-F238E27FC236}">
                <a16:creationId xmlns:a16="http://schemas.microsoft.com/office/drawing/2014/main" id="{EA1F9D2F-70DB-484B-9C24-8AD812851576}"/>
              </a:ext>
            </a:extLst>
          </p:cNvPr>
          <p:cNvSpPr>
            <a:spLocks xmlns:a="http://schemas.openxmlformats.org/drawingml/2006/main" noGrp="1"/>
          </p:cNvSpPr>
          <p:nvPr/>
        </p:nvSpPr>
        <p:spPr>
          <a:xfrm xmlns:a="http://schemas.openxmlformats.org/drawingml/2006/main">
            <a:off x="7886700" y="2771775"/>
            <a:ext cx="3695700" cy="23336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32" name="대화창 · 교육용 가정">
            <a:extLst xmlns:a="http://schemas.openxmlformats.org/drawingml/2006/main">
              <a:ext uri="{FF2B5EF4-FFF2-40B4-BE49-F238E27FC236}">
                <a16:creationId xmlns:a16="http://schemas.microsoft.com/office/drawing/2014/main" id="{71FE705D-0958-459D-B601-BB2309297532}"/>
              </a:ext>
            </a:extLst>
          </p:cNvPr>
          <p:cNvSpPr>
            <a:spLocks xmlns:a="http://schemas.openxmlformats.org/drawingml/2006/main" noGrp="1"/>
          </p:cNvSpPr>
          <p:nvPr/>
        </p:nvSpPr>
        <p:spPr>
          <a:xfrm xmlns:a="http://schemas.openxmlformats.org/drawingml/2006/main">
            <a:off x="8096250" y="2933700"/>
            <a:ext cx="3276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대화창 · 교육용 가정</a:t>
            </a:r>
          </a:p>
        </p:txBody>
      </p:sp>
      <p:sp>
        <p:nvSpPr>
          <p:cNvPr id="33" name="">
            <a:extLst xmlns:a="http://schemas.openxmlformats.org/drawingml/2006/main">
              <a:ext uri="{FF2B5EF4-FFF2-40B4-BE49-F238E27FC236}">
                <a16:creationId xmlns:a16="http://schemas.microsoft.com/office/drawing/2014/main" id="{CA460566-2679-4A7B-B710-960E74298EF7}"/>
              </a:ext>
            </a:extLst>
          </p:cNvPr>
          <p:cNvSpPr>
            <a:spLocks xmlns:a="http://schemas.openxmlformats.org/drawingml/2006/main" noGrp="1"/>
          </p:cNvSpPr>
          <p:nvPr/>
        </p:nvSpPr>
        <p:spPr>
          <a:xfrm xmlns:a="http://schemas.openxmlformats.org/drawingml/2006/main">
            <a:off x="8096250" y="3409950"/>
            <a:ext cx="3276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34" name="찾아 둔 자료와 질문을 전달&#10;코드 · 테스트 · 명세&#10;실행 로그 · 권한 정보">
            <a:extLst xmlns:a="http://schemas.openxmlformats.org/drawingml/2006/main">
              <a:ext uri="{FF2B5EF4-FFF2-40B4-BE49-F238E27FC236}">
                <a16:creationId xmlns:a16="http://schemas.microsoft.com/office/drawing/2014/main" id="{6C695F30-4B28-40AD-8E8B-BACCB5005619}"/>
              </a:ext>
            </a:extLst>
          </p:cNvPr>
          <p:cNvSpPr>
            <a:spLocks xmlns:a="http://schemas.openxmlformats.org/drawingml/2006/main" noGrp="1"/>
          </p:cNvSpPr>
          <p:nvPr/>
        </p:nvSpPr>
        <p:spPr>
          <a:xfrm xmlns:a="http://schemas.openxmlformats.org/drawingml/2006/main">
            <a:off x="8096250" y="3619500"/>
            <a:ext cx="32766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찾아 둔 자료와 질문을 전달</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코드 · 테스트 · 명세</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실행 로그 · 권한 정보</a:t>
            </a:r>
          </a:p>
        </p:txBody>
      </p:sp>
      <p:sp>
        <p:nvSpPr>
          <p:cNvPr id="35" name="어떤 자료를 골라 연결할지, 답을 받기 전에 판단해야 한다">
            <a:extLst xmlns:a="http://schemas.openxmlformats.org/drawingml/2006/main">
              <a:ext uri="{FF2B5EF4-FFF2-40B4-BE49-F238E27FC236}">
                <a16:creationId xmlns:a16="http://schemas.microsoft.com/office/drawing/2014/main" id="{A02D6E2A-D500-4F79-AADA-FF3BA8A97AD7}"/>
              </a:ext>
            </a:extLst>
          </p:cNvPr>
          <p:cNvSpPr>
            <a:spLocks xmlns:a="http://schemas.openxmlformats.org/drawingml/2006/main" noGrp="1"/>
          </p:cNvSpPr>
          <p:nvPr/>
        </p:nvSpPr>
        <p:spPr>
          <a:xfrm xmlns:a="http://schemas.openxmlformats.org/drawingml/2006/main">
            <a:off x="609600" y="535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어떤 자료를 골라 연결할지, 답을 받기 전에 판단해야 한다</a:t>
            </a:r>
          </a:p>
        </p:txBody>
      </p:sp>
      <p:sp>
        <p:nvSpPr>
          <p:cNvPr id="36" name="Legacy module connection">
            <a:extLst xmlns:a="http://schemas.openxmlformats.org/drawingml/2006/main">
              <a:ext uri="{FF2B5EF4-FFF2-40B4-BE49-F238E27FC236}">
                <a16:creationId xmlns:a16="http://schemas.microsoft.com/office/drawing/2014/main" id="{02A71C11-CA6A-4A1A-8B5C-EF380597D6E1}"/>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a:t>
            </a:r>
          </a:p>
        </p:txBody>
      </p:sp>
    </p:spTree>
    <p:extLst>
      <p:ext uri="{BB962C8B-B14F-4D97-AF65-F5344CB8AC3E}">
        <p14:creationId xmlns:p14="http://schemas.microsoft.com/office/powerpoint/2010/main" val="1352155344"/>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7" name="ACT 0 · Agent의 허용된 조사">
            <a:extLst xmlns:a="http://schemas.openxmlformats.org/drawingml/2006/main">
              <a:ext uri="{FF2B5EF4-FFF2-40B4-BE49-F238E27FC236}">
                <a16:creationId xmlns:a16="http://schemas.microsoft.com/office/drawing/2014/main" id="{D995D505-507E-499D-8F8B-E4C966BCD3C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Agent의 허용된 조사</a:t>
            </a:r>
          </a:p>
        </p:txBody>
      </p:sp>
      <p:sp>
        <p:nvSpPr>
          <p:cNvPr id="2" name="S11">
            <a:extLst xmlns:a="http://schemas.openxmlformats.org/drawingml/2006/main">
              <a:ext uri="{FF2B5EF4-FFF2-40B4-BE49-F238E27FC236}">
                <a16:creationId xmlns:a16="http://schemas.microsoft.com/office/drawing/2014/main" id="{45944F4C-09A1-4887-8C7C-E92EE5CAC80C}"/>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S12</a:t>
            </a:r>
          </a:p>
        </p:txBody>
      </p:sp>
      <p:sp>
        <p:nvSpPr>
          <p:cNvPr id="3" name="Agent가 자료를 직접 찾아 연결했다">
            <a:extLst xmlns:a="http://schemas.openxmlformats.org/drawingml/2006/main">
              <a:ext uri="{FF2B5EF4-FFF2-40B4-BE49-F238E27FC236}">
                <a16:creationId xmlns:a16="http://schemas.microsoft.com/office/drawing/2014/main" id="{A2681C18-32A6-4B33-BA1E-A9F07861466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Agent가 자료를 직접 찾아 연결했다</a:t>
            </a:r>
          </a:p>
        </p:txBody>
      </p:sp>
      <p:sp>
        <p:nvSpPr>
          <p:cNvPr id="4" name="">
            <a:extLst xmlns:a="http://schemas.openxmlformats.org/drawingml/2006/main">
              <a:ext uri="{FF2B5EF4-FFF2-40B4-BE49-F238E27FC236}">
                <a16:creationId xmlns:a16="http://schemas.microsoft.com/office/drawing/2014/main" id="{C748DFBA-4D8E-406F-99A2-8D37D46F5B5E}"/>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1 단일 CLI 조사와 연결한 교육용 도식 · Codex CLI 0.154.0">
            <a:extLst xmlns:a="http://schemas.openxmlformats.org/drawingml/2006/main">
              <a:ext uri="{FF2B5EF4-FFF2-40B4-BE49-F238E27FC236}">
                <a16:creationId xmlns:a16="http://schemas.microsoft.com/office/drawing/2014/main" id="{4701411B-8E21-46FF-9114-CD8347B45C02}"/>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TRIAL-001 단일 CLI 조사와 연결한 교육용 도식 · Codex CLI 0.154.0</a:t>
            </a:r>
          </a:p>
        </p:txBody>
      </p:sp>
      <p:sp>
        <p:nvSpPr>
          <p:cNvPr id="6" name="권한 제한을 해제하지 않음 · 목표·검토 책임은 개발자에게 남음 · 현재 Desktop 미검증">
            <a:extLst xmlns:a="http://schemas.openxmlformats.org/drawingml/2006/main">
              <a:ext uri="{FF2B5EF4-FFF2-40B4-BE49-F238E27FC236}">
                <a16:creationId xmlns:a16="http://schemas.microsoft.com/office/drawing/2014/main" id="{278C130F-5D35-4839-9C24-72695BB64B6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권한 제한을 해제하지 않음 · 목표·검토 책임은 개발자에게 남음 · 현재 Desktop 미검증</a:t>
            </a:r>
          </a:p>
        </p:txBody>
      </p:sp>
      <p:sp>
        <p:nvSpPr>
          <p:cNvPr id="7" name="같은 조사 자료를, 허용된 파일·도구 범위에서 찾는다">
            <a:extLst xmlns:a="http://schemas.openxmlformats.org/drawingml/2006/main">
              <a:ext uri="{FF2B5EF4-FFF2-40B4-BE49-F238E27FC236}">
                <a16:creationId xmlns:a16="http://schemas.microsoft.com/office/drawing/2014/main" id="{0A6C3E0A-18C0-4C99-A59D-B39E4B2ED7EB}"/>
              </a:ext>
            </a:extLst>
          </p:cNvPr>
          <p:cNvSpPr>
            <a:spLocks xmlns:a="http://schemas.openxmlformats.org/drawingml/2006/main" noGrp="1"/>
          </p:cNvSpPr>
          <p:nvPr/>
        </p:nvSpPr>
        <p:spPr>
          <a:xfrm xmlns:a="http://schemas.openxmlformats.org/drawingml/2006/main">
            <a:off x="609600" y="17621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같은 조사 자료를, 허용된 파일·도구 범위에서 찾는다</a:t>
            </a:r>
          </a:p>
        </p:txBody>
      </p:sp>
      <p:pic>
        <p:nvPicPr>
          <p:cNvPr id="8" name="">
            <a:extLst xmlns:a="http://schemas.openxmlformats.org/drawingml/2006/main">
              <a:ext uri="{FF2B5EF4-FFF2-40B4-BE49-F238E27FC236}">
                <a16:creationId xmlns:a16="http://schemas.microsoft.com/office/drawing/2014/main" id="{F261036D-4302-4492-9BD6-D849D1D8AE41}"/>
              </a:ext>
            </a:extLst>
          </p:cNvPr>
          <p:cNvPicPr>
            <a:picLocks xmlns:a="http://schemas.openxmlformats.org/drawingml/2006/main" noChangeAspect="1"/>
          </p:cNvPicPr>
          <p:nvPr/>
        </p:nvPicPr>
        <p:blipFill>
          <a:blip xmlns:r="http://schemas.openxmlformats.org/officeDocument/2006/relationships" xmlns:a="http://schemas.openxmlformats.org/drawingml/2006/main" r:embed="Rf0b868e3c0394193"/>
          <a:srcRect xmlns:a="http://schemas.openxmlformats.org/drawingml/2006/main" l="51000" t="18000" r="1500" b="15000"/>
          <a:stretch xmlns:a="http://schemas.openxmlformats.org/drawingml/2006/main"/>
        </p:blipFill>
        <p:spPr>
          <a:xfrm xmlns:a="http://schemas.openxmlformats.org/drawingml/2006/main">
            <a:off x="8908294" y="762000"/>
            <a:ext cx="2674106" cy="1885950"/>
          </a:xfrm>
          <a:prstGeom xmlns:a="http://schemas.openxmlformats.org/drawingml/2006/main" prst="rect">
            <a:avLst/>
          </a:prstGeom>
        </p:spPr>
      </p:pic>
      <p:sp>
        <p:nvSpPr>
          <p:cNvPr id="9" name="필요한 정보">
            <a:extLst xmlns:a="http://schemas.openxmlformats.org/drawingml/2006/main">
              <a:ext uri="{FF2B5EF4-FFF2-40B4-BE49-F238E27FC236}">
                <a16:creationId xmlns:a16="http://schemas.microsoft.com/office/drawing/2014/main" id="{2CC622EF-0432-4575-8599-368F178089E8}"/>
              </a:ext>
            </a:extLst>
          </p:cNvPr>
          <p:cNvSpPr>
            <a:spLocks xmlns:a="http://schemas.openxmlformats.org/drawingml/2006/main" noGrp="1"/>
          </p:cNvSpPr>
          <p:nvPr/>
        </p:nvSpPr>
        <p:spPr>
          <a:xfrm xmlns:a="http://schemas.openxmlformats.org/drawingml/2006/main">
            <a:off x="609600" y="2400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필요한 정보</a:t>
            </a:r>
          </a:p>
        </p:txBody>
      </p:sp>
      <p:sp>
        <p:nvSpPr>
          <p:cNvPr id="10" name="">
            <a:extLst xmlns:a="http://schemas.openxmlformats.org/drawingml/2006/main">
              <a:ext uri="{FF2B5EF4-FFF2-40B4-BE49-F238E27FC236}">
                <a16:creationId xmlns:a16="http://schemas.microsoft.com/office/drawing/2014/main" id="{A12C8177-A791-45DA-8907-C77D7029CCF0}"/>
              </a:ext>
            </a:extLst>
          </p:cNvPr>
          <p:cNvSpPr>
            <a:spLocks xmlns:a="http://schemas.openxmlformats.org/drawingml/2006/main" noGrp="1"/>
          </p:cNvSpPr>
          <p:nvPr/>
        </p:nvSpPr>
        <p:spPr>
          <a:xfrm xmlns:a="http://schemas.openxmlformats.org/drawingml/2006/main">
            <a:off x="609600" y="2819400"/>
            <a:ext cx="2476500" cy="3905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1" name="실패 테스트">
            <a:extLst xmlns:a="http://schemas.openxmlformats.org/drawingml/2006/main">
              <a:ext uri="{FF2B5EF4-FFF2-40B4-BE49-F238E27FC236}">
                <a16:creationId xmlns:a16="http://schemas.microsoft.com/office/drawing/2014/main" id="{96F1156F-AF43-4212-99A0-137538FBC6F1}"/>
              </a:ext>
            </a:extLst>
          </p:cNvPr>
          <p:cNvSpPr>
            <a:spLocks xmlns:a="http://schemas.openxmlformats.org/drawingml/2006/main" noGrp="1"/>
          </p:cNvSpPr>
          <p:nvPr/>
        </p:nvSpPr>
        <p:spPr>
          <a:xfrm xmlns:a="http://schemas.openxmlformats.org/drawingml/2006/main">
            <a:off x="762000" y="283845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실패 테스트</a:t>
            </a:r>
          </a:p>
        </p:txBody>
      </p:sp>
      <p:cxnSp>
        <p:nvCxnSpPr>
          <p:cNvPr id="12" name="">
            <a:extLst xmlns:a="http://schemas.openxmlformats.org/drawingml/2006/main">
              <a:ext uri="{FF2B5EF4-FFF2-40B4-BE49-F238E27FC236}">
                <a16:creationId xmlns:a16="http://schemas.microsoft.com/office/drawing/2014/main" id="{89C88CC3-DCF4-416C-9BA8-D718FFF77D4C}"/>
              </a:ext>
            </a:extLst>
          </p:cNvPr>
          <p:cNvCxnSpPr/>
          <p:nvPr/>
        </p:nvCxnSpPr>
        <p:spPr>
          <a:xfrm xmlns:a="http://schemas.openxmlformats.org/drawingml/2006/main">
            <a:off x="3086100" y="3009900"/>
            <a:ext cx="257175" cy="0"/>
          </a:xfrm>
          <a:prstGeom xmlns:a="http://schemas.openxmlformats.org/drawingml/2006/main" prst="straightConnector1">
            <a:avLst/>
          </a:prstGeom>
          <a:ln xmlns:a="http://schemas.openxmlformats.org/drawingml/2006/main" w="23813">
            <a:solidFill>
              <a:srgbClr val="0B6172"/>
            </a:solidFill>
          </a:ln>
        </p:spPr>
      </p:cxnSp>
      <p:sp>
        <p:nvSpPr>
          <p:cNvPr id="13" name="">
            <a:extLst xmlns:a="http://schemas.openxmlformats.org/drawingml/2006/main">
              <a:ext uri="{FF2B5EF4-FFF2-40B4-BE49-F238E27FC236}">
                <a16:creationId xmlns:a16="http://schemas.microsoft.com/office/drawing/2014/main" id="{FEC28D47-B341-4E09-83F6-D7D179F8BAF9}"/>
              </a:ext>
            </a:extLst>
          </p:cNvPr>
          <p:cNvSpPr>
            <a:spLocks xmlns:a="http://schemas.openxmlformats.org/drawingml/2006/main" noGrp="1"/>
          </p:cNvSpPr>
          <p:nvPr/>
        </p:nvSpPr>
        <p:spPr>
          <a:xfrm xmlns:a="http://schemas.openxmlformats.org/drawingml/2006/main">
            <a:off x="609600" y="3295650"/>
            <a:ext cx="2476500" cy="3905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4" name="Crop 명세">
            <a:extLst xmlns:a="http://schemas.openxmlformats.org/drawingml/2006/main">
              <a:ext uri="{FF2B5EF4-FFF2-40B4-BE49-F238E27FC236}">
                <a16:creationId xmlns:a16="http://schemas.microsoft.com/office/drawing/2014/main" id="{F1702371-80C9-4A94-A864-F4BF814093B4}"/>
              </a:ext>
            </a:extLst>
          </p:cNvPr>
          <p:cNvSpPr>
            <a:spLocks xmlns:a="http://schemas.openxmlformats.org/drawingml/2006/main" noGrp="1"/>
          </p:cNvSpPr>
          <p:nvPr/>
        </p:nvSpPr>
        <p:spPr>
          <a:xfrm xmlns:a="http://schemas.openxmlformats.org/drawingml/2006/main">
            <a:off x="762000" y="331470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Crop 명세</a:t>
            </a:r>
          </a:p>
        </p:txBody>
      </p:sp>
      <p:cxnSp>
        <p:nvCxnSpPr>
          <p:cNvPr id="15" name="">
            <a:extLst xmlns:a="http://schemas.openxmlformats.org/drawingml/2006/main">
              <a:ext uri="{FF2B5EF4-FFF2-40B4-BE49-F238E27FC236}">
                <a16:creationId xmlns:a16="http://schemas.microsoft.com/office/drawing/2014/main" id="{34FE63D8-11B0-4BC7-A53E-48C7C7992B5F}"/>
              </a:ext>
            </a:extLst>
          </p:cNvPr>
          <p:cNvCxnSpPr/>
          <p:nvPr/>
        </p:nvCxnSpPr>
        <p:spPr>
          <a:xfrm xmlns:a="http://schemas.openxmlformats.org/drawingml/2006/main">
            <a:off x="3086100" y="3486150"/>
            <a:ext cx="257175" cy="0"/>
          </a:xfrm>
          <a:prstGeom xmlns:a="http://schemas.openxmlformats.org/drawingml/2006/main" prst="straightConnector1">
            <a:avLst/>
          </a:prstGeom>
          <a:ln xmlns:a="http://schemas.openxmlformats.org/drawingml/2006/main" w="23813">
            <a:solidFill>
              <a:srgbClr val="0B6172"/>
            </a:solidFill>
          </a:ln>
        </p:spPr>
      </p:cxnSp>
      <p:sp>
        <p:nvSpPr>
          <p:cNvPr id="16" name="">
            <a:extLst xmlns:a="http://schemas.openxmlformats.org/drawingml/2006/main">
              <a:ext uri="{FF2B5EF4-FFF2-40B4-BE49-F238E27FC236}">
                <a16:creationId xmlns:a16="http://schemas.microsoft.com/office/drawing/2014/main" id="{999E8875-BE3E-423C-A952-945DC7057C59}"/>
              </a:ext>
            </a:extLst>
          </p:cNvPr>
          <p:cNvSpPr>
            <a:spLocks xmlns:a="http://schemas.openxmlformats.org/drawingml/2006/main" noGrp="1"/>
          </p:cNvSpPr>
          <p:nvPr/>
        </p:nvSpPr>
        <p:spPr>
          <a:xfrm xmlns:a="http://schemas.openxmlformats.org/drawingml/2006/main">
            <a:off x="609600" y="3771900"/>
            <a:ext cx="2476500" cy="3905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7" name="구현·호출 관계">
            <a:extLst xmlns:a="http://schemas.openxmlformats.org/drawingml/2006/main">
              <a:ext uri="{FF2B5EF4-FFF2-40B4-BE49-F238E27FC236}">
                <a16:creationId xmlns:a16="http://schemas.microsoft.com/office/drawing/2014/main" id="{5C4C9D2B-E029-4916-BE7F-E43DF56CB184}"/>
              </a:ext>
            </a:extLst>
          </p:cNvPr>
          <p:cNvSpPr>
            <a:spLocks xmlns:a="http://schemas.openxmlformats.org/drawingml/2006/main" noGrp="1"/>
          </p:cNvSpPr>
          <p:nvPr/>
        </p:nvSpPr>
        <p:spPr>
          <a:xfrm xmlns:a="http://schemas.openxmlformats.org/drawingml/2006/main">
            <a:off x="762000" y="379095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구현·호출 관계</a:t>
            </a:r>
          </a:p>
        </p:txBody>
      </p:sp>
      <p:cxnSp>
        <p:nvCxnSpPr>
          <p:cNvPr id="18" name="">
            <a:extLst xmlns:a="http://schemas.openxmlformats.org/drawingml/2006/main">
              <a:ext uri="{FF2B5EF4-FFF2-40B4-BE49-F238E27FC236}">
                <a16:creationId xmlns:a16="http://schemas.microsoft.com/office/drawing/2014/main" id="{3C056358-8930-4520-883F-25DF38FA1A95}"/>
              </a:ext>
            </a:extLst>
          </p:cNvPr>
          <p:cNvCxnSpPr/>
          <p:nvPr/>
        </p:nvCxnSpPr>
        <p:spPr>
          <a:xfrm xmlns:a="http://schemas.openxmlformats.org/drawingml/2006/main">
            <a:off x="3086100" y="3962400"/>
            <a:ext cx="257175" cy="0"/>
          </a:xfrm>
          <a:prstGeom xmlns:a="http://schemas.openxmlformats.org/drawingml/2006/main" prst="straightConnector1">
            <a:avLst/>
          </a:prstGeom>
          <a:ln xmlns:a="http://schemas.openxmlformats.org/drawingml/2006/main" w="23813">
            <a:solidFill>
              <a:srgbClr val="0B6172"/>
            </a:solidFill>
          </a:ln>
        </p:spPr>
      </p:cxnSp>
      <p:sp>
        <p:nvSpPr>
          <p:cNvPr id="19" name="">
            <a:extLst xmlns:a="http://schemas.openxmlformats.org/drawingml/2006/main">
              <a:ext uri="{FF2B5EF4-FFF2-40B4-BE49-F238E27FC236}">
                <a16:creationId xmlns:a16="http://schemas.microsoft.com/office/drawing/2014/main" id="{40449085-F7DE-49AF-ACE5-55B60D787E74}"/>
              </a:ext>
            </a:extLst>
          </p:cNvPr>
          <p:cNvSpPr>
            <a:spLocks xmlns:a="http://schemas.openxmlformats.org/drawingml/2006/main" noGrp="1"/>
          </p:cNvSpPr>
          <p:nvPr/>
        </p:nvSpPr>
        <p:spPr>
          <a:xfrm xmlns:a="http://schemas.openxmlformats.org/drawingml/2006/main">
            <a:off x="609600" y="4248150"/>
            <a:ext cx="2476500" cy="390525"/>
          </a:xfrm>
          <a:prstGeom xmlns:a="http://schemas.openxmlformats.org/drawingml/2006/main" prst="rect">
            <a:avLst/>
          </a:prstGeom>
          <a:solidFill xmlns:a="http://schemas.openxmlformats.org/drawingml/2006/main">
            <a:srgbClr val="FAEAC9"/>
          </a:solidFill>
          <a:ln xmlns:a="http://schemas.openxmlformats.org/drawingml/2006/main" w="0">
            <a:noFill/>
            <a:prstDash val="solid"/>
          </a:ln>
        </p:spPr>
      </p:sp>
      <p:sp>
        <p:nvSpPr>
          <p:cNvPr id="20" name="실행 로그">
            <a:extLst xmlns:a="http://schemas.openxmlformats.org/drawingml/2006/main">
              <a:ext uri="{FF2B5EF4-FFF2-40B4-BE49-F238E27FC236}">
                <a16:creationId xmlns:a16="http://schemas.microsoft.com/office/drawing/2014/main" id="{0A7154EE-5831-4E3A-989A-2ACB787F6A63}"/>
              </a:ext>
            </a:extLst>
          </p:cNvPr>
          <p:cNvSpPr>
            <a:spLocks xmlns:a="http://schemas.openxmlformats.org/drawingml/2006/main" noGrp="1"/>
          </p:cNvSpPr>
          <p:nvPr/>
        </p:nvSpPr>
        <p:spPr>
          <a:xfrm xmlns:a="http://schemas.openxmlformats.org/drawingml/2006/main">
            <a:off x="762000" y="426720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실행 로그</a:t>
            </a:r>
          </a:p>
        </p:txBody>
      </p:sp>
      <p:cxnSp>
        <p:nvCxnSpPr>
          <p:cNvPr id="21" name="">
            <a:extLst xmlns:a="http://schemas.openxmlformats.org/drawingml/2006/main">
              <a:ext uri="{FF2B5EF4-FFF2-40B4-BE49-F238E27FC236}">
                <a16:creationId xmlns:a16="http://schemas.microsoft.com/office/drawing/2014/main" id="{F53C87A8-5BB9-4CB9-96EF-241CF46C9DD7}"/>
              </a:ext>
            </a:extLst>
          </p:cNvPr>
          <p:cNvCxnSpPr/>
          <p:nvPr/>
        </p:nvCxnSpPr>
        <p:spPr>
          <a:xfrm xmlns:a="http://schemas.openxmlformats.org/drawingml/2006/main">
            <a:off x="3086100" y="4438650"/>
            <a:ext cx="257175" cy="0"/>
          </a:xfrm>
          <a:prstGeom xmlns:a="http://schemas.openxmlformats.org/drawingml/2006/main" prst="straightConnector1">
            <a:avLst/>
          </a:prstGeom>
          <a:ln xmlns:a="http://schemas.openxmlformats.org/drawingml/2006/main" w="23813">
            <a:solidFill>
              <a:srgbClr val="0B6172"/>
            </a:solidFill>
          </a:ln>
        </p:spPr>
      </p:cxnSp>
      <p:sp>
        <p:nvSpPr>
          <p:cNvPr id="22" name="">
            <a:extLst xmlns:a="http://schemas.openxmlformats.org/drawingml/2006/main">
              <a:ext uri="{FF2B5EF4-FFF2-40B4-BE49-F238E27FC236}">
                <a16:creationId xmlns:a16="http://schemas.microsoft.com/office/drawing/2014/main" id="{A850B634-2968-48DE-8A6A-A02AD3114054}"/>
              </a:ext>
            </a:extLst>
          </p:cNvPr>
          <p:cNvSpPr>
            <a:spLocks xmlns:a="http://schemas.openxmlformats.org/drawingml/2006/main" noGrp="1"/>
          </p:cNvSpPr>
          <p:nvPr/>
        </p:nvSpPr>
        <p:spPr>
          <a:xfrm xmlns:a="http://schemas.openxmlformats.org/drawingml/2006/main">
            <a:off x="609600" y="4724400"/>
            <a:ext cx="2476500" cy="390525"/>
          </a:xfrm>
          <a:prstGeom xmlns:a="http://schemas.openxmlformats.org/drawingml/2006/main" prst="rect">
            <a:avLst/>
          </a:prstGeom>
          <a:solidFill xmlns:a="http://schemas.openxmlformats.org/drawingml/2006/main">
            <a:srgbClr val="FAEAC9"/>
          </a:solidFill>
          <a:ln xmlns:a="http://schemas.openxmlformats.org/drawingml/2006/main" w="0">
            <a:noFill/>
            <a:prstDash val="solid"/>
          </a:ln>
        </p:spPr>
      </p:sp>
      <p:sp>
        <p:nvSpPr>
          <p:cNvPr id="23" name="읽기·쓰기 권한">
            <a:extLst xmlns:a="http://schemas.openxmlformats.org/drawingml/2006/main">
              <a:ext uri="{FF2B5EF4-FFF2-40B4-BE49-F238E27FC236}">
                <a16:creationId xmlns:a16="http://schemas.microsoft.com/office/drawing/2014/main" id="{90CE2F4C-20E6-4BD8-9546-FF722598A551}"/>
              </a:ext>
            </a:extLst>
          </p:cNvPr>
          <p:cNvSpPr>
            <a:spLocks xmlns:a="http://schemas.openxmlformats.org/drawingml/2006/main" noGrp="1"/>
          </p:cNvSpPr>
          <p:nvPr/>
        </p:nvSpPr>
        <p:spPr>
          <a:xfrm xmlns:a="http://schemas.openxmlformats.org/drawingml/2006/main">
            <a:off x="762000" y="4743450"/>
            <a:ext cx="2171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읽기·쓰기 권한</a:t>
            </a:r>
          </a:p>
        </p:txBody>
      </p:sp>
      <p:cxnSp>
        <p:nvCxnSpPr>
          <p:cNvPr id="24" name="">
            <a:extLst xmlns:a="http://schemas.openxmlformats.org/drawingml/2006/main">
              <a:ext uri="{FF2B5EF4-FFF2-40B4-BE49-F238E27FC236}">
                <a16:creationId xmlns:a16="http://schemas.microsoft.com/office/drawing/2014/main" id="{6A1BAB16-2270-4859-8A31-3694EBDEA96E}"/>
              </a:ext>
            </a:extLst>
          </p:cNvPr>
          <p:cNvCxnSpPr/>
          <p:nvPr/>
        </p:nvCxnSpPr>
        <p:spPr>
          <a:xfrm xmlns:a="http://schemas.openxmlformats.org/drawingml/2006/main">
            <a:off x="3086100" y="4914900"/>
            <a:ext cx="257175" cy="0"/>
          </a:xfrm>
          <a:prstGeom xmlns:a="http://schemas.openxmlformats.org/drawingml/2006/main" prst="straightConnector1">
            <a:avLst/>
          </a:prstGeom>
          <a:ln xmlns:a="http://schemas.openxmlformats.org/drawingml/2006/main" w="23813">
            <a:solidFill>
              <a:srgbClr val="0B6172"/>
            </a:solidFill>
          </a:ln>
        </p:spPr>
      </p:cxnSp>
      <p:cxnSp>
        <p:nvCxnSpPr>
          <p:cNvPr id="25" name="">
            <a:extLst xmlns:a="http://schemas.openxmlformats.org/drawingml/2006/main">
              <a:ext uri="{FF2B5EF4-FFF2-40B4-BE49-F238E27FC236}">
                <a16:creationId xmlns:a16="http://schemas.microsoft.com/office/drawing/2014/main" id="{DB78F591-E397-442E-92A3-C5DFD4B9A16D}"/>
              </a:ext>
            </a:extLst>
          </p:cNvPr>
          <p:cNvCxnSpPr/>
          <p:nvPr/>
        </p:nvCxnSpPr>
        <p:spPr>
          <a:xfrm xmlns:a="http://schemas.openxmlformats.org/drawingml/2006/main">
            <a:off x="3343275" y="3009900"/>
            <a:ext cx="0" cy="1905000"/>
          </a:xfrm>
          <a:prstGeom xmlns:a="http://schemas.openxmlformats.org/drawingml/2006/main" prst="straightConnector1">
            <a:avLst/>
          </a:prstGeom>
          <a:ln xmlns:a="http://schemas.openxmlformats.org/drawingml/2006/main" w="23813">
            <a:solidFill>
              <a:srgbClr val="0B6172"/>
            </a:solidFill>
          </a:ln>
        </p:spPr>
      </p:cxnSp>
      <p:cxnSp>
        <p:nvCxnSpPr>
          <p:cNvPr id="26" name="">
            <a:extLst xmlns:a="http://schemas.openxmlformats.org/drawingml/2006/main">
              <a:ext uri="{FF2B5EF4-FFF2-40B4-BE49-F238E27FC236}">
                <a16:creationId xmlns:a16="http://schemas.microsoft.com/office/drawing/2014/main" id="{BF5B0CEF-D8CB-4689-AB41-2DAB7101F12A}"/>
              </a:ext>
            </a:extLst>
          </p:cNvPr>
          <p:cNvCxnSpPr/>
          <p:nvPr/>
        </p:nvCxnSpPr>
        <p:spPr>
          <a:xfrm xmlns:a="http://schemas.openxmlformats.org/drawingml/2006/main">
            <a:off x="3343275" y="3962400"/>
            <a:ext cx="619125" cy="0"/>
          </a:xfrm>
          <a:prstGeom xmlns:a="http://schemas.openxmlformats.org/drawingml/2006/main" prst="straightConnector1">
            <a:avLst/>
          </a:prstGeom>
          <a:ln xmlns:a="http://schemas.openxmlformats.org/drawingml/2006/main" w="23813">
            <a:solidFill>
              <a:srgbClr val="0B6172"/>
            </a:solidFill>
            <a:headEnd type="triangle" w="sm" len="sm"/>
            <a:tailEnd type="triangle" w="sm" len="sm"/>
          </a:ln>
        </p:spPr>
      </p:cxnSp>
      <p:sp>
        <p:nvSpPr>
          <p:cNvPr id="27" name="">
            <a:extLst xmlns:a="http://schemas.openxmlformats.org/drawingml/2006/main">
              <a:ext uri="{FF2B5EF4-FFF2-40B4-BE49-F238E27FC236}">
                <a16:creationId xmlns:a16="http://schemas.microsoft.com/office/drawing/2014/main" id="{BA6BA8C5-8F5D-4A08-ADFA-B4CB7AE40AED}"/>
              </a:ext>
            </a:extLst>
          </p:cNvPr>
          <p:cNvSpPr>
            <a:spLocks xmlns:a="http://schemas.openxmlformats.org/drawingml/2006/main" noGrp="1"/>
          </p:cNvSpPr>
          <p:nvPr/>
        </p:nvSpPr>
        <p:spPr>
          <a:xfrm xmlns:a="http://schemas.openxmlformats.org/drawingml/2006/main">
            <a:off x="4133850" y="3400425"/>
            <a:ext cx="272415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8" name="Agent">
            <a:extLst xmlns:a="http://schemas.openxmlformats.org/drawingml/2006/main">
              <a:ext uri="{FF2B5EF4-FFF2-40B4-BE49-F238E27FC236}">
                <a16:creationId xmlns:a16="http://schemas.microsoft.com/office/drawing/2014/main" id="{74152FFC-9622-4569-87A5-607D5CB93DF1}"/>
              </a:ext>
            </a:extLst>
          </p:cNvPr>
          <p:cNvSpPr>
            <a:spLocks xmlns:a="http://schemas.openxmlformats.org/drawingml/2006/main" noGrp="1"/>
          </p:cNvSpPr>
          <p:nvPr/>
        </p:nvSpPr>
        <p:spPr>
          <a:xfrm xmlns:a="http://schemas.openxmlformats.org/drawingml/2006/main">
            <a:off x="4286250" y="3495675"/>
            <a:ext cx="2419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0B6172"/>
                </a:solidFill>
                <a:latin typeface="Malgun Gothic"/>
                <a:ea typeface="Malgun Gothic"/>
                <a:cs typeface="Malgun Gothic"/>
              </a:defRPr>
            </a:defPPr>
            <a:lvl1pPr algn="ctr">
              <a:defRPr sz="2550" b="1">
                <a:solidFill>
                  <a:srgbClr val="0B6172"/>
                </a:solidFill>
                <a:latin typeface="Malgun Gothic"/>
                <a:ea typeface="Malgun Gothic"/>
                <a:cs typeface="Malgun Gothic"/>
              </a:defRPr>
            </a:lvl1pPr>
            <a:lvl2pPr algn="ctr">
              <a:defRPr sz="2550" b="1">
                <a:solidFill>
                  <a:srgbClr val="0B6172"/>
                </a:solidFill>
                <a:latin typeface="Malgun Gothic"/>
                <a:ea typeface="Malgun Gothic"/>
                <a:cs typeface="Malgun Gothic"/>
              </a:defRPr>
            </a:lvl2pPr>
            <a:lvl3pPr algn="ctr">
              <a:defRPr sz="2550" b="1">
                <a:solidFill>
                  <a:srgbClr val="0B6172"/>
                </a:solidFill>
                <a:latin typeface="Malgun Gothic"/>
                <a:ea typeface="Malgun Gothic"/>
                <a:cs typeface="Malgun Gothic"/>
              </a:defRPr>
            </a:lvl3pPr>
            <a:lvl4pPr algn="ctr">
              <a:defRPr sz="2550" b="1">
                <a:solidFill>
                  <a:srgbClr val="0B6172"/>
                </a:solidFill>
                <a:latin typeface="Malgun Gothic"/>
                <a:ea typeface="Malgun Gothic"/>
                <a:cs typeface="Malgun Gothic"/>
              </a:defRPr>
            </a:lvl4pPr>
            <a:lvl5pPr algn="ctr">
              <a:defRPr sz="2550" b="1">
                <a:solidFill>
                  <a:srgbClr val="0B6172"/>
                </a:solidFill>
                <a:latin typeface="Malgun Gothic"/>
                <a:ea typeface="Malgun Gothic"/>
                <a:cs typeface="Malgun Gothic"/>
              </a:defRPr>
            </a:lvl5pPr>
            <a:lvl6pPr algn="ctr">
              <a:defRPr sz="2550" b="1">
                <a:solidFill>
                  <a:srgbClr val="0B6172"/>
                </a:solidFill>
                <a:latin typeface="Malgun Gothic"/>
                <a:ea typeface="Malgun Gothic"/>
                <a:cs typeface="Malgun Gothic"/>
              </a:defRPr>
            </a:lvl6pPr>
            <a:lvl7pPr algn="ctr">
              <a:defRPr sz="2550" b="1">
                <a:solidFill>
                  <a:srgbClr val="0B6172"/>
                </a:solidFill>
                <a:latin typeface="Malgun Gothic"/>
                <a:ea typeface="Malgun Gothic"/>
                <a:cs typeface="Malgun Gothic"/>
              </a:defRPr>
            </a:lvl7pPr>
            <a:lvl8pPr algn="ctr">
              <a:defRPr sz="2550" b="1">
                <a:solidFill>
                  <a:srgbClr val="0B6172"/>
                </a:solidFill>
                <a:latin typeface="Malgun Gothic"/>
                <a:ea typeface="Malgun Gothic"/>
                <a:cs typeface="Malgun Gothic"/>
              </a:defRPr>
            </a:lvl8pPr>
            <a:lvl9pPr algn="ctr">
              <a:defRPr sz="2550" b="1">
                <a:solidFill>
                  <a:srgbClr val="0B6172"/>
                </a:solidFill>
                <a:latin typeface="Malgun Gothic"/>
                <a:ea typeface="Malgun Gothic"/>
                <a:cs typeface="Malgun Gothic"/>
              </a:defRPr>
            </a:lvl9pPr>
          </a:lstStyle>
          <a:p xmlns:a="http://schemas.openxmlformats.org/drawingml/2006/main">
            <a:pPr algn="ctr">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Agent</a:t>
            </a:r>
          </a:p>
        </p:txBody>
      </p:sp>
      <p:sp>
        <p:nvSpPr>
          <p:cNvPr id="29" name="허용 범위에서 조사">
            <a:extLst xmlns:a="http://schemas.openxmlformats.org/drawingml/2006/main">
              <a:ext uri="{FF2B5EF4-FFF2-40B4-BE49-F238E27FC236}">
                <a16:creationId xmlns:a16="http://schemas.microsoft.com/office/drawing/2014/main" id="{8B05C7C9-FA8D-410C-9AAF-D454C687F7A9}"/>
              </a:ext>
            </a:extLst>
          </p:cNvPr>
          <p:cNvSpPr>
            <a:spLocks xmlns:a="http://schemas.openxmlformats.org/drawingml/2006/main" noGrp="1"/>
          </p:cNvSpPr>
          <p:nvPr/>
        </p:nvSpPr>
        <p:spPr>
          <a:xfrm xmlns:a="http://schemas.openxmlformats.org/drawingml/2006/main">
            <a:off x="4286250" y="4019550"/>
            <a:ext cx="2419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7212B"/>
                </a:solidFill>
                <a:latin typeface="Malgun Gothic"/>
                <a:ea typeface="Malgun Gothic"/>
                <a:cs typeface="Malgun Gothic"/>
              </a:defRPr>
            </a:defPPr>
            <a:lvl1pPr algn="ctr">
              <a:defRPr sz="1875" b="1">
                <a:solidFill>
                  <a:srgbClr val="17212B"/>
                </a:solidFill>
                <a:latin typeface="Malgun Gothic"/>
                <a:ea typeface="Malgun Gothic"/>
                <a:cs typeface="Malgun Gothic"/>
              </a:defRPr>
            </a:lvl1pPr>
            <a:lvl2pPr algn="ctr">
              <a:defRPr sz="1875" b="1">
                <a:solidFill>
                  <a:srgbClr val="17212B"/>
                </a:solidFill>
                <a:latin typeface="Malgun Gothic"/>
                <a:ea typeface="Malgun Gothic"/>
                <a:cs typeface="Malgun Gothic"/>
              </a:defRPr>
            </a:lvl2pPr>
            <a:lvl3pPr algn="ctr">
              <a:defRPr sz="1875" b="1">
                <a:solidFill>
                  <a:srgbClr val="17212B"/>
                </a:solidFill>
                <a:latin typeface="Malgun Gothic"/>
                <a:ea typeface="Malgun Gothic"/>
                <a:cs typeface="Malgun Gothic"/>
              </a:defRPr>
            </a:lvl3pPr>
            <a:lvl4pPr algn="ctr">
              <a:defRPr sz="1875" b="1">
                <a:solidFill>
                  <a:srgbClr val="17212B"/>
                </a:solidFill>
                <a:latin typeface="Malgun Gothic"/>
                <a:ea typeface="Malgun Gothic"/>
                <a:cs typeface="Malgun Gothic"/>
              </a:defRPr>
            </a:lvl4pPr>
            <a:lvl5pPr algn="ctr">
              <a:defRPr sz="1875" b="1">
                <a:solidFill>
                  <a:srgbClr val="17212B"/>
                </a:solidFill>
                <a:latin typeface="Malgun Gothic"/>
                <a:ea typeface="Malgun Gothic"/>
                <a:cs typeface="Malgun Gothic"/>
              </a:defRPr>
            </a:lvl5pPr>
            <a:lvl6pPr algn="ctr">
              <a:defRPr sz="1875" b="1">
                <a:solidFill>
                  <a:srgbClr val="17212B"/>
                </a:solidFill>
                <a:latin typeface="Malgun Gothic"/>
                <a:ea typeface="Malgun Gothic"/>
                <a:cs typeface="Malgun Gothic"/>
              </a:defRPr>
            </a:lvl6pPr>
            <a:lvl7pPr algn="ctr">
              <a:defRPr sz="1875" b="1">
                <a:solidFill>
                  <a:srgbClr val="17212B"/>
                </a:solidFill>
                <a:latin typeface="Malgun Gothic"/>
                <a:ea typeface="Malgun Gothic"/>
                <a:cs typeface="Malgun Gothic"/>
              </a:defRPr>
            </a:lvl7pPr>
            <a:lvl8pPr algn="ctr">
              <a:defRPr sz="1875" b="1">
                <a:solidFill>
                  <a:srgbClr val="17212B"/>
                </a:solidFill>
                <a:latin typeface="Malgun Gothic"/>
                <a:ea typeface="Malgun Gothic"/>
                <a:cs typeface="Malgun Gothic"/>
              </a:defRPr>
            </a:lvl8pPr>
            <a:lvl9pPr algn="ctr">
              <a:defRPr sz="1875" b="1">
                <a:solidFill>
                  <a:srgbClr val="17212B"/>
                </a:solidFill>
                <a:latin typeface="Malgun Gothic"/>
                <a:ea typeface="Malgun Gothic"/>
                <a:cs typeface="Malgun Gothic"/>
              </a:defRPr>
            </a:lvl9pPr>
          </a:lstStyle>
          <a:p xmlns:a="http://schemas.openxmlformats.org/drawingml/2006/main">
            <a:pPr algn="ctr">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허용 범위에서 조사</a:t>
            </a:r>
          </a:p>
        </p:txBody>
      </p:sp>
      <p:cxnSp>
        <p:nvCxnSpPr>
          <p:cNvPr id="30" name="">
            <a:extLst xmlns:a="http://schemas.openxmlformats.org/drawingml/2006/main">
              <a:ext uri="{FF2B5EF4-FFF2-40B4-BE49-F238E27FC236}">
                <a16:creationId xmlns:a16="http://schemas.microsoft.com/office/drawing/2014/main" id="{B90F4880-102E-461C-96D5-F707DEECEF94}"/>
              </a:ext>
            </a:extLst>
          </p:cNvPr>
          <p:cNvCxnSpPr/>
          <p:nvPr/>
        </p:nvCxnSpPr>
        <p:spPr>
          <a:xfrm xmlns:a="http://schemas.openxmlformats.org/drawingml/2006/main">
            <a:off x="6953250" y="3962400"/>
            <a:ext cx="723900" cy="0"/>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31" name="">
            <a:extLst xmlns:a="http://schemas.openxmlformats.org/drawingml/2006/main">
              <a:ext uri="{FF2B5EF4-FFF2-40B4-BE49-F238E27FC236}">
                <a16:creationId xmlns:a16="http://schemas.microsoft.com/office/drawing/2014/main" id="{26DD7E00-6DAA-4CD0-8A4B-353F48D6AC17}"/>
              </a:ext>
            </a:extLst>
          </p:cNvPr>
          <p:cNvSpPr>
            <a:spLocks xmlns:a="http://schemas.openxmlformats.org/drawingml/2006/main" noGrp="1"/>
          </p:cNvSpPr>
          <p:nvPr/>
        </p:nvSpPr>
        <p:spPr>
          <a:xfrm xmlns:a="http://schemas.openxmlformats.org/drawingml/2006/main">
            <a:off x="7886700" y="2771775"/>
            <a:ext cx="3695700" cy="23336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32" name="관찰된 조사 내용">
            <a:extLst xmlns:a="http://schemas.openxmlformats.org/drawingml/2006/main">
              <a:ext uri="{FF2B5EF4-FFF2-40B4-BE49-F238E27FC236}">
                <a16:creationId xmlns:a16="http://schemas.microsoft.com/office/drawing/2014/main" id="{04B8F807-A0B1-4BDF-B67D-26E302807A5C}"/>
              </a:ext>
            </a:extLst>
          </p:cNvPr>
          <p:cNvSpPr>
            <a:spLocks xmlns:a="http://schemas.openxmlformats.org/drawingml/2006/main" noGrp="1"/>
          </p:cNvSpPr>
          <p:nvPr/>
        </p:nvSpPr>
        <p:spPr>
          <a:xfrm xmlns:a="http://schemas.openxmlformats.org/drawingml/2006/main">
            <a:off x="8096250" y="2933700"/>
            <a:ext cx="3276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관찰된 조사 내용</a:t>
            </a:r>
          </a:p>
        </p:txBody>
      </p:sp>
      <p:sp>
        <p:nvSpPr>
          <p:cNvPr id="33" name="">
            <a:extLst xmlns:a="http://schemas.openxmlformats.org/drawingml/2006/main">
              <a:ext uri="{FF2B5EF4-FFF2-40B4-BE49-F238E27FC236}">
                <a16:creationId xmlns:a16="http://schemas.microsoft.com/office/drawing/2014/main" id="{7725403F-A4EE-4C29-B326-C7924871F556}"/>
              </a:ext>
            </a:extLst>
          </p:cNvPr>
          <p:cNvSpPr>
            <a:spLocks xmlns:a="http://schemas.openxmlformats.org/drawingml/2006/main" noGrp="1"/>
          </p:cNvSpPr>
          <p:nvPr/>
        </p:nvSpPr>
        <p:spPr>
          <a:xfrm xmlns:a="http://schemas.openxmlformats.org/drawingml/2006/main">
            <a:off x="8096250" y="3409950"/>
            <a:ext cx="3276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34" name="실패 테스트 · 관련 코드&#10;Crop 명세와 구현 차이&#10;실행 중 권한 제한">
            <a:extLst xmlns:a="http://schemas.openxmlformats.org/drawingml/2006/main">
              <a:ext uri="{FF2B5EF4-FFF2-40B4-BE49-F238E27FC236}">
                <a16:creationId xmlns:a16="http://schemas.microsoft.com/office/drawing/2014/main" id="{33C16409-A00B-41A2-9A76-8EBBACC3E155}"/>
              </a:ext>
            </a:extLst>
          </p:cNvPr>
          <p:cNvSpPr>
            <a:spLocks xmlns:a="http://schemas.openxmlformats.org/drawingml/2006/main" noGrp="1"/>
          </p:cNvSpPr>
          <p:nvPr/>
        </p:nvSpPr>
        <p:spPr>
          <a:xfrm xmlns:a="http://schemas.openxmlformats.org/drawingml/2006/main">
            <a:off x="8096250" y="3619500"/>
            <a:ext cx="32766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실패 테스트 · 관련 코드</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Crop 명세와 구현 차이</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실행 중 권한 제한</a:t>
            </a:r>
          </a:p>
        </p:txBody>
      </p:sp>
      <p:sp>
        <p:nvSpPr>
          <p:cNvPr id="35" name="접근 전: 승인된 도구·계정·자료·권한 범위를 확인한다">
            <a:extLst xmlns:a="http://schemas.openxmlformats.org/drawingml/2006/main">
              <a:ext uri="{FF2B5EF4-FFF2-40B4-BE49-F238E27FC236}">
                <a16:creationId xmlns:a16="http://schemas.microsoft.com/office/drawing/2014/main" id="{917B0CD1-7AEC-434B-A239-533A4BBD0365}"/>
              </a:ext>
            </a:extLst>
          </p:cNvPr>
          <p:cNvSpPr>
            <a:spLocks xmlns:a="http://schemas.openxmlformats.org/drawingml/2006/main" noGrp="1"/>
          </p:cNvSpPr>
          <p:nvPr/>
        </p:nvSpPr>
        <p:spPr>
          <a:xfrm xmlns:a="http://schemas.openxmlformats.org/drawingml/2006/main">
            <a:off x="609600" y="535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접근 전: 승인된 도구·계정·자료·권한 범위를 확인한다</a:t>
            </a:r>
          </a:p>
        </p:txBody>
      </p:sp>
      <p:sp>
        <p:nvSpPr>
          <p:cNvPr id="36" name="Legacy module connection">
            <a:extLst xmlns:a="http://schemas.openxmlformats.org/drawingml/2006/main">
              <a:ext uri="{FF2B5EF4-FFF2-40B4-BE49-F238E27FC236}">
                <a16:creationId xmlns:a16="http://schemas.microsoft.com/office/drawing/2014/main" id="{D7ABCD94-C9A1-42BE-8807-0DEED8297667}"/>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a:t>
            </a:r>
          </a:p>
        </p:txBody>
      </p:sp>
    </p:spTree>
    <p:extLst>
      <p:ext uri="{BB962C8B-B14F-4D97-AF65-F5344CB8AC3E}">
        <p14:creationId xmlns:p14="http://schemas.microsoft.com/office/powerpoint/2010/main" val="1252910425"/>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1" name="ACT 0 · ChatGPT 데스크톱 앱의 진입 경로">
            <a:extLst xmlns:a="http://schemas.openxmlformats.org/drawingml/2006/main">
              <a:ext uri="{FF2B5EF4-FFF2-40B4-BE49-F238E27FC236}">
                <a16:creationId xmlns:a16="http://schemas.microsoft.com/office/drawing/2014/main" id="{8C00D589-4312-422E-9657-42BD49D7038E}"/>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ChatGPT 데스크톱 앱의 진입 경로</a:t>
            </a:r>
          </a:p>
        </p:txBody>
      </p:sp>
      <p:sp>
        <p:nvSpPr>
          <p:cNvPr id="2" name="S12">
            <a:extLst xmlns:a="http://schemas.openxmlformats.org/drawingml/2006/main">
              <a:ext uri="{FF2B5EF4-FFF2-40B4-BE49-F238E27FC236}">
                <a16:creationId xmlns:a16="http://schemas.microsoft.com/office/drawing/2014/main" id="{05894942-9E9B-4127-A1B0-B6FFE88A817A}"/>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S13</a:t>
            </a:r>
          </a:p>
        </p:txBody>
      </p:sp>
      <p:sp>
        <p:nvSpPr>
          <p:cNvPr id="3" name="Repository 작업은 Codex에서 시작한다">
            <a:extLst xmlns:a="http://schemas.openxmlformats.org/drawingml/2006/main">
              <a:ext uri="{FF2B5EF4-FFF2-40B4-BE49-F238E27FC236}">
                <a16:creationId xmlns:a16="http://schemas.microsoft.com/office/drawing/2014/main" id="{D2C737DD-8164-4DB9-9DAC-EA9A18AE149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Repository 작업은 Codex에서 시작한다</a:t>
            </a:r>
          </a:p>
        </p:txBody>
      </p:sp>
      <p:sp>
        <p:nvSpPr>
          <p:cNvPr id="4" name="">
            <a:extLst xmlns:a="http://schemas.openxmlformats.org/drawingml/2006/main">
              <a:ext uri="{FF2B5EF4-FFF2-40B4-BE49-F238E27FC236}">
                <a16:creationId xmlns:a16="http://schemas.microsoft.com/office/drawing/2014/main" id="{C2CE2E95-7021-4D56-81FF-903E99E91860}"/>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OpenAI Quickstart · 공식 문서 2026-10-21 확인 · 앱 전환 메뉴 재구성">
            <a:extLst xmlns:a="http://schemas.openxmlformats.org/drawingml/2006/main">
              <a:ext uri="{FF2B5EF4-FFF2-40B4-BE49-F238E27FC236}">
                <a16:creationId xmlns:a16="http://schemas.microsoft.com/office/drawing/2014/main" id="{B066B055-A71A-4A86-A582-EB1DAE16E62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OpenAI Quickstart · 공식 문서 2026-10-21 확인 · 앱 전환 메뉴 재구성</a:t>
            </a:r>
          </a:p>
        </p:txBody>
      </p:sp>
      <p:sp>
        <p:nvSpPr>
          <p:cNvPr id="6" name="교육용 도식입니다. 앱 버전·계정별 표시와 접근 권한은 발표 환경에서 확인합니다.">
            <a:extLst xmlns:a="http://schemas.openxmlformats.org/drawingml/2006/main">
              <a:ext uri="{FF2B5EF4-FFF2-40B4-BE49-F238E27FC236}">
                <a16:creationId xmlns:a16="http://schemas.microsoft.com/office/drawing/2014/main" id="{7448B108-4B91-4116-8ABB-F0DFFAFD667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교육용 도식입니다. 앱 버전·계정별 표시와 접근 권한은 발표 환경에서 확인합니다.</a:t>
            </a:r>
          </a:p>
        </p:txBody>
      </p:sp>
      <p:sp>
        <p:nvSpPr>
          <p:cNvPr id="7" name="앱 좌측 상단에서 ChatGPT → Codex 선택">
            <a:extLst xmlns:a="http://schemas.openxmlformats.org/drawingml/2006/main">
              <a:ext uri="{FF2B5EF4-FFF2-40B4-BE49-F238E27FC236}">
                <a16:creationId xmlns:a16="http://schemas.microsoft.com/office/drawing/2014/main" id="{FBD04B01-9011-467F-94F0-96FE12F24633}"/>
              </a:ext>
            </a:extLst>
          </p:cNvPr>
          <p:cNvSpPr>
            <a:spLocks xmlns:a="http://schemas.openxmlformats.org/drawingml/2006/main" noGrp="1"/>
          </p:cNvSpPr>
          <p:nvPr/>
        </p:nvSpPr>
        <p:spPr>
          <a:xfrm xmlns:a="http://schemas.openxmlformats.org/drawingml/2006/main">
            <a:off x="609600" y="1647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앱 좌측 상단에서 ChatGPT → Codex 선택</a:t>
            </a:r>
          </a:p>
        </p:txBody>
      </p:sp>
      <p:sp>
        <p:nvSpPr>
          <p:cNvPr id="8" name="">
            <a:extLst xmlns:a="http://schemas.openxmlformats.org/drawingml/2006/main">
              <a:ext uri="{FF2B5EF4-FFF2-40B4-BE49-F238E27FC236}">
                <a16:creationId xmlns:a16="http://schemas.microsoft.com/office/drawing/2014/main" id="{378FB07D-7AAD-4E36-8CD8-99D3307DA4F0}"/>
              </a:ext>
            </a:extLst>
          </p:cNvPr>
          <p:cNvSpPr>
            <a:spLocks xmlns:a="http://schemas.openxmlformats.org/drawingml/2006/main" noGrp="1"/>
          </p:cNvSpPr>
          <p:nvPr/>
        </p:nvSpPr>
        <p:spPr>
          <a:xfrm xmlns:a="http://schemas.openxmlformats.org/drawingml/2006/main">
            <a:off x="609600" y="2343150"/>
            <a:ext cx="4343400" cy="581025"/>
          </a:xfrm>
          <a:prstGeom xmlns:a="http://schemas.openxmlformats.org/drawingml/2006/main" prst="rect">
            <a:avLst/>
          </a:prstGeom>
          <a:solidFill xmlns:a="http://schemas.openxmlformats.org/drawingml/2006/main">
            <a:srgbClr val="FFFFFF"/>
          </a:solidFill>
          <a:ln xmlns:a="http://schemas.openxmlformats.org/drawingml/2006/main" w="19050">
            <a:solidFill>
              <a:srgbClr val="C7D0DA"/>
            </a:solidFill>
            <a:prstDash val="solid"/>
          </a:ln>
        </p:spPr>
      </p:sp>
      <p:sp>
        <p:nvSpPr>
          <p:cNvPr id="9" name="ChatGPT">
            <a:extLst xmlns:a="http://schemas.openxmlformats.org/drawingml/2006/main">
              <a:ext uri="{FF2B5EF4-FFF2-40B4-BE49-F238E27FC236}">
                <a16:creationId xmlns:a16="http://schemas.microsoft.com/office/drawing/2014/main" id="{E67A162F-4947-48E1-87F5-216AF0C261C5}"/>
              </a:ext>
            </a:extLst>
          </p:cNvPr>
          <p:cNvSpPr>
            <a:spLocks xmlns:a="http://schemas.openxmlformats.org/drawingml/2006/main" noGrp="1"/>
          </p:cNvSpPr>
          <p:nvPr/>
        </p:nvSpPr>
        <p:spPr>
          <a:xfrm xmlns:a="http://schemas.openxmlformats.org/drawingml/2006/main">
            <a:off x="838200" y="2457450"/>
            <a:ext cx="323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ChatGPT</a:t>
            </a:r>
          </a:p>
        </p:txBody>
      </p:sp>
      <p:sp>
        <p:nvSpPr>
          <p:cNvPr id="10" name="▾">
            <a:extLst xmlns:a="http://schemas.openxmlformats.org/drawingml/2006/main">
              <a:ext uri="{FF2B5EF4-FFF2-40B4-BE49-F238E27FC236}">
                <a16:creationId xmlns:a16="http://schemas.microsoft.com/office/drawing/2014/main" id="{CBD5F9F4-C78E-4A39-8FC3-8A10BA95CC64}"/>
              </a:ext>
            </a:extLst>
          </p:cNvPr>
          <p:cNvSpPr>
            <a:spLocks xmlns:a="http://schemas.openxmlformats.org/drawingml/2006/main" noGrp="1"/>
          </p:cNvSpPr>
          <p:nvPr/>
        </p:nvSpPr>
        <p:spPr>
          <a:xfrm xmlns:a="http://schemas.openxmlformats.org/drawingml/2006/main">
            <a:off x="4267200" y="245745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4D5A68"/>
                </a:solidFill>
                <a:latin typeface="Malgun Gothic"/>
                <a:ea typeface="Malgun Gothic"/>
                <a:cs typeface="Malgun Gothic"/>
              </a:defRPr>
            </a:defPPr>
            <a:lvl1pPr algn="ctr">
              <a:defRPr sz="2175" b="0">
                <a:solidFill>
                  <a:srgbClr val="4D5A68"/>
                </a:solidFill>
                <a:latin typeface="Malgun Gothic"/>
                <a:ea typeface="Malgun Gothic"/>
                <a:cs typeface="Malgun Gothic"/>
              </a:defRPr>
            </a:lvl1pPr>
            <a:lvl2pPr algn="ctr">
              <a:defRPr sz="2175" b="0">
                <a:solidFill>
                  <a:srgbClr val="4D5A68"/>
                </a:solidFill>
                <a:latin typeface="Malgun Gothic"/>
                <a:ea typeface="Malgun Gothic"/>
                <a:cs typeface="Malgun Gothic"/>
              </a:defRPr>
            </a:lvl2pPr>
            <a:lvl3pPr algn="ctr">
              <a:defRPr sz="2175" b="0">
                <a:solidFill>
                  <a:srgbClr val="4D5A68"/>
                </a:solidFill>
                <a:latin typeface="Malgun Gothic"/>
                <a:ea typeface="Malgun Gothic"/>
                <a:cs typeface="Malgun Gothic"/>
              </a:defRPr>
            </a:lvl3pPr>
            <a:lvl4pPr algn="ctr">
              <a:defRPr sz="2175" b="0">
                <a:solidFill>
                  <a:srgbClr val="4D5A68"/>
                </a:solidFill>
                <a:latin typeface="Malgun Gothic"/>
                <a:ea typeface="Malgun Gothic"/>
                <a:cs typeface="Malgun Gothic"/>
              </a:defRPr>
            </a:lvl4pPr>
            <a:lvl5pPr algn="ctr">
              <a:defRPr sz="2175" b="0">
                <a:solidFill>
                  <a:srgbClr val="4D5A68"/>
                </a:solidFill>
                <a:latin typeface="Malgun Gothic"/>
                <a:ea typeface="Malgun Gothic"/>
                <a:cs typeface="Malgun Gothic"/>
              </a:defRPr>
            </a:lvl5pPr>
            <a:lvl6pPr algn="ctr">
              <a:defRPr sz="2175" b="0">
                <a:solidFill>
                  <a:srgbClr val="4D5A68"/>
                </a:solidFill>
                <a:latin typeface="Malgun Gothic"/>
                <a:ea typeface="Malgun Gothic"/>
                <a:cs typeface="Malgun Gothic"/>
              </a:defRPr>
            </a:lvl6pPr>
            <a:lvl7pPr algn="ctr">
              <a:defRPr sz="2175" b="0">
                <a:solidFill>
                  <a:srgbClr val="4D5A68"/>
                </a:solidFill>
                <a:latin typeface="Malgun Gothic"/>
                <a:ea typeface="Malgun Gothic"/>
                <a:cs typeface="Malgun Gothic"/>
              </a:defRPr>
            </a:lvl7pPr>
            <a:lvl8pPr algn="ctr">
              <a:defRPr sz="2175" b="0">
                <a:solidFill>
                  <a:srgbClr val="4D5A68"/>
                </a:solidFill>
                <a:latin typeface="Malgun Gothic"/>
                <a:ea typeface="Malgun Gothic"/>
                <a:cs typeface="Malgun Gothic"/>
              </a:defRPr>
            </a:lvl8pPr>
            <a:lvl9pPr algn="ctr">
              <a:defRPr sz="2175" b="0">
                <a:solidFill>
                  <a:srgbClr val="4D5A68"/>
                </a:solidFill>
                <a:latin typeface="Malgun Gothic"/>
                <a:ea typeface="Malgun Gothic"/>
                <a:cs typeface="Malgun Gothic"/>
              </a:defRPr>
            </a:lvl9pPr>
          </a:lstStyle>
          <a:p xmlns:a="http://schemas.openxmlformats.org/drawingml/2006/main">
            <a:pPr algn="ctr">
              <a:defRPr sz="2175" b="0">
                <a:solidFill>
                  <a:srgbClr val="4D5A68"/>
                </a:solidFill>
                <a:latin typeface="Malgun Gothic"/>
                <a:ea typeface="Malgun Gothic"/>
                <a:cs typeface="Malgun Gothic"/>
              </a:defRPr>
            </a:pPr>
            <a:r>
              <a:rPr sz="2175" b="0">
                <a:solidFill>
                  <a:srgbClr val="4D5A68"/>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365677D8-EA88-4496-826C-1DA420E86106}"/>
              </a:ext>
            </a:extLst>
          </p:cNvPr>
          <p:cNvSpPr>
            <a:spLocks xmlns:a="http://schemas.openxmlformats.org/drawingml/2006/main" noGrp="1"/>
          </p:cNvSpPr>
          <p:nvPr/>
        </p:nvSpPr>
        <p:spPr>
          <a:xfrm xmlns:a="http://schemas.openxmlformats.org/drawingml/2006/main">
            <a:off x="609600" y="3000375"/>
            <a:ext cx="4343400"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C7D0DA"/>
            </a:solidFill>
            <a:prstDash val="solid"/>
          </a:ln>
        </p:spPr>
      </p:sp>
      <p:sp>
        <p:nvSpPr>
          <p:cNvPr id="12" name="ChatGPT">
            <a:extLst xmlns:a="http://schemas.openxmlformats.org/drawingml/2006/main">
              <a:ext uri="{FF2B5EF4-FFF2-40B4-BE49-F238E27FC236}">
                <a16:creationId xmlns:a16="http://schemas.microsoft.com/office/drawing/2014/main" id="{1AEBF0E9-F201-4E1F-BA7F-7C935CA45483}"/>
              </a:ext>
            </a:extLst>
          </p:cNvPr>
          <p:cNvSpPr>
            <a:spLocks xmlns:a="http://schemas.openxmlformats.org/drawingml/2006/main" noGrp="1"/>
          </p:cNvSpPr>
          <p:nvPr/>
        </p:nvSpPr>
        <p:spPr>
          <a:xfrm xmlns:a="http://schemas.openxmlformats.org/drawingml/2006/main">
            <a:off x="838200" y="3124200"/>
            <a:ext cx="365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4D5A68"/>
                </a:solidFill>
                <a:latin typeface="Malgun Gothic"/>
                <a:ea typeface="Malgun Gothic"/>
                <a:cs typeface="Malgun Gothic"/>
              </a:defRPr>
            </a:defPPr>
            <a:lvl1pPr algn="l">
              <a:defRPr sz="2175" b="0">
                <a:solidFill>
                  <a:srgbClr val="4D5A68"/>
                </a:solidFill>
                <a:latin typeface="Malgun Gothic"/>
                <a:ea typeface="Malgun Gothic"/>
                <a:cs typeface="Malgun Gothic"/>
              </a:defRPr>
            </a:lvl1pPr>
            <a:lvl2pPr algn="l">
              <a:defRPr sz="2175" b="0">
                <a:solidFill>
                  <a:srgbClr val="4D5A68"/>
                </a:solidFill>
                <a:latin typeface="Malgun Gothic"/>
                <a:ea typeface="Malgun Gothic"/>
                <a:cs typeface="Malgun Gothic"/>
              </a:defRPr>
            </a:lvl2pPr>
            <a:lvl3pPr algn="l">
              <a:defRPr sz="2175" b="0">
                <a:solidFill>
                  <a:srgbClr val="4D5A68"/>
                </a:solidFill>
                <a:latin typeface="Malgun Gothic"/>
                <a:ea typeface="Malgun Gothic"/>
                <a:cs typeface="Malgun Gothic"/>
              </a:defRPr>
            </a:lvl3pPr>
            <a:lvl4pPr algn="l">
              <a:defRPr sz="2175" b="0">
                <a:solidFill>
                  <a:srgbClr val="4D5A68"/>
                </a:solidFill>
                <a:latin typeface="Malgun Gothic"/>
                <a:ea typeface="Malgun Gothic"/>
                <a:cs typeface="Malgun Gothic"/>
              </a:defRPr>
            </a:lvl4pPr>
            <a:lvl5pPr algn="l">
              <a:defRPr sz="2175" b="0">
                <a:solidFill>
                  <a:srgbClr val="4D5A68"/>
                </a:solidFill>
                <a:latin typeface="Malgun Gothic"/>
                <a:ea typeface="Malgun Gothic"/>
                <a:cs typeface="Malgun Gothic"/>
              </a:defRPr>
            </a:lvl5pPr>
            <a:lvl6pPr algn="l">
              <a:defRPr sz="2175" b="0">
                <a:solidFill>
                  <a:srgbClr val="4D5A68"/>
                </a:solidFill>
                <a:latin typeface="Malgun Gothic"/>
                <a:ea typeface="Malgun Gothic"/>
                <a:cs typeface="Malgun Gothic"/>
              </a:defRPr>
            </a:lvl6pPr>
            <a:lvl7pPr algn="l">
              <a:defRPr sz="2175" b="0">
                <a:solidFill>
                  <a:srgbClr val="4D5A68"/>
                </a:solidFill>
                <a:latin typeface="Malgun Gothic"/>
                <a:ea typeface="Malgun Gothic"/>
                <a:cs typeface="Malgun Gothic"/>
              </a:defRPr>
            </a:lvl7pPr>
            <a:lvl8pPr algn="l">
              <a:defRPr sz="2175" b="0">
                <a:solidFill>
                  <a:srgbClr val="4D5A68"/>
                </a:solidFill>
                <a:latin typeface="Malgun Gothic"/>
                <a:ea typeface="Malgun Gothic"/>
                <a:cs typeface="Malgun Gothic"/>
              </a:defRPr>
            </a:lvl8pPr>
            <a:lvl9pPr algn="l">
              <a:defRPr sz="2175" b="0">
                <a:solidFill>
                  <a:srgbClr val="4D5A68"/>
                </a:solidFill>
                <a:latin typeface="Malgun Gothic"/>
                <a:ea typeface="Malgun Gothic"/>
                <a:cs typeface="Malgun Gothic"/>
              </a:defRPr>
            </a:lvl9pPr>
          </a:lstStyle>
          <a:p xmlns:a="http://schemas.openxmlformats.org/drawingml/2006/main">
            <a:pPr algn="l">
              <a:defRPr sz="2175" b="0">
                <a:solidFill>
                  <a:srgbClr val="4D5A68"/>
                </a:solidFill>
                <a:latin typeface="Malgun Gothic"/>
                <a:ea typeface="Malgun Gothic"/>
                <a:cs typeface="Malgun Gothic"/>
              </a:defRPr>
            </a:pPr>
            <a:r>
              <a:rPr sz="2175" b="0">
                <a:solidFill>
                  <a:srgbClr val="4D5A68"/>
                </a:solidFill>
                <a:latin typeface="Malgun Gothic"/>
                <a:ea typeface="Malgun Gothic"/>
                <a:cs typeface="Malgun Gothic"/>
              </a:rPr>
              <a:t>ChatGPT</a:t>
            </a:r>
          </a:p>
        </p:txBody>
      </p:sp>
      <p:sp>
        <p:nvSpPr>
          <p:cNvPr id="13" name="">
            <a:extLst xmlns:a="http://schemas.openxmlformats.org/drawingml/2006/main">
              <a:ext uri="{FF2B5EF4-FFF2-40B4-BE49-F238E27FC236}">
                <a16:creationId xmlns:a16="http://schemas.microsoft.com/office/drawing/2014/main" id="{7B808F84-EE9D-4526-9433-4C3822FA37B5}"/>
              </a:ext>
            </a:extLst>
          </p:cNvPr>
          <p:cNvSpPr>
            <a:spLocks xmlns:a="http://schemas.openxmlformats.org/drawingml/2006/main" noGrp="1"/>
          </p:cNvSpPr>
          <p:nvPr/>
        </p:nvSpPr>
        <p:spPr>
          <a:xfrm xmlns:a="http://schemas.openxmlformats.org/drawingml/2006/main">
            <a:off x="704850" y="3667125"/>
            <a:ext cx="4152900" cy="6096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4" name="Codex">
            <a:extLst xmlns:a="http://schemas.openxmlformats.org/drawingml/2006/main">
              <a:ext uri="{FF2B5EF4-FFF2-40B4-BE49-F238E27FC236}">
                <a16:creationId xmlns:a16="http://schemas.microsoft.com/office/drawing/2014/main" id="{21C6C831-5C30-44E1-B301-DCB34C1D6106}"/>
              </a:ext>
            </a:extLst>
          </p:cNvPr>
          <p:cNvSpPr>
            <a:spLocks xmlns:a="http://schemas.openxmlformats.org/drawingml/2006/main" noGrp="1"/>
          </p:cNvSpPr>
          <p:nvPr/>
        </p:nvSpPr>
        <p:spPr>
          <a:xfrm xmlns:a="http://schemas.openxmlformats.org/drawingml/2006/main">
            <a:off x="838200" y="3752850"/>
            <a:ext cx="335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Codex</a:t>
            </a:r>
          </a:p>
        </p:txBody>
      </p:sp>
      <p:sp>
        <p:nvSpPr>
          <p:cNvPr id="15" name="✓">
            <a:extLst xmlns:a="http://schemas.openxmlformats.org/drawingml/2006/main">
              <a:ext uri="{FF2B5EF4-FFF2-40B4-BE49-F238E27FC236}">
                <a16:creationId xmlns:a16="http://schemas.microsoft.com/office/drawing/2014/main" id="{F98694F3-18D7-42DB-A014-138D303E835C}"/>
              </a:ext>
            </a:extLst>
          </p:cNvPr>
          <p:cNvSpPr>
            <a:spLocks xmlns:a="http://schemas.openxmlformats.org/drawingml/2006/main" noGrp="1"/>
          </p:cNvSpPr>
          <p:nvPr/>
        </p:nvSpPr>
        <p:spPr>
          <a:xfrm xmlns:a="http://schemas.openxmlformats.org/drawingml/2006/main">
            <a:off x="4324350" y="37623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0B6172"/>
                </a:solidFill>
                <a:latin typeface="Malgun Gothic"/>
                <a:ea typeface="Malgun Gothic"/>
                <a:cs typeface="Malgun Gothic"/>
              </a:defRPr>
            </a:defPPr>
            <a:lvl1pPr algn="ctr">
              <a:defRPr sz="2250" b="1">
                <a:solidFill>
                  <a:srgbClr val="0B6172"/>
                </a:solidFill>
                <a:latin typeface="Malgun Gothic"/>
                <a:ea typeface="Malgun Gothic"/>
                <a:cs typeface="Malgun Gothic"/>
              </a:defRPr>
            </a:lvl1pPr>
            <a:lvl2pPr algn="ctr">
              <a:defRPr sz="2250" b="1">
                <a:solidFill>
                  <a:srgbClr val="0B6172"/>
                </a:solidFill>
                <a:latin typeface="Malgun Gothic"/>
                <a:ea typeface="Malgun Gothic"/>
                <a:cs typeface="Malgun Gothic"/>
              </a:defRPr>
            </a:lvl2pPr>
            <a:lvl3pPr algn="ctr">
              <a:defRPr sz="2250" b="1">
                <a:solidFill>
                  <a:srgbClr val="0B6172"/>
                </a:solidFill>
                <a:latin typeface="Malgun Gothic"/>
                <a:ea typeface="Malgun Gothic"/>
                <a:cs typeface="Malgun Gothic"/>
              </a:defRPr>
            </a:lvl3pPr>
            <a:lvl4pPr algn="ctr">
              <a:defRPr sz="2250" b="1">
                <a:solidFill>
                  <a:srgbClr val="0B6172"/>
                </a:solidFill>
                <a:latin typeface="Malgun Gothic"/>
                <a:ea typeface="Malgun Gothic"/>
                <a:cs typeface="Malgun Gothic"/>
              </a:defRPr>
            </a:lvl4pPr>
            <a:lvl5pPr algn="ctr">
              <a:defRPr sz="2250" b="1">
                <a:solidFill>
                  <a:srgbClr val="0B6172"/>
                </a:solidFill>
                <a:latin typeface="Malgun Gothic"/>
                <a:ea typeface="Malgun Gothic"/>
                <a:cs typeface="Malgun Gothic"/>
              </a:defRPr>
            </a:lvl5pPr>
            <a:lvl6pPr algn="ctr">
              <a:defRPr sz="2250" b="1">
                <a:solidFill>
                  <a:srgbClr val="0B6172"/>
                </a:solidFill>
                <a:latin typeface="Malgun Gothic"/>
                <a:ea typeface="Malgun Gothic"/>
                <a:cs typeface="Malgun Gothic"/>
              </a:defRPr>
            </a:lvl6pPr>
            <a:lvl7pPr algn="ctr">
              <a:defRPr sz="2250" b="1">
                <a:solidFill>
                  <a:srgbClr val="0B6172"/>
                </a:solidFill>
                <a:latin typeface="Malgun Gothic"/>
                <a:ea typeface="Malgun Gothic"/>
                <a:cs typeface="Malgun Gothic"/>
              </a:defRPr>
            </a:lvl7pPr>
            <a:lvl8pPr algn="ctr">
              <a:defRPr sz="2250" b="1">
                <a:solidFill>
                  <a:srgbClr val="0B6172"/>
                </a:solidFill>
                <a:latin typeface="Malgun Gothic"/>
                <a:ea typeface="Malgun Gothic"/>
                <a:cs typeface="Malgun Gothic"/>
              </a:defRPr>
            </a:lvl8pPr>
            <a:lvl9pPr algn="ctr">
              <a:defRPr sz="2250" b="1">
                <a:solidFill>
                  <a:srgbClr val="0B6172"/>
                </a:solidFill>
                <a:latin typeface="Malgun Gothic"/>
                <a:ea typeface="Malgun Gothic"/>
                <a:cs typeface="Malgun Gothic"/>
              </a:defRPr>
            </a:lvl9pPr>
          </a:lstStyle>
          <a:p xmlns:a="http://schemas.openxmlformats.org/drawingml/2006/main">
            <a:pPr algn="ctr">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a:t>
            </a:r>
          </a:p>
        </p:txBody>
      </p:sp>
      <p:sp>
        <p:nvSpPr>
          <p:cNvPr id="16" name="전환 메뉴 재구성">
            <a:extLst xmlns:a="http://schemas.openxmlformats.org/drawingml/2006/main">
              <a:ext uri="{FF2B5EF4-FFF2-40B4-BE49-F238E27FC236}">
                <a16:creationId xmlns:a16="http://schemas.microsoft.com/office/drawing/2014/main" id="{FBDF87D5-B6B5-4389-B03D-4AC04CFBCEA4}"/>
              </a:ext>
            </a:extLst>
          </p:cNvPr>
          <p:cNvSpPr>
            <a:spLocks xmlns:a="http://schemas.openxmlformats.org/drawingml/2006/main" noGrp="1"/>
          </p:cNvSpPr>
          <p:nvPr/>
        </p:nvSpPr>
        <p:spPr>
          <a:xfrm xmlns:a="http://schemas.openxmlformats.org/drawingml/2006/main">
            <a:off x="609600" y="4619625"/>
            <a:ext cx="434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전환 메뉴 재구성</a:t>
            </a:r>
          </a:p>
        </p:txBody>
      </p:sp>
      <p:sp>
        <p:nvSpPr>
          <p:cNvPr id="17" name="">
            <a:extLst xmlns:a="http://schemas.openxmlformats.org/drawingml/2006/main">
              <a:ext uri="{FF2B5EF4-FFF2-40B4-BE49-F238E27FC236}">
                <a16:creationId xmlns:a16="http://schemas.microsoft.com/office/drawing/2014/main" id="{8A2B3273-CF6E-49AD-BD39-CC30B66F8577}"/>
              </a:ext>
            </a:extLst>
          </p:cNvPr>
          <p:cNvSpPr>
            <a:spLocks xmlns:a="http://schemas.openxmlformats.org/drawingml/2006/main" noGrp="1"/>
          </p:cNvSpPr>
          <p:nvPr/>
        </p:nvSpPr>
        <p:spPr>
          <a:xfrm xmlns:a="http://schemas.openxmlformats.org/drawingml/2006/main">
            <a:off x="5248275" y="3362325"/>
            <a:ext cx="581025" cy="2762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01">
            <a:extLst xmlns:a="http://schemas.openxmlformats.org/drawingml/2006/main">
              <a:ext uri="{FF2B5EF4-FFF2-40B4-BE49-F238E27FC236}">
                <a16:creationId xmlns:a16="http://schemas.microsoft.com/office/drawing/2014/main" id="{759B0740-A6C5-471C-9CBC-7410E64AE17B}"/>
              </a:ext>
            </a:extLst>
          </p:cNvPr>
          <p:cNvSpPr>
            <a:spLocks xmlns:a="http://schemas.openxmlformats.org/drawingml/2006/main" noGrp="1"/>
          </p:cNvSpPr>
          <p:nvPr/>
        </p:nvSpPr>
        <p:spPr>
          <a:xfrm xmlns:a="http://schemas.openxmlformats.org/drawingml/2006/main">
            <a:off x="6229350" y="229552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01</a:t>
            </a:r>
          </a:p>
        </p:txBody>
      </p:sp>
      <p:sp>
        <p:nvSpPr>
          <p:cNvPr id="19" name="Codex 선택">
            <a:extLst xmlns:a="http://schemas.openxmlformats.org/drawingml/2006/main">
              <a:ext uri="{FF2B5EF4-FFF2-40B4-BE49-F238E27FC236}">
                <a16:creationId xmlns:a16="http://schemas.microsoft.com/office/drawing/2014/main" id="{2652C1E9-D028-4806-8579-74CF63B5ED7C}"/>
              </a:ext>
            </a:extLst>
          </p:cNvPr>
          <p:cNvSpPr>
            <a:spLocks xmlns:a="http://schemas.openxmlformats.org/drawingml/2006/main" noGrp="1"/>
          </p:cNvSpPr>
          <p:nvPr/>
        </p:nvSpPr>
        <p:spPr>
          <a:xfrm xmlns:a="http://schemas.openxmlformats.org/drawingml/2006/main">
            <a:off x="6934200" y="2276475"/>
            <a:ext cx="464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Codex 선택</a:t>
            </a:r>
          </a:p>
        </p:txBody>
      </p:sp>
      <p:sp>
        <p:nvSpPr>
          <p:cNvPr id="20" name="개발 작업으로 전환">
            <a:extLst xmlns:a="http://schemas.openxmlformats.org/drawingml/2006/main">
              <a:ext uri="{FF2B5EF4-FFF2-40B4-BE49-F238E27FC236}">
                <a16:creationId xmlns:a16="http://schemas.microsoft.com/office/drawing/2014/main" id="{D56482DD-089C-430A-A705-5C8D2EE363E7}"/>
              </a:ext>
            </a:extLst>
          </p:cNvPr>
          <p:cNvSpPr>
            <a:spLocks xmlns:a="http://schemas.openxmlformats.org/drawingml/2006/main" noGrp="1"/>
          </p:cNvSpPr>
          <p:nvPr/>
        </p:nvSpPr>
        <p:spPr>
          <a:xfrm xmlns:a="http://schemas.openxmlformats.org/drawingml/2006/main">
            <a:off x="6934200" y="2686050"/>
            <a:ext cx="464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개발 작업으로 전환</a:t>
            </a:r>
          </a:p>
        </p:txBody>
      </p:sp>
      <p:sp>
        <p:nvSpPr>
          <p:cNvPr id="21" name="02">
            <a:extLst xmlns:a="http://schemas.openxmlformats.org/drawingml/2006/main">
              <a:ext uri="{FF2B5EF4-FFF2-40B4-BE49-F238E27FC236}">
                <a16:creationId xmlns:a16="http://schemas.microsoft.com/office/drawing/2014/main" id="{52B54FCB-BC65-4F69-A753-6C726FA8ABA7}"/>
              </a:ext>
            </a:extLst>
          </p:cNvPr>
          <p:cNvSpPr>
            <a:spLocks xmlns:a="http://schemas.openxmlformats.org/drawingml/2006/main" noGrp="1"/>
          </p:cNvSpPr>
          <p:nvPr/>
        </p:nvSpPr>
        <p:spPr>
          <a:xfrm xmlns:a="http://schemas.openxmlformats.org/drawingml/2006/main">
            <a:off x="6229350" y="318135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02</a:t>
            </a:r>
          </a:p>
        </p:txBody>
      </p:sp>
      <p:sp>
        <p:nvSpPr>
          <p:cNvPr id="22" name="Repository 폴더 열기">
            <a:extLst xmlns:a="http://schemas.openxmlformats.org/drawingml/2006/main">
              <a:ext uri="{FF2B5EF4-FFF2-40B4-BE49-F238E27FC236}">
                <a16:creationId xmlns:a16="http://schemas.microsoft.com/office/drawing/2014/main" id="{BACED234-9D19-4D21-B96A-EB133DBEB666}"/>
              </a:ext>
            </a:extLst>
          </p:cNvPr>
          <p:cNvSpPr>
            <a:spLocks xmlns:a="http://schemas.openxmlformats.org/drawingml/2006/main" noGrp="1"/>
          </p:cNvSpPr>
          <p:nvPr/>
        </p:nvSpPr>
        <p:spPr>
          <a:xfrm xmlns:a="http://schemas.openxmlformats.org/drawingml/2006/main">
            <a:off x="6934200" y="3162300"/>
            <a:ext cx="464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Repository 폴더 열기</a:t>
            </a:r>
          </a:p>
        </p:txBody>
      </p:sp>
      <p:sp>
        <p:nvSpPr>
          <p:cNvPr id="23" name="코드가 있는 폴더를 작업 위치로">
            <a:extLst xmlns:a="http://schemas.openxmlformats.org/drawingml/2006/main">
              <a:ext uri="{FF2B5EF4-FFF2-40B4-BE49-F238E27FC236}">
                <a16:creationId xmlns:a16="http://schemas.microsoft.com/office/drawing/2014/main" id="{1E082D5E-832F-43A7-BAF3-845FD58B6A6E}"/>
              </a:ext>
            </a:extLst>
          </p:cNvPr>
          <p:cNvSpPr>
            <a:spLocks xmlns:a="http://schemas.openxmlformats.org/drawingml/2006/main" noGrp="1"/>
          </p:cNvSpPr>
          <p:nvPr/>
        </p:nvSpPr>
        <p:spPr>
          <a:xfrm xmlns:a="http://schemas.openxmlformats.org/drawingml/2006/main">
            <a:off x="6934200" y="3571875"/>
            <a:ext cx="464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코드가 있는 폴더를 작업 위치로</a:t>
            </a:r>
          </a:p>
        </p:txBody>
      </p:sp>
      <p:sp>
        <p:nvSpPr>
          <p:cNvPr id="24" name="03">
            <a:extLst xmlns:a="http://schemas.openxmlformats.org/drawingml/2006/main">
              <a:ext uri="{FF2B5EF4-FFF2-40B4-BE49-F238E27FC236}">
                <a16:creationId xmlns:a16="http://schemas.microsoft.com/office/drawing/2014/main" id="{F9727512-695A-467D-B445-714E32DCEB78}"/>
              </a:ext>
            </a:extLst>
          </p:cNvPr>
          <p:cNvSpPr>
            <a:spLocks xmlns:a="http://schemas.openxmlformats.org/drawingml/2006/main" noGrp="1"/>
          </p:cNvSpPr>
          <p:nvPr/>
        </p:nvSpPr>
        <p:spPr>
          <a:xfrm xmlns:a="http://schemas.openxmlformats.org/drawingml/2006/main">
            <a:off x="6229350" y="40671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03</a:t>
            </a:r>
          </a:p>
        </p:txBody>
      </p:sp>
      <p:sp>
        <p:nvSpPr>
          <p:cNvPr id="25" name="수정 전에 조사부터 요청">
            <a:extLst xmlns:a="http://schemas.openxmlformats.org/drawingml/2006/main">
              <a:ext uri="{FF2B5EF4-FFF2-40B4-BE49-F238E27FC236}">
                <a16:creationId xmlns:a16="http://schemas.microsoft.com/office/drawing/2014/main" id="{8C2CCD1E-3B9B-452B-9575-6750B634C755}"/>
              </a:ext>
            </a:extLst>
          </p:cNvPr>
          <p:cNvSpPr>
            <a:spLocks xmlns:a="http://schemas.openxmlformats.org/drawingml/2006/main" noGrp="1"/>
          </p:cNvSpPr>
          <p:nvPr/>
        </p:nvSpPr>
        <p:spPr>
          <a:xfrm xmlns:a="http://schemas.openxmlformats.org/drawingml/2006/main">
            <a:off x="6934200" y="4048125"/>
            <a:ext cx="464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수정 전에 조사부터 요청</a:t>
            </a:r>
          </a:p>
        </p:txBody>
      </p:sp>
      <p:sp>
        <p:nvSpPr>
          <p:cNvPr id="26" name="찾은 파일과 근거를 함께 확인">
            <a:extLst xmlns:a="http://schemas.openxmlformats.org/drawingml/2006/main">
              <a:ext uri="{FF2B5EF4-FFF2-40B4-BE49-F238E27FC236}">
                <a16:creationId xmlns:a16="http://schemas.microsoft.com/office/drawing/2014/main" id="{F2598D05-007E-4275-B8D0-488CB40D560D}"/>
              </a:ext>
            </a:extLst>
          </p:cNvPr>
          <p:cNvSpPr>
            <a:spLocks xmlns:a="http://schemas.openxmlformats.org/drawingml/2006/main" noGrp="1"/>
          </p:cNvSpPr>
          <p:nvPr/>
        </p:nvSpPr>
        <p:spPr>
          <a:xfrm xmlns:a="http://schemas.openxmlformats.org/drawingml/2006/main">
            <a:off x="6934200" y="4457700"/>
            <a:ext cx="464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찾은 파일과 근거를 함께 확인</a:t>
            </a:r>
          </a:p>
        </p:txBody>
      </p:sp>
      <p:sp>
        <p:nvSpPr>
          <p:cNvPr id="27" name="이 교육의 Repository 조사는 Codex로 진행한다.">
            <a:extLst xmlns:a="http://schemas.openxmlformats.org/drawingml/2006/main">
              <a:ext uri="{FF2B5EF4-FFF2-40B4-BE49-F238E27FC236}">
                <a16:creationId xmlns:a16="http://schemas.microsoft.com/office/drawing/2014/main" id="{26D0DF97-FDD6-4B65-9F96-20C87EA3E56C}"/>
              </a:ext>
            </a:extLst>
          </p:cNvPr>
          <p:cNvSpPr>
            <a:spLocks xmlns:a="http://schemas.openxmlformats.org/drawingml/2006/main" noGrp="1"/>
          </p:cNvSpPr>
          <p:nvPr/>
        </p:nvSpPr>
        <p:spPr>
          <a:xfrm xmlns:a="http://schemas.openxmlformats.org/drawingml/2006/main">
            <a:off x="609600" y="52768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이 교육의 Repository 조사는 Codex로 진행한다.</a:t>
            </a:r>
          </a:p>
        </p:txBody>
      </p:sp>
      <p:sp>
        <p:nvSpPr>
          <p:cNvPr id="28" name="">
            <a:extLst xmlns:a="http://schemas.openxmlformats.org/drawingml/2006/main">
              <a:ext uri="{FF2B5EF4-FFF2-40B4-BE49-F238E27FC236}">
                <a16:creationId xmlns:a16="http://schemas.microsoft.com/office/drawing/2014/main" id="{66F5491B-75B5-450B-BCC9-1F672C5BE220}"/>
              </a:ext>
            </a:extLst>
          </p:cNvPr>
          <p:cNvSpPr>
            <a:spLocks xmlns:a="http://schemas.openxmlformats.org/drawingml/2006/main" noGrp="1"/>
          </p:cNvSpPr>
          <p:nvPr/>
        </p:nvSpPr>
        <p:spPr>
          <a:xfrm xmlns:a="http://schemas.openxmlformats.org/drawingml/2006/main">
            <a:off x="7429500" y="419100"/>
            <a:ext cx="3048000" cy="323850"/>
          </a:xfrm>
          <a:prstGeom xmlns:a="http://schemas.openxmlformats.org/drawingml/2006/main" prst="rect">
            <a:avLst/>
          </a:prstGeom>
          <a:solidFill xmlns:a="http://schemas.openxmlformats.org/drawingml/2006/main">
            <a:srgbClr val="E8EDF3"/>
          </a:solidFill>
          <a:ln xmlns:a="http://schemas.openxmlformats.org/drawingml/2006/main" w="9525">
            <a:solidFill>
              <a:srgbClr val="C7D0DA"/>
            </a:solidFill>
            <a:prstDash val="solid"/>
          </a:ln>
        </p:spPr>
      </p:sp>
      <p:sp>
        <p:nvSpPr>
          <p:cNvPr id="29" name="Practical application tip badge">
            <a:extLst xmlns:a="http://schemas.openxmlformats.org/drawingml/2006/main">
              <a:ext uri="{FF2B5EF4-FFF2-40B4-BE49-F238E27FC236}">
                <a16:creationId xmlns:a16="http://schemas.microsoft.com/office/drawing/2014/main" id="{76E7B20C-4F46-44FD-813B-81609E04D3C0}"/>
              </a:ext>
            </a:extLst>
          </p:cNvPr>
          <p:cNvSpPr>
            <a:spLocks xmlns:a="http://schemas.openxmlformats.org/drawingml/2006/main" noGrp="1"/>
          </p:cNvSpPr>
          <p:nvPr/>
        </p:nvSpPr>
        <p:spPr>
          <a:xfrm xmlns:a="http://schemas.openxmlformats.org/drawingml/2006/main">
            <a:off x="7524750" y="419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a:solidFill>
                  <a:srgbClr val="17212B"/>
                </a:solidFill>
                <a:latin typeface="Malgun Gothic"/>
                <a:ea typeface="Malgun Gothic"/>
                <a:cs typeface="Malgun Gothic"/>
              </a:defRPr>
            </a:defPPr>
            <a:lvl1pPr algn="l">
              <a:defRPr sz="1350" b="1">
                <a:solidFill>
                  <a:srgbClr val="17212B"/>
                </a:solidFill>
                <a:latin typeface="Malgun Gothic"/>
                <a:ea typeface="Malgun Gothic"/>
                <a:cs typeface="Malgun Gothic"/>
              </a:defRPr>
            </a:lvl1pPr>
            <a:lvl2pPr algn="l">
              <a:defRPr sz="1350" b="1">
                <a:solidFill>
                  <a:srgbClr val="17212B"/>
                </a:solidFill>
                <a:latin typeface="Malgun Gothic"/>
                <a:ea typeface="Malgun Gothic"/>
                <a:cs typeface="Malgun Gothic"/>
              </a:defRPr>
            </a:lvl2pPr>
            <a:lvl3pPr algn="l">
              <a:defRPr sz="1350" b="1">
                <a:solidFill>
                  <a:srgbClr val="17212B"/>
                </a:solidFill>
                <a:latin typeface="Malgun Gothic"/>
                <a:ea typeface="Malgun Gothic"/>
                <a:cs typeface="Malgun Gothic"/>
              </a:defRPr>
            </a:lvl3pPr>
            <a:lvl4pPr algn="l">
              <a:defRPr sz="1350" b="1">
                <a:solidFill>
                  <a:srgbClr val="17212B"/>
                </a:solidFill>
                <a:latin typeface="Malgun Gothic"/>
                <a:ea typeface="Malgun Gothic"/>
                <a:cs typeface="Malgun Gothic"/>
              </a:defRPr>
            </a:lvl4pPr>
            <a:lvl5pPr algn="l">
              <a:defRPr sz="1350" b="1">
                <a:solidFill>
                  <a:srgbClr val="17212B"/>
                </a:solidFill>
                <a:latin typeface="Malgun Gothic"/>
                <a:ea typeface="Malgun Gothic"/>
                <a:cs typeface="Malgun Gothic"/>
              </a:defRPr>
            </a:lvl5pPr>
            <a:lvl6pPr algn="l">
              <a:defRPr sz="1350" b="1">
                <a:solidFill>
                  <a:srgbClr val="17212B"/>
                </a:solidFill>
                <a:latin typeface="Malgun Gothic"/>
                <a:ea typeface="Malgun Gothic"/>
                <a:cs typeface="Malgun Gothic"/>
              </a:defRPr>
            </a:lvl6pPr>
            <a:lvl7pPr algn="l">
              <a:defRPr sz="1350" b="1">
                <a:solidFill>
                  <a:srgbClr val="17212B"/>
                </a:solidFill>
                <a:latin typeface="Malgun Gothic"/>
                <a:ea typeface="Malgun Gothic"/>
                <a:cs typeface="Malgun Gothic"/>
              </a:defRPr>
            </a:lvl7pPr>
            <a:lvl8pPr algn="l">
              <a:defRPr sz="1350" b="1">
                <a:solidFill>
                  <a:srgbClr val="17212B"/>
                </a:solidFill>
                <a:latin typeface="Malgun Gothic"/>
                <a:ea typeface="Malgun Gothic"/>
                <a:cs typeface="Malgun Gothic"/>
              </a:defRPr>
            </a:lvl8pPr>
            <a:lvl9pPr algn="l">
              <a:defRPr sz="1350" b="1">
                <a:solidFill>
                  <a:srgbClr val="17212B"/>
                </a:solidFill>
                <a:latin typeface="Malgun Gothic"/>
                <a:ea typeface="Malgun Gothic"/>
                <a:cs typeface="Malgun Gothic"/>
              </a:defRPr>
            </a:lvl9pPr>
          </a:lstStyle>
          <a:p xmlns:a="http://schemas.openxmlformats.org/drawingml/2006/main">
            <a:pPr algn="l">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실무 적용 팁 · 사용 환경</a:t>
            </a:r>
          </a:p>
        </p:txBody>
      </p:sp>
      <p:sp>
        <p:nvSpPr>
          <p:cNvPr id="30" name="Legacy module connection">
            <a:extLst xmlns:a="http://schemas.openxmlformats.org/drawingml/2006/main">
              <a:ext uri="{FF2B5EF4-FFF2-40B4-BE49-F238E27FC236}">
                <a16:creationId xmlns:a16="http://schemas.microsoft.com/office/drawing/2014/main" id="{EC7EB059-1256-4622-8B82-72B3D2D00256}"/>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a:t>
            </a:r>
          </a:p>
        </p:txBody>
      </p:sp>
    </p:spTree>
    <p:extLst>
      <p:ext uri="{BB962C8B-B14F-4D97-AF65-F5344CB8AC3E}">
        <p14:creationId xmlns:p14="http://schemas.microsoft.com/office/powerpoint/2010/main" val="2049863103"/>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0 · 누가 볼 수 있고, 누가 정하는가">
            <a:extLst xmlns:a="http://schemas.openxmlformats.org/drawingml/2006/main">
              <a:ext uri="{FF2B5EF4-FFF2-40B4-BE49-F238E27FC236}">
                <a16:creationId xmlns:a16="http://schemas.microsoft.com/office/drawing/2014/main" id="{696E8A01-98A8-4F06-8628-3AA7A7E944D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누가 볼 수 있고, 누가 정하는가</a:t>
            </a:r>
          </a:p>
        </p:txBody>
      </p:sp>
      <p:sp>
        <p:nvSpPr>
          <p:cNvPr id="2" name="S13">
            <a:extLst xmlns:a="http://schemas.openxmlformats.org/drawingml/2006/main">
              <a:ext uri="{FF2B5EF4-FFF2-40B4-BE49-F238E27FC236}">
                <a16:creationId xmlns:a16="http://schemas.microsoft.com/office/drawing/2014/main" id="{60D982C0-1E2E-4527-9BAD-1848603C596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S14</a:t>
            </a:r>
          </a:p>
        </p:txBody>
      </p:sp>
      <p:sp>
        <p:nvSpPr>
          <p:cNvPr id="3" name="Repository 접근과 Task 의도는 별개다">
            <a:extLst xmlns:a="http://schemas.openxmlformats.org/drawingml/2006/main">
              <a:ext uri="{FF2B5EF4-FFF2-40B4-BE49-F238E27FC236}">
                <a16:creationId xmlns:a16="http://schemas.microsoft.com/office/drawing/2014/main" id="{0F94C880-F2AE-46C0-A279-F08031969A50}"/>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Repository 접근과 Task 의도는 별개다</a:t>
            </a:r>
          </a:p>
        </p:txBody>
      </p:sp>
      <p:sp>
        <p:nvSpPr>
          <p:cNvPr id="4" name="">
            <a:extLst xmlns:a="http://schemas.openxmlformats.org/drawingml/2006/main">
              <a:ext uri="{FF2B5EF4-FFF2-40B4-BE49-F238E27FC236}">
                <a16:creationId xmlns:a16="http://schemas.microsoft.com/office/drawing/2014/main" id="{257FE763-2827-472F-8620-EDC80DC4BA81}"/>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이 과정의 교육 모델 · 정보 접근과 최종 결정 책임의 구분 · AI 생성 역할 아이콘">
            <a:extLst xmlns:a="http://schemas.openxmlformats.org/drawingml/2006/main">
              <a:ext uri="{FF2B5EF4-FFF2-40B4-BE49-F238E27FC236}">
                <a16:creationId xmlns:a16="http://schemas.microsoft.com/office/drawing/2014/main" id="{318265CD-45AE-4FF5-96B4-596682DDE97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이 과정의 교육 모델 · 정보 접근과 최종 결정 책임의 구분 · AI 생성 역할 아이콘</a:t>
            </a:r>
          </a:p>
        </p:txBody>
      </p:sp>
      <p:sp>
        <p:nvSpPr>
          <p:cNvPr id="6" name="Agent는 조사·제안을 할 수 있습니다. 목표·허용 범위·완료 수용의 최종 결정과 책임은 사람에게 있습니다">
            <a:extLst xmlns:a="http://schemas.openxmlformats.org/drawingml/2006/main">
              <a:ext uri="{FF2B5EF4-FFF2-40B4-BE49-F238E27FC236}">
                <a16:creationId xmlns:a16="http://schemas.microsoft.com/office/drawing/2014/main" id="{71764C86-C4E4-4051-ADC9-F2F552C8B5A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Agent는 조사·제안을 할 수 있습니다. 목표·허용 범위·완료 수용의 최종 결정과 책임은 사람에게 있습니다.</a:t>
            </a:r>
          </a:p>
        </p:txBody>
      </p:sp>
      <p:sp>
        <p:nvSpPr>
          <p:cNvPr id="7" name="볼 수 있는 것">
            <a:extLst xmlns:a="http://schemas.openxmlformats.org/drawingml/2006/main">
              <a:ext uri="{FF2B5EF4-FFF2-40B4-BE49-F238E27FC236}">
                <a16:creationId xmlns:a16="http://schemas.microsoft.com/office/drawing/2014/main" id="{BBB3206F-DAC2-4A9F-A01B-1721C5FE42F0}"/>
              </a:ext>
            </a:extLst>
          </p:cNvPr>
          <p:cNvSpPr>
            <a:spLocks xmlns:a="http://schemas.openxmlformats.org/drawingml/2006/main" noGrp="1"/>
          </p:cNvSpPr>
          <p:nvPr/>
        </p:nvSpPr>
        <p:spPr>
          <a:xfrm xmlns:a="http://schemas.openxmlformats.org/drawingml/2006/main">
            <a:off x="609600" y="1885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볼 수 있는 것</a:t>
            </a:r>
          </a:p>
        </p:txBody>
      </p:sp>
      <p:sp>
        <p:nvSpPr>
          <p:cNvPr id="8" name="정해야 하는 것">
            <a:extLst xmlns:a="http://schemas.openxmlformats.org/drawingml/2006/main">
              <a:ext uri="{FF2B5EF4-FFF2-40B4-BE49-F238E27FC236}">
                <a16:creationId xmlns:a16="http://schemas.microsoft.com/office/drawing/2014/main" id="{1BCE5D64-D846-46A4-8D08-E4ABB78459F5}"/>
              </a:ext>
            </a:extLst>
          </p:cNvPr>
          <p:cNvSpPr>
            <a:spLocks xmlns:a="http://schemas.openxmlformats.org/drawingml/2006/main" noGrp="1"/>
          </p:cNvSpPr>
          <p:nvPr/>
        </p:nvSpPr>
        <p:spPr>
          <a:xfrm xmlns:a="http://schemas.openxmlformats.org/drawingml/2006/main">
            <a:off x="7181850" y="1885950"/>
            <a:ext cx="440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정해야 하는 것</a:t>
            </a:r>
          </a:p>
        </p:txBody>
      </p:sp>
      <p:pic>
        <p:nvPicPr>
          <p:cNvPr id="9" name="">
            <a:extLst xmlns:a="http://schemas.openxmlformats.org/drawingml/2006/main">
              <a:ext uri="{FF2B5EF4-FFF2-40B4-BE49-F238E27FC236}">
                <a16:creationId xmlns:a16="http://schemas.microsoft.com/office/drawing/2014/main" id="{0181443E-2AF7-43EF-B7A1-C3FF16DBF495}"/>
              </a:ext>
            </a:extLst>
          </p:cNvPr>
          <p:cNvPicPr>
            <a:picLocks xmlns:a="http://schemas.openxmlformats.org/drawingml/2006/main" noChangeAspect="1"/>
          </p:cNvPicPr>
          <p:nvPr/>
        </p:nvPicPr>
        <p:blipFill>
          <a:blip xmlns:r="http://schemas.openxmlformats.org/officeDocument/2006/relationships" xmlns:a="http://schemas.openxmlformats.org/drawingml/2006/main" r:embed="R4dbd71d421854e9c"/>
          <a:srcRect xmlns:a="http://schemas.openxmlformats.org/drawingml/2006/main" l="0" t="0" r="50000" b="0"/>
          <a:stretch xmlns:a="http://schemas.openxmlformats.org/drawingml/2006/main"/>
        </p:blipFill>
        <p:spPr>
          <a:xfrm xmlns:a="http://schemas.openxmlformats.org/drawingml/2006/main">
            <a:off x="609600" y="2505075"/>
            <a:ext cx="838200" cy="838200"/>
          </a:xfrm>
          <a:prstGeom xmlns:a="http://schemas.openxmlformats.org/drawingml/2006/main" prst="rect">
            <a:avLst/>
          </a:prstGeom>
        </p:spPr>
      </p:pic>
      <p:sp>
        <p:nvSpPr>
          <p:cNvPr id="10" name="사람">
            <a:extLst xmlns:a="http://schemas.openxmlformats.org/drawingml/2006/main">
              <a:ext uri="{FF2B5EF4-FFF2-40B4-BE49-F238E27FC236}">
                <a16:creationId xmlns:a16="http://schemas.microsoft.com/office/drawing/2014/main" id="{992F842D-7C27-4522-B0AC-FC87A0442864}"/>
              </a:ext>
            </a:extLst>
          </p:cNvPr>
          <p:cNvSpPr>
            <a:spLocks xmlns:a="http://schemas.openxmlformats.org/drawingml/2006/main" noGrp="1"/>
          </p:cNvSpPr>
          <p:nvPr/>
        </p:nvSpPr>
        <p:spPr>
          <a:xfrm xmlns:a="http://schemas.openxmlformats.org/drawingml/2006/main">
            <a:off x="1504950" y="27146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사람</a:t>
            </a:r>
          </a:p>
        </p:txBody>
      </p:sp>
      <p:sp>
        <p:nvSpPr>
          <p:cNvPr id="11" name="+">
            <a:extLst xmlns:a="http://schemas.openxmlformats.org/drawingml/2006/main">
              <a:ext uri="{FF2B5EF4-FFF2-40B4-BE49-F238E27FC236}">
                <a16:creationId xmlns:a16="http://schemas.microsoft.com/office/drawing/2014/main" id="{74548E6A-1BAA-4E4D-9AEC-3C37BDF1C1A7}"/>
              </a:ext>
            </a:extLst>
          </p:cNvPr>
          <p:cNvSpPr>
            <a:spLocks xmlns:a="http://schemas.openxmlformats.org/drawingml/2006/main" noGrp="1"/>
          </p:cNvSpPr>
          <p:nvPr/>
        </p:nvSpPr>
        <p:spPr>
          <a:xfrm xmlns:a="http://schemas.openxmlformats.org/drawingml/2006/main">
            <a:off x="2371725" y="2686050"/>
            <a:ext cx="36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4D5A68"/>
                </a:solidFill>
                <a:latin typeface="Malgun Gothic"/>
                <a:ea typeface="Malgun Gothic"/>
                <a:cs typeface="Malgun Gothic"/>
              </a:defRPr>
            </a:defPPr>
            <a:lvl1pPr algn="ctr">
              <a:defRPr sz="2475" b="0">
                <a:solidFill>
                  <a:srgbClr val="4D5A68"/>
                </a:solidFill>
                <a:latin typeface="Malgun Gothic"/>
                <a:ea typeface="Malgun Gothic"/>
                <a:cs typeface="Malgun Gothic"/>
              </a:defRPr>
            </a:lvl1pPr>
            <a:lvl2pPr algn="ctr">
              <a:defRPr sz="2475" b="0">
                <a:solidFill>
                  <a:srgbClr val="4D5A68"/>
                </a:solidFill>
                <a:latin typeface="Malgun Gothic"/>
                <a:ea typeface="Malgun Gothic"/>
                <a:cs typeface="Malgun Gothic"/>
              </a:defRPr>
            </a:lvl2pPr>
            <a:lvl3pPr algn="ctr">
              <a:defRPr sz="2475" b="0">
                <a:solidFill>
                  <a:srgbClr val="4D5A68"/>
                </a:solidFill>
                <a:latin typeface="Malgun Gothic"/>
                <a:ea typeface="Malgun Gothic"/>
                <a:cs typeface="Malgun Gothic"/>
              </a:defRPr>
            </a:lvl3pPr>
            <a:lvl4pPr algn="ctr">
              <a:defRPr sz="2475" b="0">
                <a:solidFill>
                  <a:srgbClr val="4D5A68"/>
                </a:solidFill>
                <a:latin typeface="Malgun Gothic"/>
                <a:ea typeface="Malgun Gothic"/>
                <a:cs typeface="Malgun Gothic"/>
              </a:defRPr>
            </a:lvl4pPr>
            <a:lvl5pPr algn="ctr">
              <a:defRPr sz="2475" b="0">
                <a:solidFill>
                  <a:srgbClr val="4D5A68"/>
                </a:solidFill>
                <a:latin typeface="Malgun Gothic"/>
                <a:ea typeface="Malgun Gothic"/>
                <a:cs typeface="Malgun Gothic"/>
              </a:defRPr>
            </a:lvl5pPr>
            <a:lvl6pPr algn="ctr">
              <a:defRPr sz="2475" b="0">
                <a:solidFill>
                  <a:srgbClr val="4D5A68"/>
                </a:solidFill>
                <a:latin typeface="Malgun Gothic"/>
                <a:ea typeface="Malgun Gothic"/>
                <a:cs typeface="Malgun Gothic"/>
              </a:defRPr>
            </a:lvl6pPr>
            <a:lvl7pPr algn="ctr">
              <a:defRPr sz="2475" b="0">
                <a:solidFill>
                  <a:srgbClr val="4D5A68"/>
                </a:solidFill>
                <a:latin typeface="Malgun Gothic"/>
                <a:ea typeface="Malgun Gothic"/>
                <a:cs typeface="Malgun Gothic"/>
              </a:defRPr>
            </a:lvl7pPr>
            <a:lvl8pPr algn="ctr">
              <a:defRPr sz="2475" b="0">
                <a:solidFill>
                  <a:srgbClr val="4D5A68"/>
                </a:solidFill>
                <a:latin typeface="Malgun Gothic"/>
                <a:ea typeface="Malgun Gothic"/>
                <a:cs typeface="Malgun Gothic"/>
              </a:defRPr>
            </a:lvl8pPr>
            <a:lvl9pPr algn="ctr">
              <a:defRPr sz="2475" b="0">
                <a:solidFill>
                  <a:srgbClr val="4D5A68"/>
                </a:solidFill>
                <a:latin typeface="Malgun Gothic"/>
                <a:ea typeface="Malgun Gothic"/>
                <a:cs typeface="Malgun Gothic"/>
              </a:defRPr>
            </a:lvl9pPr>
          </a:lstStyle>
          <a:p xmlns:a="http://schemas.openxmlformats.org/drawingml/2006/main">
            <a:pPr algn="ctr">
              <a:defRPr sz="2475" b="0">
                <a:solidFill>
                  <a:srgbClr val="4D5A68"/>
                </a:solidFill>
                <a:latin typeface="Malgun Gothic"/>
                <a:ea typeface="Malgun Gothic"/>
                <a:cs typeface="Malgun Gothic"/>
              </a:defRPr>
            </a:pPr>
            <a:r>
              <a:rPr sz="2475" b="0">
                <a:solidFill>
                  <a:srgbClr val="4D5A68"/>
                </a:solidFill>
                <a:latin typeface="Malgun Gothic"/>
                <a:ea typeface="Malgun Gothic"/>
                <a:cs typeface="Malgun Gothic"/>
              </a:rPr>
              <a:t>+</a:t>
            </a:r>
          </a:p>
        </p:txBody>
      </p:sp>
      <p:pic>
        <p:nvPicPr>
          <p:cNvPr id="12" name="">
            <a:extLst xmlns:a="http://schemas.openxmlformats.org/drawingml/2006/main">
              <a:ext uri="{FF2B5EF4-FFF2-40B4-BE49-F238E27FC236}">
                <a16:creationId xmlns:a16="http://schemas.microsoft.com/office/drawing/2014/main" id="{E2E61586-0B9B-45A0-8351-68541F4DE706}"/>
              </a:ext>
            </a:extLst>
          </p:cNvPr>
          <p:cNvPicPr>
            <a:picLocks xmlns:a="http://schemas.openxmlformats.org/drawingml/2006/main" noChangeAspect="1"/>
          </p:cNvPicPr>
          <p:nvPr/>
        </p:nvPicPr>
        <p:blipFill>
          <a:blip xmlns:r="http://schemas.openxmlformats.org/officeDocument/2006/relationships" xmlns:a="http://schemas.openxmlformats.org/drawingml/2006/main" r:embed="Rd6b24596b6094590"/>
          <a:srcRect xmlns:a="http://schemas.openxmlformats.org/drawingml/2006/main" l="50000" t="0" r="0" b="0"/>
          <a:stretch xmlns:a="http://schemas.openxmlformats.org/drawingml/2006/main"/>
        </p:blipFill>
        <p:spPr>
          <a:xfrm xmlns:a="http://schemas.openxmlformats.org/drawingml/2006/main">
            <a:off x="2762250" y="2505075"/>
            <a:ext cx="838200" cy="838200"/>
          </a:xfrm>
          <a:prstGeom xmlns:a="http://schemas.openxmlformats.org/drawingml/2006/main" prst="rect">
            <a:avLst/>
          </a:prstGeom>
        </p:spPr>
      </p:pic>
      <p:sp>
        <p:nvSpPr>
          <p:cNvPr id="13" name="AI Agent">
            <a:extLst xmlns:a="http://schemas.openxmlformats.org/drawingml/2006/main">
              <a:ext uri="{FF2B5EF4-FFF2-40B4-BE49-F238E27FC236}">
                <a16:creationId xmlns:a16="http://schemas.microsoft.com/office/drawing/2014/main" id="{7A992F36-9CAC-4492-8519-B29CDE452768}"/>
              </a:ext>
            </a:extLst>
          </p:cNvPr>
          <p:cNvSpPr>
            <a:spLocks xmlns:a="http://schemas.openxmlformats.org/drawingml/2006/main" noGrp="1"/>
          </p:cNvSpPr>
          <p:nvPr/>
        </p:nvSpPr>
        <p:spPr>
          <a:xfrm xmlns:a="http://schemas.openxmlformats.org/drawingml/2006/main">
            <a:off x="3705225" y="2714625"/>
            <a:ext cx="1857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AI Agent</a:t>
            </a:r>
          </a:p>
        </p:txBody>
      </p:sp>
      <p:pic>
        <p:nvPicPr>
          <p:cNvPr id="14" name="">
            <a:extLst xmlns:a="http://schemas.openxmlformats.org/drawingml/2006/main">
              <a:ext uri="{FF2B5EF4-FFF2-40B4-BE49-F238E27FC236}">
                <a16:creationId xmlns:a16="http://schemas.microsoft.com/office/drawing/2014/main" id="{0BD66814-96E4-408A-926D-44AD193B053F}"/>
              </a:ext>
            </a:extLst>
          </p:cNvPr>
          <p:cNvPicPr>
            <a:picLocks xmlns:a="http://schemas.openxmlformats.org/drawingml/2006/main" noChangeAspect="1"/>
          </p:cNvPicPr>
          <p:nvPr/>
        </p:nvPicPr>
        <p:blipFill>
          <a:blip xmlns:r="http://schemas.openxmlformats.org/officeDocument/2006/relationships" xmlns:a="http://schemas.openxmlformats.org/drawingml/2006/main" r:embed="Rab4aa8c9254b49aa"/>
          <a:srcRect xmlns:a="http://schemas.openxmlformats.org/drawingml/2006/main" l="0" t="0" r="50000" b="0"/>
          <a:stretch xmlns:a="http://schemas.openxmlformats.org/drawingml/2006/main"/>
        </p:blipFill>
        <p:spPr>
          <a:xfrm xmlns:a="http://schemas.openxmlformats.org/drawingml/2006/main">
            <a:off x="7181850" y="2505075"/>
            <a:ext cx="838200" cy="838200"/>
          </a:xfrm>
          <a:prstGeom xmlns:a="http://schemas.openxmlformats.org/drawingml/2006/main" prst="rect">
            <a:avLst/>
          </a:prstGeom>
        </p:spPr>
      </p:pic>
      <p:sp>
        <p:nvSpPr>
          <p:cNvPr id="15" name="사람이 최종 결정">
            <a:extLst xmlns:a="http://schemas.openxmlformats.org/drawingml/2006/main">
              <a:ext uri="{FF2B5EF4-FFF2-40B4-BE49-F238E27FC236}">
                <a16:creationId xmlns:a16="http://schemas.microsoft.com/office/drawing/2014/main" id="{36470598-AA19-4C71-BD3D-496028EA93A7}"/>
              </a:ext>
            </a:extLst>
          </p:cNvPr>
          <p:cNvSpPr>
            <a:spLocks xmlns:a="http://schemas.openxmlformats.org/drawingml/2006/main" noGrp="1"/>
          </p:cNvSpPr>
          <p:nvPr/>
        </p:nvSpPr>
        <p:spPr>
          <a:xfrm xmlns:a="http://schemas.openxmlformats.org/drawingml/2006/main">
            <a:off x="8172450" y="2714625"/>
            <a:ext cx="3409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사람이 최종 결정</a:t>
            </a:r>
          </a:p>
        </p:txBody>
      </p:sp>
      <p:sp>
        <p:nvSpPr>
          <p:cNvPr id="16" name="">
            <a:extLst xmlns:a="http://schemas.openxmlformats.org/drawingml/2006/main">
              <a:ext uri="{FF2B5EF4-FFF2-40B4-BE49-F238E27FC236}">
                <a16:creationId xmlns:a16="http://schemas.microsoft.com/office/drawing/2014/main" id="{B81F0C8B-A6EE-42CA-B210-2779A94F2F4F}"/>
              </a:ext>
            </a:extLst>
          </p:cNvPr>
          <p:cNvSpPr>
            <a:spLocks xmlns:a="http://schemas.openxmlformats.org/drawingml/2006/main" noGrp="1"/>
          </p:cNvSpPr>
          <p:nvPr/>
        </p:nvSpPr>
        <p:spPr>
          <a:xfrm xmlns:a="http://schemas.openxmlformats.org/drawingml/2006/main">
            <a:off x="609600" y="3495675"/>
            <a:ext cx="4953000" cy="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7" name="">
            <a:extLst xmlns:a="http://schemas.openxmlformats.org/drawingml/2006/main">
              <a:ext uri="{FF2B5EF4-FFF2-40B4-BE49-F238E27FC236}">
                <a16:creationId xmlns:a16="http://schemas.microsoft.com/office/drawing/2014/main" id="{5355170D-B8BB-41D0-ABEB-D9B4BC1B120A}"/>
              </a:ext>
            </a:extLst>
          </p:cNvPr>
          <p:cNvSpPr>
            <a:spLocks xmlns:a="http://schemas.openxmlformats.org/drawingml/2006/main" noGrp="1"/>
          </p:cNvSpPr>
          <p:nvPr/>
        </p:nvSpPr>
        <p:spPr>
          <a:xfrm xmlns:a="http://schemas.openxmlformats.org/drawingml/2006/main">
            <a:off x="7181850" y="3495675"/>
            <a:ext cx="4400550" cy="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8" name="파일&#10;구현&#10;테스트">
            <a:extLst xmlns:a="http://schemas.openxmlformats.org/drawingml/2006/main">
              <a:ext uri="{FF2B5EF4-FFF2-40B4-BE49-F238E27FC236}">
                <a16:creationId xmlns:a16="http://schemas.microsoft.com/office/drawing/2014/main" id="{1852E202-456E-4B48-A010-5E14AF7AE23E}"/>
              </a:ext>
            </a:extLst>
          </p:cNvPr>
          <p:cNvSpPr>
            <a:spLocks xmlns:a="http://schemas.openxmlformats.org/drawingml/2006/main" noGrp="1"/>
          </p:cNvSpPr>
          <p:nvPr/>
        </p:nvSpPr>
        <p:spPr>
          <a:xfrm xmlns:a="http://schemas.openxmlformats.org/drawingml/2006/main">
            <a:off x="609600" y="37909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17212B"/>
                </a:solidFill>
                <a:latin typeface="Malgun Gothic"/>
                <a:ea typeface="Malgun Gothic"/>
                <a:cs typeface="Malgun Gothic"/>
              </a:defRPr>
            </a:defPPr>
            <a:lvl1pPr algn="l">
              <a:defRPr sz="2625" b="0">
                <a:solidFill>
                  <a:srgbClr val="17212B"/>
                </a:solidFill>
                <a:latin typeface="Malgun Gothic"/>
                <a:ea typeface="Malgun Gothic"/>
                <a:cs typeface="Malgun Gothic"/>
              </a:defRPr>
            </a:lvl1pPr>
            <a:lvl2pPr algn="l">
              <a:defRPr sz="2625" b="0">
                <a:solidFill>
                  <a:srgbClr val="17212B"/>
                </a:solidFill>
                <a:latin typeface="Malgun Gothic"/>
                <a:ea typeface="Malgun Gothic"/>
                <a:cs typeface="Malgun Gothic"/>
              </a:defRPr>
            </a:lvl2pPr>
            <a:lvl3pPr algn="l">
              <a:defRPr sz="2625" b="0">
                <a:solidFill>
                  <a:srgbClr val="17212B"/>
                </a:solidFill>
                <a:latin typeface="Malgun Gothic"/>
                <a:ea typeface="Malgun Gothic"/>
                <a:cs typeface="Malgun Gothic"/>
              </a:defRPr>
            </a:lvl3pPr>
            <a:lvl4pPr algn="l">
              <a:defRPr sz="2625" b="0">
                <a:solidFill>
                  <a:srgbClr val="17212B"/>
                </a:solidFill>
                <a:latin typeface="Malgun Gothic"/>
                <a:ea typeface="Malgun Gothic"/>
                <a:cs typeface="Malgun Gothic"/>
              </a:defRPr>
            </a:lvl4pPr>
            <a:lvl5pPr algn="l">
              <a:defRPr sz="2625" b="0">
                <a:solidFill>
                  <a:srgbClr val="17212B"/>
                </a:solidFill>
                <a:latin typeface="Malgun Gothic"/>
                <a:ea typeface="Malgun Gothic"/>
                <a:cs typeface="Malgun Gothic"/>
              </a:defRPr>
            </a:lvl5pPr>
            <a:lvl6pPr algn="l">
              <a:defRPr sz="2625" b="0">
                <a:solidFill>
                  <a:srgbClr val="17212B"/>
                </a:solidFill>
                <a:latin typeface="Malgun Gothic"/>
                <a:ea typeface="Malgun Gothic"/>
                <a:cs typeface="Malgun Gothic"/>
              </a:defRPr>
            </a:lvl6pPr>
            <a:lvl7pPr algn="l">
              <a:defRPr sz="2625" b="0">
                <a:solidFill>
                  <a:srgbClr val="17212B"/>
                </a:solidFill>
                <a:latin typeface="Malgun Gothic"/>
                <a:ea typeface="Malgun Gothic"/>
                <a:cs typeface="Malgun Gothic"/>
              </a:defRPr>
            </a:lvl7pPr>
            <a:lvl8pPr algn="l">
              <a:defRPr sz="2625" b="0">
                <a:solidFill>
                  <a:srgbClr val="17212B"/>
                </a:solidFill>
                <a:latin typeface="Malgun Gothic"/>
                <a:ea typeface="Malgun Gothic"/>
                <a:cs typeface="Malgun Gothic"/>
              </a:defRPr>
            </a:lvl8pPr>
            <a:lvl9pPr algn="l">
              <a:defRPr sz="2625" b="0">
                <a:solidFill>
                  <a:srgbClr val="17212B"/>
                </a:solidFill>
                <a:latin typeface="Malgun Gothic"/>
                <a:ea typeface="Malgun Gothic"/>
                <a:cs typeface="Malgun Gothic"/>
              </a:defRPr>
            </a:lvl9pPr>
          </a:lstStyle>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파일</a:t>
            </a:r>
          </a:p>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구현</a:t>
            </a:r>
          </a:p>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테스트</a:t>
            </a:r>
          </a:p>
        </p:txBody>
      </p:sp>
      <p:sp>
        <p:nvSpPr>
          <p:cNvPr id="19" name="원하는 결과&#10;허용할 범위&#10;완료 수용">
            <a:extLst xmlns:a="http://schemas.openxmlformats.org/drawingml/2006/main">
              <a:ext uri="{FF2B5EF4-FFF2-40B4-BE49-F238E27FC236}">
                <a16:creationId xmlns:a16="http://schemas.microsoft.com/office/drawing/2014/main" id="{83D31DA9-8BA0-4861-B754-D2757A34165A}"/>
              </a:ext>
            </a:extLst>
          </p:cNvPr>
          <p:cNvSpPr>
            <a:spLocks xmlns:a="http://schemas.openxmlformats.org/drawingml/2006/main" noGrp="1"/>
          </p:cNvSpPr>
          <p:nvPr/>
        </p:nvSpPr>
        <p:spPr>
          <a:xfrm xmlns:a="http://schemas.openxmlformats.org/drawingml/2006/main">
            <a:off x="7181850" y="3790950"/>
            <a:ext cx="44005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17212B"/>
                </a:solidFill>
                <a:latin typeface="Malgun Gothic"/>
                <a:ea typeface="Malgun Gothic"/>
                <a:cs typeface="Malgun Gothic"/>
              </a:defRPr>
            </a:defPPr>
            <a:lvl1pPr algn="l">
              <a:defRPr sz="2625" b="0">
                <a:solidFill>
                  <a:srgbClr val="17212B"/>
                </a:solidFill>
                <a:latin typeface="Malgun Gothic"/>
                <a:ea typeface="Malgun Gothic"/>
                <a:cs typeface="Malgun Gothic"/>
              </a:defRPr>
            </a:lvl1pPr>
            <a:lvl2pPr algn="l">
              <a:defRPr sz="2625" b="0">
                <a:solidFill>
                  <a:srgbClr val="17212B"/>
                </a:solidFill>
                <a:latin typeface="Malgun Gothic"/>
                <a:ea typeface="Malgun Gothic"/>
                <a:cs typeface="Malgun Gothic"/>
              </a:defRPr>
            </a:lvl2pPr>
            <a:lvl3pPr algn="l">
              <a:defRPr sz="2625" b="0">
                <a:solidFill>
                  <a:srgbClr val="17212B"/>
                </a:solidFill>
                <a:latin typeface="Malgun Gothic"/>
                <a:ea typeface="Malgun Gothic"/>
                <a:cs typeface="Malgun Gothic"/>
              </a:defRPr>
            </a:lvl3pPr>
            <a:lvl4pPr algn="l">
              <a:defRPr sz="2625" b="0">
                <a:solidFill>
                  <a:srgbClr val="17212B"/>
                </a:solidFill>
                <a:latin typeface="Malgun Gothic"/>
                <a:ea typeface="Malgun Gothic"/>
                <a:cs typeface="Malgun Gothic"/>
              </a:defRPr>
            </a:lvl4pPr>
            <a:lvl5pPr algn="l">
              <a:defRPr sz="2625" b="0">
                <a:solidFill>
                  <a:srgbClr val="17212B"/>
                </a:solidFill>
                <a:latin typeface="Malgun Gothic"/>
                <a:ea typeface="Malgun Gothic"/>
                <a:cs typeface="Malgun Gothic"/>
              </a:defRPr>
            </a:lvl5pPr>
            <a:lvl6pPr algn="l">
              <a:defRPr sz="2625" b="0">
                <a:solidFill>
                  <a:srgbClr val="17212B"/>
                </a:solidFill>
                <a:latin typeface="Malgun Gothic"/>
                <a:ea typeface="Malgun Gothic"/>
                <a:cs typeface="Malgun Gothic"/>
              </a:defRPr>
            </a:lvl6pPr>
            <a:lvl7pPr algn="l">
              <a:defRPr sz="2625" b="0">
                <a:solidFill>
                  <a:srgbClr val="17212B"/>
                </a:solidFill>
                <a:latin typeface="Malgun Gothic"/>
                <a:ea typeface="Malgun Gothic"/>
                <a:cs typeface="Malgun Gothic"/>
              </a:defRPr>
            </a:lvl7pPr>
            <a:lvl8pPr algn="l">
              <a:defRPr sz="2625" b="0">
                <a:solidFill>
                  <a:srgbClr val="17212B"/>
                </a:solidFill>
                <a:latin typeface="Malgun Gothic"/>
                <a:ea typeface="Malgun Gothic"/>
                <a:cs typeface="Malgun Gothic"/>
              </a:defRPr>
            </a:lvl8pPr>
            <a:lvl9pPr algn="l">
              <a:defRPr sz="2625" b="0">
                <a:solidFill>
                  <a:srgbClr val="17212B"/>
                </a:solidFill>
                <a:latin typeface="Malgun Gothic"/>
                <a:ea typeface="Malgun Gothic"/>
                <a:cs typeface="Malgun Gothic"/>
              </a:defRPr>
            </a:lvl9pPr>
          </a:lstStyle>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원하는 결과</a:t>
            </a:r>
          </a:p>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허용할 범위</a:t>
            </a:r>
          </a:p>
          <a:p xmlns:a="http://schemas.openxmlformats.org/drawingml/2006/main">
            <a:pPr algn="l">
              <a:defRPr sz="2625" b="0">
                <a:solidFill>
                  <a:srgbClr val="17212B"/>
                </a:solidFill>
                <a:latin typeface="Malgun Gothic"/>
                <a:ea typeface="Malgun Gothic"/>
                <a:cs typeface="Malgun Gothic"/>
              </a:defRPr>
            </a:pPr>
            <a:r>
              <a:rPr sz="2625" b="0">
                <a:solidFill>
                  <a:srgbClr val="17212B"/>
                </a:solidFill>
                <a:latin typeface="Malgun Gothic"/>
                <a:ea typeface="Malgun Gothic"/>
                <a:cs typeface="Malgun Gothic"/>
              </a:rPr>
              <a:t>완료 수용</a:t>
            </a:r>
          </a:p>
        </p:txBody>
      </p:sp>
      <p:sp>
        <p:nvSpPr>
          <p:cNvPr id="20" name="≠">
            <a:extLst xmlns:a="http://schemas.openxmlformats.org/drawingml/2006/main">
              <a:ext uri="{FF2B5EF4-FFF2-40B4-BE49-F238E27FC236}">
                <a16:creationId xmlns:a16="http://schemas.microsoft.com/office/drawing/2014/main" id="{716B5F6F-DD61-43EA-954F-D02222A86D6A}"/>
              </a:ext>
            </a:extLst>
          </p:cNvPr>
          <p:cNvSpPr>
            <a:spLocks xmlns:a="http://schemas.openxmlformats.org/drawingml/2006/main" noGrp="1"/>
          </p:cNvSpPr>
          <p:nvPr/>
        </p:nvSpPr>
        <p:spPr>
          <a:xfrm xmlns:a="http://schemas.openxmlformats.org/drawingml/2006/main">
            <a:off x="5810250" y="3905250"/>
            <a:ext cx="971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0B6172"/>
                </a:solidFill>
                <a:latin typeface="Malgun Gothic"/>
                <a:ea typeface="Malgun Gothic"/>
                <a:cs typeface="Malgun Gothic"/>
              </a:defRPr>
            </a:defPPr>
            <a:lvl1pPr algn="ctr">
              <a:defRPr sz="4800" b="1">
                <a:solidFill>
                  <a:srgbClr val="0B6172"/>
                </a:solidFill>
                <a:latin typeface="Malgun Gothic"/>
                <a:ea typeface="Malgun Gothic"/>
                <a:cs typeface="Malgun Gothic"/>
              </a:defRPr>
            </a:lvl1pPr>
            <a:lvl2pPr algn="ctr">
              <a:defRPr sz="4800" b="1">
                <a:solidFill>
                  <a:srgbClr val="0B6172"/>
                </a:solidFill>
                <a:latin typeface="Malgun Gothic"/>
                <a:ea typeface="Malgun Gothic"/>
                <a:cs typeface="Malgun Gothic"/>
              </a:defRPr>
            </a:lvl2pPr>
            <a:lvl3pPr algn="ctr">
              <a:defRPr sz="4800" b="1">
                <a:solidFill>
                  <a:srgbClr val="0B6172"/>
                </a:solidFill>
                <a:latin typeface="Malgun Gothic"/>
                <a:ea typeface="Malgun Gothic"/>
                <a:cs typeface="Malgun Gothic"/>
              </a:defRPr>
            </a:lvl3pPr>
            <a:lvl4pPr algn="ctr">
              <a:defRPr sz="4800" b="1">
                <a:solidFill>
                  <a:srgbClr val="0B6172"/>
                </a:solidFill>
                <a:latin typeface="Malgun Gothic"/>
                <a:ea typeface="Malgun Gothic"/>
                <a:cs typeface="Malgun Gothic"/>
              </a:defRPr>
            </a:lvl4pPr>
            <a:lvl5pPr algn="ctr">
              <a:defRPr sz="4800" b="1">
                <a:solidFill>
                  <a:srgbClr val="0B6172"/>
                </a:solidFill>
                <a:latin typeface="Malgun Gothic"/>
                <a:ea typeface="Malgun Gothic"/>
                <a:cs typeface="Malgun Gothic"/>
              </a:defRPr>
            </a:lvl5pPr>
            <a:lvl6pPr algn="ctr">
              <a:defRPr sz="4800" b="1">
                <a:solidFill>
                  <a:srgbClr val="0B6172"/>
                </a:solidFill>
                <a:latin typeface="Malgun Gothic"/>
                <a:ea typeface="Malgun Gothic"/>
                <a:cs typeface="Malgun Gothic"/>
              </a:defRPr>
            </a:lvl6pPr>
            <a:lvl7pPr algn="ctr">
              <a:defRPr sz="4800" b="1">
                <a:solidFill>
                  <a:srgbClr val="0B6172"/>
                </a:solidFill>
                <a:latin typeface="Malgun Gothic"/>
                <a:ea typeface="Malgun Gothic"/>
                <a:cs typeface="Malgun Gothic"/>
              </a:defRPr>
            </a:lvl7pPr>
            <a:lvl8pPr algn="ctr">
              <a:defRPr sz="4800" b="1">
                <a:solidFill>
                  <a:srgbClr val="0B6172"/>
                </a:solidFill>
                <a:latin typeface="Malgun Gothic"/>
                <a:ea typeface="Malgun Gothic"/>
                <a:cs typeface="Malgun Gothic"/>
              </a:defRPr>
            </a:lvl8pPr>
            <a:lvl9pPr algn="ctr">
              <a:defRPr sz="4800" b="1">
                <a:solidFill>
                  <a:srgbClr val="0B6172"/>
                </a:solidFill>
                <a:latin typeface="Malgun Gothic"/>
                <a:ea typeface="Malgun Gothic"/>
                <a:cs typeface="Malgun Gothic"/>
              </a:defRPr>
            </a:lvl9pPr>
          </a:lstStyle>
          <a:p xmlns:a="http://schemas.openxmlformats.org/drawingml/2006/main">
            <a:pPr algn="ctr">
              <a:defRPr sz="4800" b="1">
                <a:solidFill>
                  <a:srgbClr val="0B6172"/>
                </a:solidFill>
                <a:latin typeface="Malgun Gothic"/>
                <a:ea typeface="Malgun Gothic"/>
                <a:cs typeface="Malgun Gothic"/>
              </a:defRPr>
            </a:pPr>
            <a:r>
              <a:rPr sz="4800" b="1">
                <a:solidFill>
                  <a:srgbClr val="0B6172"/>
                </a:solidFill>
                <a:latin typeface="Malgun Gothic"/>
                <a:ea typeface="Malgun Gothic"/>
                <a:cs typeface="Malgun Gothic"/>
              </a:rPr>
              <a:t>≠</a:t>
            </a:r>
          </a:p>
        </p:txBody>
      </p:sp>
      <p:sp>
        <p:nvSpPr>
          <p:cNvPr id="21" name="Agent는 제안하고, 사람은 최종 선택·승인한다.">
            <a:extLst xmlns:a="http://schemas.openxmlformats.org/drawingml/2006/main">
              <a:ext uri="{FF2B5EF4-FFF2-40B4-BE49-F238E27FC236}">
                <a16:creationId xmlns:a16="http://schemas.microsoft.com/office/drawing/2014/main" id="{2E46A5A9-3252-4414-93BD-AD2DE7D78535}"/>
              </a:ext>
            </a:extLst>
          </p:cNvPr>
          <p:cNvSpPr>
            <a:spLocks xmlns:a="http://schemas.openxmlformats.org/drawingml/2006/main" noGrp="1"/>
          </p:cNvSpPr>
          <p:nvPr/>
        </p:nvSpPr>
        <p:spPr>
          <a:xfrm xmlns:a="http://schemas.openxmlformats.org/drawingml/2006/main">
            <a:off x="609600" y="53625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Agent는 제안하고, 사람은 최종 선택·승인한다.</a:t>
            </a:r>
          </a:p>
        </p:txBody>
      </p:sp>
      <p:sp>
        <p:nvSpPr>
          <p:cNvPr id="22" name="Legacy module connection">
            <a:extLst xmlns:a="http://schemas.openxmlformats.org/drawingml/2006/main">
              <a:ext uri="{FF2B5EF4-FFF2-40B4-BE49-F238E27FC236}">
                <a16:creationId xmlns:a16="http://schemas.microsoft.com/office/drawing/2014/main" id="{41850215-DFC7-43E0-BFEE-AC4F09101C6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 · M2</a:t>
            </a:r>
          </a:p>
        </p:txBody>
      </p:sp>
    </p:spTree>
    <p:extLst>
      <p:ext uri="{BB962C8B-B14F-4D97-AF65-F5344CB8AC3E}">
        <p14:creationId xmlns:p14="http://schemas.microsoft.com/office/powerpoint/2010/main" val="267549054"/>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2" name="ACT 0 · 제조 라인 검사 Task로 이어지는 질문">
            <a:extLst xmlns:a="http://schemas.openxmlformats.org/drawingml/2006/main">
              <a:ext uri="{FF2B5EF4-FFF2-40B4-BE49-F238E27FC236}">
                <a16:creationId xmlns:a16="http://schemas.microsoft.com/office/drawing/2014/main" id="{88CCF335-389A-4B55-8130-4A81172E078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제조 라인 검사 Task로 이어지는 질문</a:t>
            </a:r>
          </a:p>
        </p:txBody>
      </p:sp>
      <p:sp>
        <p:nvSpPr>
          <p:cNvPr id="2" name="S14">
            <a:extLst xmlns:a="http://schemas.openxmlformats.org/drawingml/2006/main">
              <a:ext uri="{FF2B5EF4-FFF2-40B4-BE49-F238E27FC236}">
                <a16:creationId xmlns:a16="http://schemas.microsoft.com/office/drawing/2014/main" id="{E974CC5A-AE21-44AB-BD24-763A9D278D5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S15</a:t>
            </a:r>
          </a:p>
        </p:txBody>
      </p:sp>
      <p:sp>
        <p:nvSpPr>
          <p:cNvPr id="3" name="Repository를 보면 내가 원하는 것까지 알까?">
            <a:extLst xmlns:a="http://schemas.openxmlformats.org/drawingml/2006/main">
              <a:ext uri="{FF2B5EF4-FFF2-40B4-BE49-F238E27FC236}">
                <a16:creationId xmlns:a16="http://schemas.microsoft.com/office/drawing/2014/main" id="{CB60CD85-F611-412A-9AC2-11D203926B1F}"/>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Repository를 보면 내가 원하는 것까지 알까?</a:t>
            </a:r>
          </a:p>
        </p:txBody>
      </p:sp>
      <p:sp>
        <p:nvSpPr>
          <p:cNvPr id="4" name="">
            <a:extLst xmlns:a="http://schemas.openxmlformats.org/drawingml/2006/main">
              <a:ext uri="{FF2B5EF4-FFF2-40B4-BE49-F238E27FC236}">
                <a16:creationId xmlns:a16="http://schemas.microsoft.com/office/drawing/2014/main" id="{512C46B6-9E76-49BA-8CA8-9036C21C0E0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검사 Task 가정 · 점선은 추가 정의·연결 범위 · 실제 실행 결과 아님">
            <a:extLst xmlns:a="http://schemas.openxmlformats.org/drawingml/2006/main">
              <a:ext uri="{FF2B5EF4-FFF2-40B4-BE49-F238E27FC236}">
                <a16:creationId xmlns:a16="http://schemas.microsoft.com/office/drawing/2014/main" id="{3B4A5301-0F45-402D-9F25-05358361F0AE}"/>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검사 Task 가정 · 점선은 추가 정의·연결 범위 · 실제 실행 결과 아님</a:t>
            </a:r>
          </a:p>
        </p:txBody>
      </p:sp>
      <p:sp>
        <p:nvSpPr>
          <p:cNvPr id="6" name="실제 저장소에는 후속 함수도 있습니다. 도식은 실제 실행 순서나 함수의 미구현 상태를 재현하지 않습니다.">
            <a:extLst xmlns:a="http://schemas.openxmlformats.org/drawingml/2006/main">
              <a:ext uri="{FF2B5EF4-FFF2-40B4-BE49-F238E27FC236}">
                <a16:creationId xmlns:a16="http://schemas.microsoft.com/office/drawing/2014/main" id="{27D32C4E-B804-45C9-8D57-3C133A42B2C8}"/>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저장소에는 후속 함수도 있습니다. 도식은 실제 실행 순서나 함수의 미구현 상태를 재현하지 않습니다.</a:t>
            </a:r>
          </a:p>
        </p:txBody>
      </p:sp>
      <p:sp>
        <p:nvSpPr>
          <p:cNvPr id="7" name="제조 라인 검사장비로 확장한다면?">
            <a:extLst xmlns:a="http://schemas.openxmlformats.org/drawingml/2006/main">
              <a:ext uri="{FF2B5EF4-FFF2-40B4-BE49-F238E27FC236}">
                <a16:creationId xmlns:a16="http://schemas.microsoft.com/office/drawing/2014/main" id="{A7D5E0C5-5494-4096-A1FC-AEC544AB62C1}"/>
              </a:ext>
            </a:extLst>
          </p:cNvPr>
          <p:cNvSpPr>
            <a:spLocks xmlns:a="http://schemas.openxmlformats.org/drawingml/2006/main" noGrp="1"/>
          </p:cNvSpPr>
          <p:nvPr/>
        </p:nvSpPr>
        <p:spPr>
          <a:xfrm xmlns:a="http://schemas.openxmlformats.org/drawingml/2006/main">
            <a:off x="609600" y="16192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제조 라인 검사장비로 확장한다면?</a:t>
            </a:r>
          </a:p>
        </p:txBody>
      </p:sp>
      <p:sp>
        <p:nvSpPr>
          <p:cNvPr id="8" name="앞서 살펴본 기존 구현">
            <a:extLst xmlns:a="http://schemas.openxmlformats.org/drawingml/2006/main">
              <a:ext uri="{FF2B5EF4-FFF2-40B4-BE49-F238E27FC236}">
                <a16:creationId xmlns:a16="http://schemas.microsoft.com/office/drawing/2014/main" id="{2F7624A1-0919-4793-B9E6-D5C3D2A36740}"/>
              </a:ext>
            </a:extLst>
          </p:cNvPr>
          <p:cNvSpPr>
            <a:spLocks xmlns:a="http://schemas.openxmlformats.org/drawingml/2006/main" noGrp="1"/>
          </p:cNvSpPr>
          <p:nvPr/>
        </p:nvSpPr>
        <p:spPr>
          <a:xfrm xmlns:a="http://schemas.openxmlformats.org/drawingml/2006/main">
            <a:off x="609600" y="2047875"/>
            <a:ext cx="350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앞서 살펴본 기존 구현</a:t>
            </a:r>
          </a:p>
        </p:txBody>
      </p:sp>
      <p:sp>
        <p:nvSpPr>
          <p:cNvPr id="9" name="검사 흐름으로 추가 정의·연결할 범위">
            <a:extLst xmlns:a="http://schemas.openxmlformats.org/drawingml/2006/main">
              <a:ext uri="{FF2B5EF4-FFF2-40B4-BE49-F238E27FC236}">
                <a16:creationId xmlns:a16="http://schemas.microsoft.com/office/drawing/2014/main" id="{5AFCF99A-DA6F-4E66-81BC-04DA46E71E18}"/>
              </a:ext>
            </a:extLst>
          </p:cNvPr>
          <p:cNvSpPr>
            <a:spLocks xmlns:a="http://schemas.openxmlformats.org/drawingml/2006/main" noGrp="1"/>
          </p:cNvSpPr>
          <p:nvPr/>
        </p:nvSpPr>
        <p:spPr>
          <a:xfrm xmlns:a="http://schemas.openxmlformats.org/drawingml/2006/main">
            <a:off x="4343400" y="2047875"/>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805400"/>
                </a:solidFill>
                <a:latin typeface="Malgun Gothic"/>
                <a:ea typeface="Malgun Gothic"/>
                <a:cs typeface="Malgun Gothic"/>
              </a:defRPr>
            </a:defPPr>
            <a:lvl1pPr algn="l">
              <a:defRPr sz="1725" b="1">
                <a:solidFill>
                  <a:srgbClr val="805400"/>
                </a:solidFill>
                <a:latin typeface="Malgun Gothic"/>
                <a:ea typeface="Malgun Gothic"/>
                <a:cs typeface="Malgun Gothic"/>
              </a:defRPr>
            </a:lvl1pPr>
            <a:lvl2pPr algn="l">
              <a:defRPr sz="1725" b="1">
                <a:solidFill>
                  <a:srgbClr val="805400"/>
                </a:solidFill>
                <a:latin typeface="Malgun Gothic"/>
                <a:ea typeface="Malgun Gothic"/>
                <a:cs typeface="Malgun Gothic"/>
              </a:defRPr>
            </a:lvl2pPr>
            <a:lvl3pPr algn="l">
              <a:defRPr sz="1725" b="1">
                <a:solidFill>
                  <a:srgbClr val="805400"/>
                </a:solidFill>
                <a:latin typeface="Malgun Gothic"/>
                <a:ea typeface="Malgun Gothic"/>
                <a:cs typeface="Malgun Gothic"/>
              </a:defRPr>
            </a:lvl3pPr>
            <a:lvl4pPr algn="l">
              <a:defRPr sz="1725" b="1">
                <a:solidFill>
                  <a:srgbClr val="805400"/>
                </a:solidFill>
                <a:latin typeface="Malgun Gothic"/>
                <a:ea typeface="Malgun Gothic"/>
                <a:cs typeface="Malgun Gothic"/>
              </a:defRPr>
            </a:lvl4pPr>
            <a:lvl5pPr algn="l">
              <a:defRPr sz="1725" b="1">
                <a:solidFill>
                  <a:srgbClr val="805400"/>
                </a:solidFill>
                <a:latin typeface="Malgun Gothic"/>
                <a:ea typeface="Malgun Gothic"/>
                <a:cs typeface="Malgun Gothic"/>
              </a:defRPr>
            </a:lvl5pPr>
            <a:lvl6pPr algn="l">
              <a:defRPr sz="1725" b="1">
                <a:solidFill>
                  <a:srgbClr val="805400"/>
                </a:solidFill>
                <a:latin typeface="Malgun Gothic"/>
                <a:ea typeface="Malgun Gothic"/>
                <a:cs typeface="Malgun Gothic"/>
              </a:defRPr>
            </a:lvl6pPr>
            <a:lvl7pPr algn="l">
              <a:defRPr sz="1725" b="1">
                <a:solidFill>
                  <a:srgbClr val="805400"/>
                </a:solidFill>
                <a:latin typeface="Malgun Gothic"/>
                <a:ea typeface="Malgun Gothic"/>
                <a:cs typeface="Malgun Gothic"/>
              </a:defRPr>
            </a:lvl7pPr>
            <a:lvl8pPr algn="l">
              <a:defRPr sz="1725" b="1">
                <a:solidFill>
                  <a:srgbClr val="805400"/>
                </a:solidFill>
                <a:latin typeface="Malgun Gothic"/>
                <a:ea typeface="Malgun Gothic"/>
                <a:cs typeface="Malgun Gothic"/>
              </a:defRPr>
            </a:lvl8pPr>
            <a:lvl9pPr algn="l">
              <a:defRPr sz="1725" b="1">
                <a:solidFill>
                  <a:srgbClr val="805400"/>
                </a:solidFill>
                <a:latin typeface="Malgun Gothic"/>
                <a:ea typeface="Malgun Gothic"/>
                <a:cs typeface="Malgun Gothic"/>
              </a:defRPr>
            </a:lvl9pPr>
          </a:lstStyle>
          <a:p xmlns:a="http://schemas.openxmlformats.org/drawingml/2006/main">
            <a:pPr algn="l">
              <a:defRPr sz="1725" b="1">
                <a:solidFill>
                  <a:srgbClr val="805400"/>
                </a:solidFill>
                <a:latin typeface="Malgun Gothic"/>
                <a:ea typeface="Malgun Gothic"/>
                <a:cs typeface="Malgun Gothic"/>
              </a:defRPr>
            </a:pPr>
            <a:r>
              <a:rPr sz="1725" b="1">
                <a:solidFill>
                  <a:srgbClr val="805400"/>
                </a:solidFill>
                <a:latin typeface="Malgun Gothic"/>
                <a:ea typeface="Malgun Gothic"/>
                <a:cs typeface="Malgun Gothic"/>
              </a:rPr>
              <a:t>검사 흐름으로 추가 정의·연결할 범위</a:t>
            </a:r>
          </a:p>
        </p:txBody>
      </p:sp>
      <p:sp>
        <p:nvSpPr>
          <p:cNvPr id="10" name="">
            <a:extLst xmlns:a="http://schemas.openxmlformats.org/drawingml/2006/main">
              <a:ext uri="{FF2B5EF4-FFF2-40B4-BE49-F238E27FC236}">
                <a16:creationId xmlns:a16="http://schemas.microsoft.com/office/drawing/2014/main" id="{E071B194-D538-4E87-B464-B8F5C228B908}"/>
              </a:ext>
            </a:extLst>
          </p:cNvPr>
          <p:cNvSpPr>
            <a:spLocks xmlns:a="http://schemas.openxmlformats.org/drawingml/2006/main" noGrp="1"/>
          </p:cNvSpPr>
          <p:nvPr/>
        </p:nvSpPr>
        <p:spPr>
          <a:xfrm xmlns:a="http://schemas.openxmlformats.org/drawingml/2006/main">
            <a:off x="609600" y="2457450"/>
            <a:ext cx="1638300" cy="1790700"/>
          </a:xfrm>
          <a:prstGeom xmlns:a="http://schemas.openxmlformats.org/drawingml/2006/main" prst="rect">
            <a:avLst/>
          </a:prstGeom>
          <a:solidFill xmlns:a="http://schemas.openxmlformats.org/drawingml/2006/main">
            <a:srgbClr val="F4F6F8"/>
          </a:solidFill>
          <a:ln xmlns:a="http://schemas.openxmlformats.org/drawingml/2006/main" w="14288">
            <a:solidFill>
              <a:srgbClr val="C7D0DA"/>
            </a:solidFill>
            <a:prstDash val="solid"/>
          </a:ln>
        </p:spPr>
      </p:sp>
      <p:sp>
        <p:nvSpPr>
          <p:cNvPr id="11" name="촬영 이미지">
            <a:extLst xmlns:a="http://schemas.openxmlformats.org/drawingml/2006/main">
              <a:ext uri="{FF2B5EF4-FFF2-40B4-BE49-F238E27FC236}">
                <a16:creationId xmlns:a16="http://schemas.microsoft.com/office/drawing/2014/main" id="{BC74BDA0-A703-4842-97D3-A850C8691E7F}"/>
              </a:ext>
            </a:extLst>
          </p:cNvPr>
          <p:cNvSpPr>
            <a:spLocks xmlns:a="http://schemas.openxmlformats.org/drawingml/2006/main" noGrp="1"/>
          </p:cNvSpPr>
          <p:nvPr/>
        </p:nvSpPr>
        <p:spPr>
          <a:xfrm xmlns:a="http://schemas.openxmlformats.org/drawingml/2006/main">
            <a:off x="6858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촬영 이미지</a:t>
            </a:r>
          </a:p>
        </p:txBody>
      </p:sp>
      <p:sp>
        <p:nvSpPr>
          <p:cNvPr id="12" name="Input">
            <a:extLst xmlns:a="http://schemas.openxmlformats.org/drawingml/2006/main">
              <a:ext uri="{FF2B5EF4-FFF2-40B4-BE49-F238E27FC236}">
                <a16:creationId xmlns:a16="http://schemas.microsoft.com/office/drawing/2014/main" id="{60C8C63D-42C6-46C1-9DAB-5BD579BBA1FC}"/>
              </a:ext>
            </a:extLst>
          </p:cNvPr>
          <p:cNvSpPr>
            <a:spLocks xmlns:a="http://schemas.openxmlformats.org/drawingml/2006/main" noGrp="1"/>
          </p:cNvSpPr>
          <p:nvPr/>
        </p:nvSpPr>
        <p:spPr>
          <a:xfrm xmlns:a="http://schemas.openxmlformats.org/drawingml/2006/main">
            <a:off x="6572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0B6172"/>
                </a:solidFill>
                <a:latin typeface="Malgun Gothic"/>
                <a:ea typeface="Malgun Gothic"/>
                <a:cs typeface="Malgun Gothic"/>
              </a:defRPr>
            </a:defPPr>
            <a:lvl1pPr algn="ctr">
              <a:defRPr sz="1500" b="0">
                <a:solidFill>
                  <a:srgbClr val="0B6172"/>
                </a:solidFill>
                <a:latin typeface="Malgun Gothic"/>
                <a:ea typeface="Malgun Gothic"/>
                <a:cs typeface="Malgun Gothic"/>
              </a:defRPr>
            </a:lvl1pPr>
            <a:lvl2pPr algn="ctr">
              <a:defRPr sz="1500" b="0">
                <a:solidFill>
                  <a:srgbClr val="0B6172"/>
                </a:solidFill>
                <a:latin typeface="Malgun Gothic"/>
                <a:ea typeface="Malgun Gothic"/>
                <a:cs typeface="Malgun Gothic"/>
              </a:defRPr>
            </a:lvl2pPr>
            <a:lvl3pPr algn="ctr">
              <a:defRPr sz="1500" b="0">
                <a:solidFill>
                  <a:srgbClr val="0B6172"/>
                </a:solidFill>
                <a:latin typeface="Malgun Gothic"/>
                <a:ea typeface="Malgun Gothic"/>
                <a:cs typeface="Malgun Gothic"/>
              </a:defRPr>
            </a:lvl3pPr>
            <a:lvl4pPr algn="ctr">
              <a:defRPr sz="1500" b="0">
                <a:solidFill>
                  <a:srgbClr val="0B6172"/>
                </a:solidFill>
                <a:latin typeface="Malgun Gothic"/>
                <a:ea typeface="Malgun Gothic"/>
                <a:cs typeface="Malgun Gothic"/>
              </a:defRPr>
            </a:lvl4pPr>
            <a:lvl5pPr algn="ctr">
              <a:defRPr sz="1500" b="0">
                <a:solidFill>
                  <a:srgbClr val="0B6172"/>
                </a:solidFill>
                <a:latin typeface="Malgun Gothic"/>
                <a:ea typeface="Malgun Gothic"/>
                <a:cs typeface="Malgun Gothic"/>
              </a:defRPr>
            </a:lvl5pPr>
            <a:lvl6pPr algn="ctr">
              <a:defRPr sz="1500" b="0">
                <a:solidFill>
                  <a:srgbClr val="0B6172"/>
                </a:solidFill>
                <a:latin typeface="Malgun Gothic"/>
                <a:ea typeface="Malgun Gothic"/>
                <a:cs typeface="Malgun Gothic"/>
              </a:defRPr>
            </a:lvl6pPr>
            <a:lvl7pPr algn="ctr">
              <a:defRPr sz="1500" b="0">
                <a:solidFill>
                  <a:srgbClr val="0B6172"/>
                </a:solidFill>
                <a:latin typeface="Malgun Gothic"/>
                <a:ea typeface="Malgun Gothic"/>
                <a:cs typeface="Malgun Gothic"/>
              </a:defRPr>
            </a:lvl7pPr>
            <a:lvl8pPr algn="ctr">
              <a:defRPr sz="1500" b="0">
                <a:solidFill>
                  <a:srgbClr val="0B6172"/>
                </a:solidFill>
                <a:latin typeface="Malgun Gothic"/>
                <a:ea typeface="Malgun Gothic"/>
                <a:cs typeface="Malgun Gothic"/>
              </a:defRPr>
            </a:lvl8pPr>
            <a:lvl9pPr algn="ctr">
              <a:defRPr sz="1500" b="0">
                <a:solidFill>
                  <a:srgbClr val="0B6172"/>
                </a:solidFill>
                <a:latin typeface="Malgun Gothic"/>
                <a:ea typeface="Malgun Gothic"/>
                <a:cs typeface="Malgun Gothic"/>
              </a:defRPr>
            </a:lvl9pPr>
          </a:lstStyle>
          <a:p xmlns:a="http://schemas.openxmlformats.org/drawingml/2006/main">
            <a:pPr algn="ctr">
              <a:defRPr sz="1500" b="0">
                <a:solidFill>
                  <a:srgbClr val="0B6172"/>
                </a:solidFill>
                <a:latin typeface="Malgun Gothic"/>
                <a:ea typeface="Malgun Gothic"/>
                <a:cs typeface="Malgun Gothic"/>
              </a:defRPr>
            </a:pPr>
            <a:r>
              <a:rPr sz="1500" b="0">
                <a:solidFill>
                  <a:srgbClr val="0B6172"/>
                </a:solidFill>
                <a:latin typeface="Malgun Gothic"/>
                <a:ea typeface="Malgun Gothic"/>
                <a:cs typeface="Malgun Gothic"/>
              </a:rPr>
              <a:t>Input</a:t>
            </a:r>
          </a:p>
        </p:txBody>
      </p:sp>
      <p:sp>
        <p:nvSpPr>
          <p:cNvPr id="13" name="">
            <a:extLst xmlns:a="http://schemas.openxmlformats.org/drawingml/2006/main">
              <a:ext uri="{FF2B5EF4-FFF2-40B4-BE49-F238E27FC236}">
                <a16:creationId xmlns:a16="http://schemas.microsoft.com/office/drawing/2014/main" id="{F3D4C4F7-05CF-49E6-AEDF-9DA44F01D690}"/>
              </a:ext>
            </a:extLst>
          </p:cNvPr>
          <p:cNvSpPr>
            <a:spLocks xmlns:a="http://schemas.openxmlformats.org/drawingml/2006/main" noGrp="1"/>
          </p:cNvSpPr>
          <p:nvPr/>
        </p:nvSpPr>
        <p:spPr>
          <a:xfrm xmlns:a="http://schemas.openxmlformats.org/drawingml/2006/main">
            <a:off x="2286000" y="3124200"/>
            <a:ext cx="152400" cy="1238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F6EA410-8D9E-40F5-AC1A-6248C039DBBF}"/>
              </a:ext>
            </a:extLst>
          </p:cNvPr>
          <p:cNvSpPr>
            <a:spLocks xmlns:a="http://schemas.openxmlformats.org/drawingml/2006/main" noGrp="1"/>
          </p:cNvSpPr>
          <p:nvPr/>
        </p:nvSpPr>
        <p:spPr>
          <a:xfrm xmlns:a="http://schemas.openxmlformats.org/drawingml/2006/main">
            <a:off x="2476500" y="2457450"/>
            <a:ext cx="1638300" cy="179070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15" name="ROI crop">
            <a:extLst xmlns:a="http://schemas.openxmlformats.org/drawingml/2006/main">
              <a:ext uri="{FF2B5EF4-FFF2-40B4-BE49-F238E27FC236}">
                <a16:creationId xmlns:a16="http://schemas.microsoft.com/office/drawing/2014/main" id="{22368C37-6E34-43FE-B0B3-D8BAA9B0CCF9}"/>
              </a:ext>
            </a:extLst>
          </p:cNvPr>
          <p:cNvSpPr>
            <a:spLocks xmlns:a="http://schemas.openxmlformats.org/drawingml/2006/main" noGrp="1"/>
          </p:cNvSpPr>
          <p:nvPr/>
        </p:nvSpPr>
        <p:spPr>
          <a:xfrm xmlns:a="http://schemas.openxmlformats.org/drawingml/2006/main">
            <a:off x="25527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ROI crop</a:t>
            </a:r>
          </a:p>
        </p:txBody>
      </p:sp>
      <p:sp>
        <p:nvSpPr>
          <p:cNvPr id="16" name="기존 구현 · 조사한 범위">
            <a:extLst xmlns:a="http://schemas.openxmlformats.org/drawingml/2006/main">
              <a:ext uri="{FF2B5EF4-FFF2-40B4-BE49-F238E27FC236}">
                <a16:creationId xmlns:a16="http://schemas.microsoft.com/office/drawing/2014/main" id="{5F4F84EA-E98C-44C9-93B2-3389D4565495}"/>
              </a:ext>
            </a:extLst>
          </p:cNvPr>
          <p:cNvSpPr>
            <a:spLocks xmlns:a="http://schemas.openxmlformats.org/drawingml/2006/main" noGrp="1"/>
          </p:cNvSpPr>
          <p:nvPr/>
        </p:nvSpPr>
        <p:spPr>
          <a:xfrm xmlns:a="http://schemas.openxmlformats.org/drawingml/2006/main">
            <a:off x="25241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0B6172"/>
                </a:solidFill>
                <a:latin typeface="Malgun Gothic"/>
                <a:ea typeface="Malgun Gothic"/>
                <a:cs typeface="Malgun Gothic"/>
              </a:defRPr>
            </a:defPPr>
            <a:lvl1pPr algn="ctr">
              <a:defRPr sz="1350" b="0">
                <a:solidFill>
                  <a:srgbClr val="0B6172"/>
                </a:solidFill>
                <a:latin typeface="Malgun Gothic"/>
                <a:ea typeface="Malgun Gothic"/>
                <a:cs typeface="Malgun Gothic"/>
              </a:defRPr>
            </a:lvl1pPr>
            <a:lvl2pPr algn="ctr">
              <a:defRPr sz="1350" b="0">
                <a:solidFill>
                  <a:srgbClr val="0B6172"/>
                </a:solidFill>
                <a:latin typeface="Malgun Gothic"/>
                <a:ea typeface="Malgun Gothic"/>
                <a:cs typeface="Malgun Gothic"/>
              </a:defRPr>
            </a:lvl2pPr>
            <a:lvl3pPr algn="ctr">
              <a:defRPr sz="1350" b="0">
                <a:solidFill>
                  <a:srgbClr val="0B6172"/>
                </a:solidFill>
                <a:latin typeface="Malgun Gothic"/>
                <a:ea typeface="Malgun Gothic"/>
                <a:cs typeface="Malgun Gothic"/>
              </a:defRPr>
            </a:lvl3pPr>
            <a:lvl4pPr algn="ctr">
              <a:defRPr sz="1350" b="0">
                <a:solidFill>
                  <a:srgbClr val="0B6172"/>
                </a:solidFill>
                <a:latin typeface="Malgun Gothic"/>
                <a:ea typeface="Malgun Gothic"/>
                <a:cs typeface="Malgun Gothic"/>
              </a:defRPr>
            </a:lvl4pPr>
            <a:lvl5pPr algn="ctr">
              <a:defRPr sz="1350" b="0">
                <a:solidFill>
                  <a:srgbClr val="0B6172"/>
                </a:solidFill>
                <a:latin typeface="Malgun Gothic"/>
                <a:ea typeface="Malgun Gothic"/>
                <a:cs typeface="Malgun Gothic"/>
              </a:defRPr>
            </a:lvl5pPr>
            <a:lvl6pPr algn="ctr">
              <a:defRPr sz="1350" b="0">
                <a:solidFill>
                  <a:srgbClr val="0B6172"/>
                </a:solidFill>
                <a:latin typeface="Malgun Gothic"/>
                <a:ea typeface="Malgun Gothic"/>
                <a:cs typeface="Malgun Gothic"/>
              </a:defRPr>
            </a:lvl6pPr>
            <a:lvl7pPr algn="ctr">
              <a:defRPr sz="1350" b="0">
                <a:solidFill>
                  <a:srgbClr val="0B6172"/>
                </a:solidFill>
                <a:latin typeface="Malgun Gothic"/>
                <a:ea typeface="Malgun Gothic"/>
                <a:cs typeface="Malgun Gothic"/>
              </a:defRPr>
            </a:lvl7pPr>
            <a:lvl8pPr algn="ctr">
              <a:defRPr sz="1350" b="0">
                <a:solidFill>
                  <a:srgbClr val="0B6172"/>
                </a:solidFill>
                <a:latin typeface="Malgun Gothic"/>
                <a:ea typeface="Malgun Gothic"/>
                <a:cs typeface="Malgun Gothic"/>
              </a:defRPr>
            </a:lvl8pPr>
            <a:lvl9pPr algn="ctr">
              <a:defRPr sz="1350" b="0">
                <a:solidFill>
                  <a:srgbClr val="0B6172"/>
                </a:solidFill>
                <a:latin typeface="Malgun Gothic"/>
                <a:ea typeface="Malgun Gothic"/>
                <a:cs typeface="Malgun Gothic"/>
              </a:defRPr>
            </a:lvl9pPr>
          </a:lstStyle>
          <a:p xmlns:a="http://schemas.openxmlformats.org/drawingml/2006/main">
            <a:pPr algn="ctr">
              <a:defRPr sz="1350" b="0">
                <a:solidFill>
                  <a:srgbClr val="0B6172"/>
                </a:solidFill>
                <a:latin typeface="Malgun Gothic"/>
                <a:ea typeface="Malgun Gothic"/>
                <a:cs typeface="Malgun Gothic"/>
              </a:defRPr>
            </a:pPr>
            <a:r>
              <a:rPr sz="1350" b="0">
                <a:solidFill>
                  <a:srgbClr val="0B6172"/>
                </a:solidFill>
                <a:latin typeface="Malgun Gothic"/>
                <a:ea typeface="Malgun Gothic"/>
                <a:cs typeface="Malgun Gothic"/>
              </a:rPr>
              <a:t>기존 구현 · 조사한 범위</a:t>
            </a:r>
          </a:p>
        </p:txBody>
      </p:sp>
      <p:sp>
        <p:nvSpPr>
          <p:cNvPr id="17" name="">
            <a:extLst xmlns:a="http://schemas.openxmlformats.org/drawingml/2006/main">
              <a:ext uri="{FF2B5EF4-FFF2-40B4-BE49-F238E27FC236}">
                <a16:creationId xmlns:a16="http://schemas.microsoft.com/office/drawing/2014/main" id="{7A68ECB6-48FD-4902-8337-F7E51ACB9AF6}"/>
              </a:ext>
            </a:extLst>
          </p:cNvPr>
          <p:cNvSpPr>
            <a:spLocks xmlns:a="http://schemas.openxmlformats.org/drawingml/2006/main" noGrp="1"/>
          </p:cNvSpPr>
          <p:nvPr/>
        </p:nvSpPr>
        <p:spPr>
          <a:xfrm xmlns:a="http://schemas.openxmlformats.org/drawingml/2006/main">
            <a:off x="4143375" y="3181350"/>
            <a:ext cx="123825"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18" name="">
            <a:extLst xmlns:a="http://schemas.openxmlformats.org/drawingml/2006/main">
              <a:ext uri="{FF2B5EF4-FFF2-40B4-BE49-F238E27FC236}">
                <a16:creationId xmlns:a16="http://schemas.microsoft.com/office/drawing/2014/main" id="{E4995448-5ACF-4923-8719-F0D773FDE644}"/>
              </a:ext>
            </a:extLst>
          </p:cNvPr>
          <p:cNvSpPr>
            <a:spLocks xmlns:a="http://schemas.openxmlformats.org/drawingml/2006/main" noGrp="1"/>
          </p:cNvSpPr>
          <p:nvPr/>
        </p:nvSpPr>
        <p:spPr>
          <a:xfrm xmlns:a="http://schemas.openxmlformats.org/drawingml/2006/main">
            <a:off x="4257675" y="3133725"/>
            <a:ext cx="66675" cy="952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CDA68F3-EC24-4669-95B8-F3E7061761D2}"/>
              </a:ext>
            </a:extLst>
          </p:cNvPr>
          <p:cNvSpPr>
            <a:spLocks xmlns:a="http://schemas.openxmlformats.org/drawingml/2006/main" noGrp="1"/>
          </p:cNvSpPr>
          <p:nvPr/>
        </p:nvSpPr>
        <p:spPr>
          <a:xfrm xmlns:a="http://schemas.openxmlformats.org/drawingml/2006/main">
            <a:off x="4343400" y="2457450"/>
            <a:ext cx="1638300" cy="1790700"/>
          </a:xfrm>
          <a:prstGeom xmlns:a="http://schemas.openxmlformats.org/drawingml/2006/main" prst="rect">
            <a:avLst/>
          </a:prstGeom>
          <a:solidFill xmlns:a="http://schemas.openxmlformats.org/drawingml/2006/main">
            <a:srgbClr val="F4F6F8"/>
          </a:solidFill>
          <a:ln xmlns:a="http://schemas.openxmlformats.org/drawingml/2006/main" w="19050">
            <a:solidFill>
              <a:srgbClr val="805400"/>
            </a:solidFill>
            <a:prstDash val="dash"/>
          </a:ln>
        </p:spPr>
      </p:sp>
      <p:sp>
        <p:nvSpPr>
          <p:cNvPr id="20" name="밝기 정규화">
            <a:extLst xmlns:a="http://schemas.openxmlformats.org/drawingml/2006/main">
              <a:ext uri="{FF2B5EF4-FFF2-40B4-BE49-F238E27FC236}">
                <a16:creationId xmlns:a16="http://schemas.microsoft.com/office/drawing/2014/main" id="{DB52EF67-7B55-4751-9205-61D5E3511CE3}"/>
              </a:ext>
            </a:extLst>
          </p:cNvPr>
          <p:cNvSpPr>
            <a:spLocks xmlns:a="http://schemas.openxmlformats.org/drawingml/2006/main" noGrp="1"/>
          </p:cNvSpPr>
          <p:nvPr/>
        </p:nvSpPr>
        <p:spPr>
          <a:xfrm xmlns:a="http://schemas.openxmlformats.org/drawingml/2006/main">
            <a:off x="44196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밝기 정규화</a:t>
            </a:r>
          </a:p>
        </p:txBody>
      </p:sp>
      <p:sp>
        <p:nvSpPr>
          <p:cNvPr id="21" name="Normalize">
            <a:extLst xmlns:a="http://schemas.openxmlformats.org/drawingml/2006/main">
              <a:ext uri="{FF2B5EF4-FFF2-40B4-BE49-F238E27FC236}">
                <a16:creationId xmlns:a16="http://schemas.microsoft.com/office/drawing/2014/main" id="{49C4DE5D-4A6C-4157-BB64-8ADE33DC3E6A}"/>
              </a:ext>
            </a:extLst>
          </p:cNvPr>
          <p:cNvSpPr>
            <a:spLocks xmlns:a="http://schemas.openxmlformats.org/drawingml/2006/main" noGrp="1"/>
          </p:cNvSpPr>
          <p:nvPr/>
        </p:nvSpPr>
        <p:spPr>
          <a:xfrm xmlns:a="http://schemas.openxmlformats.org/drawingml/2006/main">
            <a:off x="43910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4D5A68"/>
                </a:solidFill>
                <a:latin typeface="Malgun Gothic"/>
                <a:ea typeface="Malgun Gothic"/>
                <a:cs typeface="Malgun Gothic"/>
              </a:defRPr>
            </a:defPPr>
            <a:lvl1pPr algn="ctr">
              <a:defRPr sz="1500" b="0">
                <a:solidFill>
                  <a:srgbClr val="4D5A68"/>
                </a:solidFill>
                <a:latin typeface="Malgun Gothic"/>
                <a:ea typeface="Malgun Gothic"/>
                <a:cs typeface="Malgun Gothic"/>
              </a:defRPr>
            </a:lvl1pPr>
            <a:lvl2pPr algn="ctr">
              <a:defRPr sz="1500" b="0">
                <a:solidFill>
                  <a:srgbClr val="4D5A68"/>
                </a:solidFill>
                <a:latin typeface="Malgun Gothic"/>
                <a:ea typeface="Malgun Gothic"/>
                <a:cs typeface="Malgun Gothic"/>
              </a:defRPr>
            </a:lvl2pPr>
            <a:lvl3pPr algn="ctr">
              <a:defRPr sz="1500" b="0">
                <a:solidFill>
                  <a:srgbClr val="4D5A68"/>
                </a:solidFill>
                <a:latin typeface="Malgun Gothic"/>
                <a:ea typeface="Malgun Gothic"/>
                <a:cs typeface="Malgun Gothic"/>
              </a:defRPr>
            </a:lvl3pPr>
            <a:lvl4pPr algn="ctr">
              <a:defRPr sz="1500" b="0">
                <a:solidFill>
                  <a:srgbClr val="4D5A68"/>
                </a:solidFill>
                <a:latin typeface="Malgun Gothic"/>
                <a:ea typeface="Malgun Gothic"/>
                <a:cs typeface="Malgun Gothic"/>
              </a:defRPr>
            </a:lvl4pPr>
            <a:lvl5pPr algn="ctr">
              <a:defRPr sz="1500" b="0">
                <a:solidFill>
                  <a:srgbClr val="4D5A68"/>
                </a:solidFill>
                <a:latin typeface="Malgun Gothic"/>
                <a:ea typeface="Malgun Gothic"/>
                <a:cs typeface="Malgun Gothic"/>
              </a:defRPr>
            </a:lvl5pPr>
            <a:lvl6pPr algn="ctr">
              <a:defRPr sz="1500" b="0">
                <a:solidFill>
                  <a:srgbClr val="4D5A68"/>
                </a:solidFill>
                <a:latin typeface="Malgun Gothic"/>
                <a:ea typeface="Malgun Gothic"/>
                <a:cs typeface="Malgun Gothic"/>
              </a:defRPr>
            </a:lvl6pPr>
            <a:lvl7pPr algn="ctr">
              <a:defRPr sz="1500" b="0">
                <a:solidFill>
                  <a:srgbClr val="4D5A68"/>
                </a:solidFill>
                <a:latin typeface="Malgun Gothic"/>
                <a:ea typeface="Malgun Gothic"/>
                <a:cs typeface="Malgun Gothic"/>
              </a:defRPr>
            </a:lvl7pPr>
            <a:lvl8pPr algn="ctr">
              <a:defRPr sz="1500" b="0">
                <a:solidFill>
                  <a:srgbClr val="4D5A68"/>
                </a:solidFill>
                <a:latin typeface="Malgun Gothic"/>
                <a:ea typeface="Malgun Gothic"/>
                <a:cs typeface="Malgun Gothic"/>
              </a:defRPr>
            </a:lvl8pPr>
            <a:lvl9pPr algn="ctr">
              <a:defRPr sz="1500" b="0">
                <a:solidFill>
                  <a:srgbClr val="4D5A68"/>
                </a:solidFill>
                <a:latin typeface="Malgun Gothic"/>
                <a:ea typeface="Malgun Gothic"/>
                <a:cs typeface="Malgun Gothic"/>
              </a:defRPr>
            </a:lvl9pPr>
          </a:lstStyle>
          <a:p xmlns:a="http://schemas.openxmlformats.org/drawingml/2006/main">
            <a:pPr algn="ctr">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Normalize</a:t>
            </a:r>
          </a:p>
        </p:txBody>
      </p:sp>
      <p:sp>
        <p:nvSpPr>
          <p:cNvPr id="22" name="">
            <a:extLst xmlns:a="http://schemas.openxmlformats.org/drawingml/2006/main">
              <a:ext uri="{FF2B5EF4-FFF2-40B4-BE49-F238E27FC236}">
                <a16:creationId xmlns:a16="http://schemas.microsoft.com/office/drawing/2014/main" id="{B2595B07-A163-423D-8C08-72CC805ECB69}"/>
              </a:ext>
            </a:extLst>
          </p:cNvPr>
          <p:cNvSpPr>
            <a:spLocks xmlns:a="http://schemas.openxmlformats.org/drawingml/2006/main" noGrp="1"/>
          </p:cNvSpPr>
          <p:nvPr/>
        </p:nvSpPr>
        <p:spPr>
          <a:xfrm xmlns:a="http://schemas.openxmlformats.org/drawingml/2006/main">
            <a:off x="6010275" y="3181350"/>
            <a:ext cx="123825"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23" name="">
            <a:extLst xmlns:a="http://schemas.openxmlformats.org/drawingml/2006/main">
              <a:ext uri="{FF2B5EF4-FFF2-40B4-BE49-F238E27FC236}">
                <a16:creationId xmlns:a16="http://schemas.microsoft.com/office/drawing/2014/main" id="{9F58E14A-434A-4D15-B747-518F03C33C28}"/>
              </a:ext>
            </a:extLst>
          </p:cNvPr>
          <p:cNvSpPr>
            <a:spLocks xmlns:a="http://schemas.openxmlformats.org/drawingml/2006/main" noGrp="1"/>
          </p:cNvSpPr>
          <p:nvPr/>
        </p:nvSpPr>
        <p:spPr>
          <a:xfrm xmlns:a="http://schemas.openxmlformats.org/drawingml/2006/main">
            <a:off x="6124575" y="3133725"/>
            <a:ext cx="66675" cy="952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6BAC09C-414F-4BDC-82F4-DF147398BBA3}"/>
              </a:ext>
            </a:extLst>
          </p:cNvPr>
          <p:cNvSpPr>
            <a:spLocks xmlns:a="http://schemas.openxmlformats.org/drawingml/2006/main" noGrp="1"/>
          </p:cNvSpPr>
          <p:nvPr/>
        </p:nvSpPr>
        <p:spPr>
          <a:xfrm xmlns:a="http://schemas.openxmlformats.org/drawingml/2006/main">
            <a:off x="6210300" y="2457450"/>
            <a:ext cx="1638300" cy="1790700"/>
          </a:xfrm>
          <a:prstGeom xmlns:a="http://schemas.openxmlformats.org/drawingml/2006/main" prst="rect">
            <a:avLst/>
          </a:prstGeom>
          <a:solidFill xmlns:a="http://schemas.openxmlformats.org/drawingml/2006/main">
            <a:srgbClr val="F4F6F8"/>
          </a:solidFill>
          <a:ln xmlns:a="http://schemas.openxmlformats.org/drawingml/2006/main" w="19050">
            <a:solidFill>
              <a:srgbClr val="805400"/>
            </a:solidFill>
            <a:prstDash val="dash"/>
          </a:ln>
        </p:spPr>
      </p:sp>
      <p:sp>
        <p:nvSpPr>
          <p:cNvPr id="25" name="크기 맞춤">
            <a:extLst xmlns:a="http://schemas.openxmlformats.org/drawingml/2006/main">
              <a:ext uri="{FF2B5EF4-FFF2-40B4-BE49-F238E27FC236}">
                <a16:creationId xmlns:a16="http://schemas.microsoft.com/office/drawing/2014/main" id="{29EE8B51-20D2-4427-B844-B2261602B991}"/>
              </a:ext>
            </a:extLst>
          </p:cNvPr>
          <p:cNvSpPr>
            <a:spLocks xmlns:a="http://schemas.openxmlformats.org/drawingml/2006/main" noGrp="1"/>
          </p:cNvSpPr>
          <p:nvPr/>
        </p:nvSpPr>
        <p:spPr>
          <a:xfrm xmlns:a="http://schemas.openxmlformats.org/drawingml/2006/main">
            <a:off x="62865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크기 맞춤</a:t>
            </a:r>
          </a:p>
        </p:txBody>
      </p:sp>
      <p:sp>
        <p:nvSpPr>
          <p:cNvPr id="26" name="Resize">
            <a:extLst xmlns:a="http://schemas.openxmlformats.org/drawingml/2006/main">
              <a:ext uri="{FF2B5EF4-FFF2-40B4-BE49-F238E27FC236}">
                <a16:creationId xmlns:a16="http://schemas.microsoft.com/office/drawing/2014/main" id="{839E79A7-7BAD-4DDB-8949-9E512BBA6D1A}"/>
              </a:ext>
            </a:extLst>
          </p:cNvPr>
          <p:cNvSpPr>
            <a:spLocks xmlns:a="http://schemas.openxmlformats.org/drawingml/2006/main" noGrp="1"/>
          </p:cNvSpPr>
          <p:nvPr/>
        </p:nvSpPr>
        <p:spPr>
          <a:xfrm xmlns:a="http://schemas.openxmlformats.org/drawingml/2006/main">
            <a:off x="62579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4D5A68"/>
                </a:solidFill>
                <a:latin typeface="Malgun Gothic"/>
                <a:ea typeface="Malgun Gothic"/>
                <a:cs typeface="Malgun Gothic"/>
              </a:defRPr>
            </a:defPPr>
            <a:lvl1pPr algn="ctr">
              <a:defRPr sz="1500" b="0">
                <a:solidFill>
                  <a:srgbClr val="4D5A68"/>
                </a:solidFill>
                <a:latin typeface="Malgun Gothic"/>
                <a:ea typeface="Malgun Gothic"/>
                <a:cs typeface="Malgun Gothic"/>
              </a:defRPr>
            </a:lvl1pPr>
            <a:lvl2pPr algn="ctr">
              <a:defRPr sz="1500" b="0">
                <a:solidFill>
                  <a:srgbClr val="4D5A68"/>
                </a:solidFill>
                <a:latin typeface="Malgun Gothic"/>
                <a:ea typeface="Malgun Gothic"/>
                <a:cs typeface="Malgun Gothic"/>
              </a:defRPr>
            </a:lvl2pPr>
            <a:lvl3pPr algn="ctr">
              <a:defRPr sz="1500" b="0">
                <a:solidFill>
                  <a:srgbClr val="4D5A68"/>
                </a:solidFill>
                <a:latin typeface="Malgun Gothic"/>
                <a:ea typeface="Malgun Gothic"/>
                <a:cs typeface="Malgun Gothic"/>
              </a:defRPr>
            </a:lvl3pPr>
            <a:lvl4pPr algn="ctr">
              <a:defRPr sz="1500" b="0">
                <a:solidFill>
                  <a:srgbClr val="4D5A68"/>
                </a:solidFill>
                <a:latin typeface="Malgun Gothic"/>
                <a:ea typeface="Malgun Gothic"/>
                <a:cs typeface="Malgun Gothic"/>
              </a:defRPr>
            </a:lvl4pPr>
            <a:lvl5pPr algn="ctr">
              <a:defRPr sz="1500" b="0">
                <a:solidFill>
                  <a:srgbClr val="4D5A68"/>
                </a:solidFill>
                <a:latin typeface="Malgun Gothic"/>
                <a:ea typeface="Malgun Gothic"/>
                <a:cs typeface="Malgun Gothic"/>
              </a:defRPr>
            </a:lvl5pPr>
            <a:lvl6pPr algn="ctr">
              <a:defRPr sz="1500" b="0">
                <a:solidFill>
                  <a:srgbClr val="4D5A68"/>
                </a:solidFill>
                <a:latin typeface="Malgun Gothic"/>
                <a:ea typeface="Malgun Gothic"/>
                <a:cs typeface="Malgun Gothic"/>
              </a:defRPr>
            </a:lvl6pPr>
            <a:lvl7pPr algn="ctr">
              <a:defRPr sz="1500" b="0">
                <a:solidFill>
                  <a:srgbClr val="4D5A68"/>
                </a:solidFill>
                <a:latin typeface="Malgun Gothic"/>
                <a:ea typeface="Malgun Gothic"/>
                <a:cs typeface="Malgun Gothic"/>
              </a:defRPr>
            </a:lvl7pPr>
            <a:lvl8pPr algn="ctr">
              <a:defRPr sz="1500" b="0">
                <a:solidFill>
                  <a:srgbClr val="4D5A68"/>
                </a:solidFill>
                <a:latin typeface="Malgun Gothic"/>
                <a:ea typeface="Malgun Gothic"/>
                <a:cs typeface="Malgun Gothic"/>
              </a:defRPr>
            </a:lvl8pPr>
            <a:lvl9pPr algn="ctr">
              <a:defRPr sz="1500" b="0">
                <a:solidFill>
                  <a:srgbClr val="4D5A68"/>
                </a:solidFill>
                <a:latin typeface="Malgun Gothic"/>
                <a:ea typeface="Malgun Gothic"/>
                <a:cs typeface="Malgun Gothic"/>
              </a:defRPr>
            </a:lvl9pPr>
          </a:lstStyle>
          <a:p xmlns:a="http://schemas.openxmlformats.org/drawingml/2006/main">
            <a:pPr algn="ctr">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Resize</a:t>
            </a:r>
          </a:p>
        </p:txBody>
      </p:sp>
      <p:sp>
        <p:nvSpPr>
          <p:cNvPr id="27" name="">
            <a:extLst xmlns:a="http://schemas.openxmlformats.org/drawingml/2006/main">
              <a:ext uri="{FF2B5EF4-FFF2-40B4-BE49-F238E27FC236}">
                <a16:creationId xmlns:a16="http://schemas.microsoft.com/office/drawing/2014/main" id="{4207F0DB-975B-4364-93D1-6E46BF89887A}"/>
              </a:ext>
            </a:extLst>
          </p:cNvPr>
          <p:cNvSpPr>
            <a:spLocks xmlns:a="http://schemas.openxmlformats.org/drawingml/2006/main" noGrp="1"/>
          </p:cNvSpPr>
          <p:nvPr/>
        </p:nvSpPr>
        <p:spPr>
          <a:xfrm xmlns:a="http://schemas.openxmlformats.org/drawingml/2006/main">
            <a:off x="7877175" y="3181350"/>
            <a:ext cx="123825"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28" name="">
            <a:extLst xmlns:a="http://schemas.openxmlformats.org/drawingml/2006/main">
              <a:ext uri="{FF2B5EF4-FFF2-40B4-BE49-F238E27FC236}">
                <a16:creationId xmlns:a16="http://schemas.microsoft.com/office/drawing/2014/main" id="{D78DABB1-2C03-45F1-8AE2-22AE3DFEFD5B}"/>
              </a:ext>
            </a:extLst>
          </p:cNvPr>
          <p:cNvSpPr>
            <a:spLocks xmlns:a="http://schemas.openxmlformats.org/drawingml/2006/main" noGrp="1"/>
          </p:cNvSpPr>
          <p:nvPr/>
        </p:nvSpPr>
        <p:spPr>
          <a:xfrm xmlns:a="http://schemas.openxmlformats.org/drawingml/2006/main">
            <a:off x="7991475" y="3133725"/>
            <a:ext cx="66675" cy="952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63AAE07-A469-42DA-A07D-4314A76500FC}"/>
              </a:ext>
            </a:extLst>
          </p:cNvPr>
          <p:cNvSpPr>
            <a:spLocks xmlns:a="http://schemas.openxmlformats.org/drawingml/2006/main" noGrp="1"/>
          </p:cNvSpPr>
          <p:nvPr/>
        </p:nvSpPr>
        <p:spPr>
          <a:xfrm xmlns:a="http://schemas.openxmlformats.org/drawingml/2006/main">
            <a:off x="8077200" y="2457450"/>
            <a:ext cx="1638300" cy="1790700"/>
          </a:xfrm>
          <a:prstGeom xmlns:a="http://schemas.openxmlformats.org/drawingml/2006/main" prst="rect">
            <a:avLst/>
          </a:prstGeom>
          <a:solidFill xmlns:a="http://schemas.openxmlformats.org/drawingml/2006/main">
            <a:srgbClr val="F4F6F8"/>
          </a:solidFill>
          <a:ln xmlns:a="http://schemas.openxmlformats.org/drawingml/2006/main" w="19050">
            <a:solidFill>
              <a:srgbClr val="805400"/>
            </a:solidFill>
            <a:prstDash val="dash"/>
          </a:ln>
        </p:spPr>
      </p:sp>
      <p:sp>
        <p:nvSpPr>
          <p:cNvPr id="30" name="통계·특징">
            <a:extLst xmlns:a="http://schemas.openxmlformats.org/drawingml/2006/main">
              <a:ext uri="{FF2B5EF4-FFF2-40B4-BE49-F238E27FC236}">
                <a16:creationId xmlns:a16="http://schemas.microsoft.com/office/drawing/2014/main" id="{F5B2120A-3388-4AAB-A820-6EDCC7B1F38A}"/>
              </a:ext>
            </a:extLst>
          </p:cNvPr>
          <p:cNvSpPr>
            <a:spLocks xmlns:a="http://schemas.openxmlformats.org/drawingml/2006/main" noGrp="1"/>
          </p:cNvSpPr>
          <p:nvPr/>
        </p:nvSpPr>
        <p:spPr>
          <a:xfrm xmlns:a="http://schemas.openxmlformats.org/drawingml/2006/main">
            <a:off x="81534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통계·특징</a:t>
            </a:r>
          </a:p>
        </p:txBody>
      </p:sp>
      <p:sp>
        <p:nvSpPr>
          <p:cNvPr id="31" name="Statistics">
            <a:extLst xmlns:a="http://schemas.openxmlformats.org/drawingml/2006/main">
              <a:ext uri="{FF2B5EF4-FFF2-40B4-BE49-F238E27FC236}">
                <a16:creationId xmlns:a16="http://schemas.microsoft.com/office/drawing/2014/main" id="{03F087E9-A305-4BB8-A84D-1508A7D76763}"/>
              </a:ext>
            </a:extLst>
          </p:cNvPr>
          <p:cNvSpPr>
            <a:spLocks xmlns:a="http://schemas.openxmlformats.org/drawingml/2006/main" noGrp="1"/>
          </p:cNvSpPr>
          <p:nvPr/>
        </p:nvSpPr>
        <p:spPr>
          <a:xfrm xmlns:a="http://schemas.openxmlformats.org/drawingml/2006/main">
            <a:off x="81248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4D5A68"/>
                </a:solidFill>
                <a:latin typeface="Malgun Gothic"/>
                <a:ea typeface="Malgun Gothic"/>
                <a:cs typeface="Malgun Gothic"/>
              </a:defRPr>
            </a:defPPr>
            <a:lvl1pPr algn="ctr">
              <a:defRPr sz="1500" b="0">
                <a:solidFill>
                  <a:srgbClr val="4D5A68"/>
                </a:solidFill>
                <a:latin typeface="Malgun Gothic"/>
                <a:ea typeface="Malgun Gothic"/>
                <a:cs typeface="Malgun Gothic"/>
              </a:defRPr>
            </a:lvl1pPr>
            <a:lvl2pPr algn="ctr">
              <a:defRPr sz="1500" b="0">
                <a:solidFill>
                  <a:srgbClr val="4D5A68"/>
                </a:solidFill>
                <a:latin typeface="Malgun Gothic"/>
                <a:ea typeface="Malgun Gothic"/>
                <a:cs typeface="Malgun Gothic"/>
              </a:defRPr>
            </a:lvl2pPr>
            <a:lvl3pPr algn="ctr">
              <a:defRPr sz="1500" b="0">
                <a:solidFill>
                  <a:srgbClr val="4D5A68"/>
                </a:solidFill>
                <a:latin typeface="Malgun Gothic"/>
                <a:ea typeface="Malgun Gothic"/>
                <a:cs typeface="Malgun Gothic"/>
              </a:defRPr>
            </a:lvl3pPr>
            <a:lvl4pPr algn="ctr">
              <a:defRPr sz="1500" b="0">
                <a:solidFill>
                  <a:srgbClr val="4D5A68"/>
                </a:solidFill>
                <a:latin typeface="Malgun Gothic"/>
                <a:ea typeface="Malgun Gothic"/>
                <a:cs typeface="Malgun Gothic"/>
              </a:defRPr>
            </a:lvl4pPr>
            <a:lvl5pPr algn="ctr">
              <a:defRPr sz="1500" b="0">
                <a:solidFill>
                  <a:srgbClr val="4D5A68"/>
                </a:solidFill>
                <a:latin typeface="Malgun Gothic"/>
                <a:ea typeface="Malgun Gothic"/>
                <a:cs typeface="Malgun Gothic"/>
              </a:defRPr>
            </a:lvl5pPr>
            <a:lvl6pPr algn="ctr">
              <a:defRPr sz="1500" b="0">
                <a:solidFill>
                  <a:srgbClr val="4D5A68"/>
                </a:solidFill>
                <a:latin typeface="Malgun Gothic"/>
                <a:ea typeface="Malgun Gothic"/>
                <a:cs typeface="Malgun Gothic"/>
              </a:defRPr>
            </a:lvl6pPr>
            <a:lvl7pPr algn="ctr">
              <a:defRPr sz="1500" b="0">
                <a:solidFill>
                  <a:srgbClr val="4D5A68"/>
                </a:solidFill>
                <a:latin typeface="Malgun Gothic"/>
                <a:ea typeface="Malgun Gothic"/>
                <a:cs typeface="Malgun Gothic"/>
              </a:defRPr>
            </a:lvl7pPr>
            <a:lvl8pPr algn="ctr">
              <a:defRPr sz="1500" b="0">
                <a:solidFill>
                  <a:srgbClr val="4D5A68"/>
                </a:solidFill>
                <a:latin typeface="Malgun Gothic"/>
                <a:ea typeface="Malgun Gothic"/>
                <a:cs typeface="Malgun Gothic"/>
              </a:defRPr>
            </a:lvl8pPr>
            <a:lvl9pPr algn="ctr">
              <a:defRPr sz="1500" b="0">
                <a:solidFill>
                  <a:srgbClr val="4D5A68"/>
                </a:solidFill>
                <a:latin typeface="Malgun Gothic"/>
                <a:ea typeface="Malgun Gothic"/>
                <a:cs typeface="Malgun Gothic"/>
              </a:defRPr>
            </a:lvl9pPr>
          </a:lstStyle>
          <a:p xmlns:a="http://schemas.openxmlformats.org/drawingml/2006/main">
            <a:pPr algn="ctr">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Statistics</a:t>
            </a:r>
          </a:p>
        </p:txBody>
      </p:sp>
      <p:sp>
        <p:nvSpPr>
          <p:cNvPr id="32" name="">
            <a:extLst xmlns:a="http://schemas.openxmlformats.org/drawingml/2006/main">
              <a:ext uri="{FF2B5EF4-FFF2-40B4-BE49-F238E27FC236}">
                <a16:creationId xmlns:a16="http://schemas.microsoft.com/office/drawing/2014/main" id="{844CBE36-5F0F-4E79-8C9B-109C781067F5}"/>
              </a:ext>
            </a:extLst>
          </p:cNvPr>
          <p:cNvSpPr>
            <a:spLocks xmlns:a="http://schemas.openxmlformats.org/drawingml/2006/main" noGrp="1"/>
          </p:cNvSpPr>
          <p:nvPr/>
        </p:nvSpPr>
        <p:spPr>
          <a:xfrm xmlns:a="http://schemas.openxmlformats.org/drawingml/2006/main">
            <a:off x="9744075" y="3181350"/>
            <a:ext cx="123825"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33" name="">
            <a:extLst xmlns:a="http://schemas.openxmlformats.org/drawingml/2006/main">
              <a:ext uri="{FF2B5EF4-FFF2-40B4-BE49-F238E27FC236}">
                <a16:creationId xmlns:a16="http://schemas.microsoft.com/office/drawing/2014/main" id="{A8353DF3-7CB5-496C-B104-A0131B121EA2}"/>
              </a:ext>
            </a:extLst>
          </p:cNvPr>
          <p:cNvSpPr>
            <a:spLocks xmlns:a="http://schemas.openxmlformats.org/drawingml/2006/main" noGrp="1"/>
          </p:cNvSpPr>
          <p:nvPr/>
        </p:nvSpPr>
        <p:spPr>
          <a:xfrm xmlns:a="http://schemas.openxmlformats.org/drawingml/2006/main">
            <a:off x="9858375" y="3133725"/>
            <a:ext cx="66675" cy="952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CACABF3-9E9C-401F-A6E3-6D8C0C53DD31}"/>
              </a:ext>
            </a:extLst>
          </p:cNvPr>
          <p:cNvSpPr>
            <a:spLocks xmlns:a="http://schemas.openxmlformats.org/drawingml/2006/main" noGrp="1"/>
          </p:cNvSpPr>
          <p:nvPr/>
        </p:nvSpPr>
        <p:spPr>
          <a:xfrm xmlns:a="http://schemas.openxmlformats.org/drawingml/2006/main">
            <a:off x="9944100" y="2457450"/>
            <a:ext cx="1638300" cy="1790700"/>
          </a:xfrm>
          <a:prstGeom xmlns:a="http://schemas.openxmlformats.org/drawingml/2006/main" prst="rect">
            <a:avLst/>
          </a:prstGeom>
          <a:solidFill xmlns:a="http://schemas.openxmlformats.org/drawingml/2006/main">
            <a:srgbClr val="F4F6F8"/>
          </a:solidFill>
          <a:ln xmlns:a="http://schemas.openxmlformats.org/drawingml/2006/main" w="19050">
            <a:solidFill>
              <a:srgbClr val="805400"/>
            </a:solidFill>
            <a:prstDash val="dash"/>
          </a:ln>
        </p:spPr>
      </p:sp>
      <p:sp>
        <p:nvSpPr>
          <p:cNvPr id="35" name="양불 판정">
            <a:extLst xmlns:a="http://schemas.openxmlformats.org/drawingml/2006/main">
              <a:ext uri="{FF2B5EF4-FFF2-40B4-BE49-F238E27FC236}">
                <a16:creationId xmlns:a16="http://schemas.microsoft.com/office/drawing/2014/main" id="{39C15643-89ED-4FDB-A0B7-CD3DCF7B0E2F}"/>
              </a:ext>
            </a:extLst>
          </p:cNvPr>
          <p:cNvSpPr>
            <a:spLocks xmlns:a="http://schemas.openxmlformats.org/drawingml/2006/main" noGrp="1"/>
          </p:cNvSpPr>
          <p:nvPr/>
        </p:nvSpPr>
        <p:spPr>
          <a:xfrm xmlns:a="http://schemas.openxmlformats.org/drawingml/2006/main">
            <a:off x="10020300" y="3648075"/>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17212B"/>
                </a:solidFill>
                <a:latin typeface="Malgun Gothic"/>
                <a:ea typeface="Malgun Gothic"/>
                <a:cs typeface="Malgun Gothic"/>
              </a:defRPr>
            </a:defPPr>
            <a:lvl1pPr algn="ctr">
              <a:defRPr sz="1950" b="1">
                <a:solidFill>
                  <a:srgbClr val="17212B"/>
                </a:solidFill>
                <a:latin typeface="Malgun Gothic"/>
                <a:ea typeface="Malgun Gothic"/>
                <a:cs typeface="Malgun Gothic"/>
              </a:defRPr>
            </a:lvl1pPr>
            <a:lvl2pPr algn="ctr">
              <a:defRPr sz="1950" b="1">
                <a:solidFill>
                  <a:srgbClr val="17212B"/>
                </a:solidFill>
                <a:latin typeface="Malgun Gothic"/>
                <a:ea typeface="Malgun Gothic"/>
                <a:cs typeface="Malgun Gothic"/>
              </a:defRPr>
            </a:lvl2pPr>
            <a:lvl3pPr algn="ctr">
              <a:defRPr sz="1950" b="1">
                <a:solidFill>
                  <a:srgbClr val="17212B"/>
                </a:solidFill>
                <a:latin typeface="Malgun Gothic"/>
                <a:ea typeface="Malgun Gothic"/>
                <a:cs typeface="Malgun Gothic"/>
              </a:defRPr>
            </a:lvl3pPr>
            <a:lvl4pPr algn="ctr">
              <a:defRPr sz="1950" b="1">
                <a:solidFill>
                  <a:srgbClr val="17212B"/>
                </a:solidFill>
                <a:latin typeface="Malgun Gothic"/>
                <a:ea typeface="Malgun Gothic"/>
                <a:cs typeface="Malgun Gothic"/>
              </a:defRPr>
            </a:lvl4pPr>
            <a:lvl5pPr algn="ctr">
              <a:defRPr sz="1950" b="1">
                <a:solidFill>
                  <a:srgbClr val="17212B"/>
                </a:solidFill>
                <a:latin typeface="Malgun Gothic"/>
                <a:ea typeface="Malgun Gothic"/>
                <a:cs typeface="Malgun Gothic"/>
              </a:defRPr>
            </a:lvl5pPr>
            <a:lvl6pPr algn="ctr">
              <a:defRPr sz="1950" b="1">
                <a:solidFill>
                  <a:srgbClr val="17212B"/>
                </a:solidFill>
                <a:latin typeface="Malgun Gothic"/>
                <a:ea typeface="Malgun Gothic"/>
                <a:cs typeface="Malgun Gothic"/>
              </a:defRPr>
            </a:lvl6pPr>
            <a:lvl7pPr algn="ctr">
              <a:defRPr sz="1950" b="1">
                <a:solidFill>
                  <a:srgbClr val="17212B"/>
                </a:solidFill>
                <a:latin typeface="Malgun Gothic"/>
                <a:ea typeface="Malgun Gothic"/>
                <a:cs typeface="Malgun Gothic"/>
              </a:defRPr>
            </a:lvl7pPr>
            <a:lvl8pPr algn="ctr">
              <a:defRPr sz="1950" b="1">
                <a:solidFill>
                  <a:srgbClr val="17212B"/>
                </a:solidFill>
                <a:latin typeface="Malgun Gothic"/>
                <a:ea typeface="Malgun Gothic"/>
                <a:cs typeface="Malgun Gothic"/>
              </a:defRPr>
            </a:lvl8pPr>
            <a:lvl9pPr algn="ctr">
              <a:defRPr sz="1950" b="1">
                <a:solidFill>
                  <a:srgbClr val="17212B"/>
                </a:solidFill>
                <a:latin typeface="Malgun Gothic"/>
                <a:ea typeface="Malgun Gothic"/>
                <a:cs typeface="Malgun Gothic"/>
              </a:defRPr>
            </a:lvl9pPr>
          </a:lstStyle>
          <a:p xmlns:a="http://schemas.openxmlformats.org/drawingml/2006/main">
            <a:pPr algn="ctr">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양불 판정</a:t>
            </a:r>
          </a:p>
        </p:txBody>
      </p:sp>
      <p:sp>
        <p:nvSpPr>
          <p:cNvPr id="36" name="기준 미정">
            <a:extLst xmlns:a="http://schemas.openxmlformats.org/drawingml/2006/main">
              <a:ext uri="{FF2B5EF4-FFF2-40B4-BE49-F238E27FC236}">
                <a16:creationId xmlns:a16="http://schemas.microsoft.com/office/drawing/2014/main" id="{2456EA96-956E-4513-BD5B-E87D61AAB8E4}"/>
              </a:ext>
            </a:extLst>
          </p:cNvPr>
          <p:cNvSpPr>
            <a:spLocks xmlns:a="http://schemas.openxmlformats.org/drawingml/2006/main" noGrp="1"/>
          </p:cNvSpPr>
          <p:nvPr/>
        </p:nvSpPr>
        <p:spPr>
          <a:xfrm xmlns:a="http://schemas.openxmlformats.org/drawingml/2006/main">
            <a:off x="9991725" y="3990975"/>
            <a:ext cx="1543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4D5A68"/>
                </a:solidFill>
                <a:latin typeface="Malgun Gothic"/>
                <a:ea typeface="Malgun Gothic"/>
                <a:cs typeface="Malgun Gothic"/>
              </a:defRPr>
            </a:defPPr>
            <a:lvl1pPr algn="ctr">
              <a:defRPr sz="1500" b="0">
                <a:solidFill>
                  <a:srgbClr val="4D5A68"/>
                </a:solidFill>
                <a:latin typeface="Malgun Gothic"/>
                <a:ea typeface="Malgun Gothic"/>
                <a:cs typeface="Malgun Gothic"/>
              </a:defRPr>
            </a:lvl1pPr>
            <a:lvl2pPr algn="ctr">
              <a:defRPr sz="1500" b="0">
                <a:solidFill>
                  <a:srgbClr val="4D5A68"/>
                </a:solidFill>
                <a:latin typeface="Malgun Gothic"/>
                <a:ea typeface="Malgun Gothic"/>
                <a:cs typeface="Malgun Gothic"/>
              </a:defRPr>
            </a:lvl2pPr>
            <a:lvl3pPr algn="ctr">
              <a:defRPr sz="1500" b="0">
                <a:solidFill>
                  <a:srgbClr val="4D5A68"/>
                </a:solidFill>
                <a:latin typeface="Malgun Gothic"/>
                <a:ea typeface="Malgun Gothic"/>
                <a:cs typeface="Malgun Gothic"/>
              </a:defRPr>
            </a:lvl3pPr>
            <a:lvl4pPr algn="ctr">
              <a:defRPr sz="1500" b="0">
                <a:solidFill>
                  <a:srgbClr val="4D5A68"/>
                </a:solidFill>
                <a:latin typeface="Malgun Gothic"/>
                <a:ea typeface="Malgun Gothic"/>
                <a:cs typeface="Malgun Gothic"/>
              </a:defRPr>
            </a:lvl4pPr>
            <a:lvl5pPr algn="ctr">
              <a:defRPr sz="1500" b="0">
                <a:solidFill>
                  <a:srgbClr val="4D5A68"/>
                </a:solidFill>
                <a:latin typeface="Malgun Gothic"/>
                <a:ea typeface="Malgun Gothic"/>
                <a:cs typeface="Malgun Gothic"/>
              </a:defRPr>
            </a:lvl5pPr>
            <a:lvl6pPr algn="ctr">
              <a:defRPr sz="1500" b="0">
                <a:solidFill>
                  <a:srgbClr val="4D5A68"/>
                </a:solidFill>
                <a:latin typeface="Malgun Gothic"/>
                <a:ea typeface="Malgun Gothic"/>
                <a:cs typeface="Malgun Gothic"/>
              </a:defRPr>
            </a:lvl6pPr>
            <a:lvl7pPr algn="ctr">
              <a:defRPr sz="1500" b="0">
                <a:solidFill>
                  <a:srgbClr val="4D5A68"/>
                </a:solidFill>
                <a:latin typeface="Malgun Gothic"/>
                <a:ea typeface="Malgun Gothic"/>
                <a:cs typeface="Malgun Gothic"/>
              </a:defRPr>
            </a:lvl7pPr>
            <a:lvl8pPr algn="ctr">
              <a:defRPr sz="1500" b="0">
                <a:solidFill>
                  <a:srgbClr val="4D5A68"/>
                </a:solidFill>
                <a:latin typeface="Malgun Gothic"/>
                <a:ea typeface="Malgun Gothic"/>
                <a:cs typeface="Malgun Gothic"/>
              </a:defRPr>
            </a:lvl8pPr>
            <a:lvl9pPr algn="ctr">
              <a:defRPr sz="1500" b="0">
                <a:solidFill>
                  <a:srgbClr val="4D5A68"/>
                </a:solidFill>
                <a:latin typeface="Malgun Gothic"/>
                <a:ea typeface="Malgun Gothic"/>
                <a:cs typeface="Malgun Gothic"/>
              </a:defRPr>
            </a:lvl9pPr>
          </a:lstStyle>
          <a:p xmlns:a="http://schemas.openxmlformats.org/drawingml/2006/main">
            <a:pPr algn="ctr">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기준 미정</a:t>
            </a:r>
          </a:p>
        </p:txBody>
      </p:sp>
      <p:sp>
        <p:nvSpPr>
          <p:cNvPr id="37" name="">
            <a:extLst xmlns:a="http://schemas.openxmlformats.org/drawingml/2006/main">
              <a:ext uri="{FF2B5EF4-FFF2-40B4-BE49-F238E27FC236}">
                <a16:creationId xmlns:a16="http://schemas.microsoft.com/office/drawing/2014/main" id="{7732164F-FD07-49D1-AB21-9DC9657847C9}"/>
              </a:ext>
            </a:extLst>
          </p:cNvPr>
          <p:cNvSpPr>
            <a:spLocks xmlns:a="http://schemas.openxmlformats.org/drawingml/2006/main" noGrp="1"/>
          </p:cNvSpPr>
          <p:nvPr/>
        </p:nvSpPr>
        <p:spPr>
          <a:xfrm xmlns:a="http://schemas.openxmlformats.org/drawingml/2006/main">
            <a:off x="838200" y="2705100"/>
            <a:ext cx="1181100" cy="819150"/>
          </a:xfrm>
          <a:prstGeom xmlns:a="http://schemas.openxmlformats.org/drawingml/2006/main" prst="rect">
            <a:avLst/>
          </a:prstGeom>
          <a:solidFill xmlns:a="http://schemas.openxmlformats.org/drawingml/2006/main">
            <a:srgbClr val="E2E7EB"/>
          </a:solidFill>
          <a:ln xmlns:a="http://schemas.openxmlformats.org/drawingml/2006/main" w="14288">
            <a:solidFill>
              <a:srgbClr val="4D5A68"/>
            </a:solidFill>
            <a:prstDash val="solid"/>
          </a:ln>
        </p:spPr>
      </p:sp>
      <p:sp>
        <p:nvSpPr>
          <p:cNvPr id="38" name="">
            <a:extLst xmlns:a="http://schemas.openxmlformats.org/drawingml/2006/main">
              <a:ext uri="{FF2B5EF4-FFF2-40B4-BE49-F238E27FC236}">
                <a16:creationId xmlns:a16="http://schemas.microsoft.com/office/drawing/2014/main" id="{9A536F5C-5D33-4864-85FD-752CB2352BBE}"/>
              </a:ext>
            </a:extLst>
          </p:cNvPr>
          <p:cNvSpPr>
            <a:spLocks xmlns:a="http://schemas.openxmlformats.org/drawingml/2006/main" noGrp="1"/>
          </p:cNvSpPr>
          <p:nvPr/>
        </p:nvSpPr>
        <p:spPr>
          <a:xfrm xmlns:a="http://schemas.openxmlformats.org/drawingml/2006/main">
            <a:off x="971550" y="2819400"/>
            <a:ext cx="142875" cy="1428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CA94461-1A15-4080-B11B-9F419BCCAD79}"/>
              </a:ext>
            </a:extLst>
          </p:cNvPr>
          <p:cNvSpPr>
            <a:spLocks xmlns:a="http://schemas.openxmlformats.org/drawingml/2006/main" noGrp="1"/>
          </p:cNvSpPr>
          <p:nvPr/>
        </p:nvSpPr>
        <p:spPr>
          <a:xfrm xmlns:a="http://schemas.openxmlformats.org/drawingml/2006/main">
            <a:off x="1685925" y="2819400"/>
            <a:ext cx="142875" cy="1428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71F9A7E3-4914-4A53-9889-1B51DA2F1F98}"/>
              </a:ext>
            </a:extLst>
          </p:cNvPr>
          <p:cNvSpPr>
            <a:spLocks xmlns:a="http://schemas.openxmlformats.org/drawingml/2006/main" noGrp="1"/>
          </p:cNvSpPr>
          <p:nvPr/>
        </p:nvSpPr>
        <p:spPr>
          <a:xfrm xmlns:a="http://schemas.openxmlformats.org/drawingml/2006/main">
            <a:off x="971550" y="3257550"/>
            <a:ext cx="142875" cy="1428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493B735D-2777-4015-A048-9429BA7BB23A}"/>
              </a:ext>
            </a:extLst>
          </p:cNvPr>
          <p:cNvSpPr>
            <a:spLocks xmlns:a="http://schemas.openxmlformats.org/drawingml/2006/main" noGrp="1"/>
          </p:cNvSpPr>
          <p:nvPr/>
        </p:nvSpPr>
        <p:spPr>
          <a:xfrm xmlns:a="http://schemas.openxmlformats.org/drawingml/2006/main">
            <a:off x="1685925" y="3257550"/>
            <a:ext cx="142875" cy="1428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E5DE94F-59C7-48A4-9011-06F9B266D313}"/>
              </a:ext>
            </a:extLst>
          </p:cNvPr>
          <p:cNvSpPr>
            <a:spLocks xmlns:a="http://schemas.openxmlformats.org/drawingml/2006/main" noGrp="1"/>
          </p:cNvSpPr>
          <p:nvPr/>
        </p:nvSpPr>
        <p:spPr>
          <a:xfrm xmlns:a="http://schemas.openxmlformats.org/drawingml/2006/main">
            <a:off x="1390650" y="2752725"/>
            <a:ext cx="533400" cy="628650"/>
          </a:xfrm>
          <a:prstGeom xmlns:a="http://schemas.openxmlformats.org/drawingml/2006/main" prst="rect">
            <a:avLst/>
          </a:prstGeom>
          <a:noFill xmlns:a="http://schemas.openxmlformats.org/drawingml/2006/main"/>
          <a:ln xmlns:a="http://schemas.openxmlformats.org/drawingml/2006/main" w="28575">
            <a:solidFill>
              <a:srgbClr val="0B6172"/>
            </a:solidFill>
            <a:prstDash val="solid"/>
          </a:ln>
        </p:spPr>
      </p:sp>
      <p:sp>
        <p:nvSpPr>
          <p:cNvPr id="43" name="">
            <a:extLst xmlns:a="http://schemas.openxmlformats.org/drawingml/2006/main">
              <a:ext uri="{FF2B5EF4-FFF2-40B4-BE49-F238E27FC236}">
                <a16:creationId xmlns:a16="http://schemas.microsoft.com/office/drawing/2014/main" id="{FA052D0B-E1B4-4D0C-8A37-5DF8B5E85881}"/>
              </a:ext>
            </a:extLst>
          </p:cNvPr>
          <p:cNvSpPr>
            <a:spLocks xmlns:a="http://schemas.openxmlformats.org/drawingml/2006/main" noGrp="1"/>
          </p:cNvSpPr>
          <p:nvPr/>
        </p:nvSpPr>
        <p:spPr>
          <a:xfrm xmlns:a="http://schemas.openxmlformats.org/drawingml/2006/main">
            <a:off x="2743200" y="2676525"/>
            <a:ext cx="1104900" cy="857250"/>
          </a:xfrm>
          <a:prstGeom xmlns:a="http://schemas.openxmlformats.org/drawingml/2006/main" prst="rect">
            <a:avLst/>
          </a:prstGeom>
          <a:solidFill xmlns:a="http://schemas.openxmlformats.org/drawingml/2006/main">
            <a:srgbClr val="E2E7EB"/>
          </a:solidFill>
          <a:ln xmlns:a="http://schemas.openxmlformats.org/drawingml/2006/main" w="19050">
            <a:solidFill>
              <a:srgbClr val="0B6172"/>
            </a:solidFill>
            <a:prstDash val="solid"/>
          </a:ln>
        </p:spPr>
      </p:sp>
      <p:sp>
        <p:nvSpPr>
          <p:cNvPr id="44" name="">
            <a:extLst xmlns:a="http://schemas.openxmlformats.org/drawingml/2006/main">
              <a:ext uri="{FF2B5EF4-FFF2-40B4-BE49-F238E27FC236}">
                <a16:creationId xmlns:a16="http://schemas.microsoft.com/office/drawing/2014/main" id="{213E82A5-93B5-4E42-AA13-5E915B271939}"/>
              </a:ext>
            </a:extLst>
          </p:cNvPr>
          <p:cNvSpPr>
            <a:spLocks xmlns:a="http://schemas.openxmlformats.org/drawingml/2006/main" noGrp="1"/>
          </p:cNvSpPr>
          <p:nvPr/>
        </p:nvSpPr>
        <p:spPr>
          <a:xfrm xmlns:a="http://schemas.openxmlformats.org/drawingml/2006/main">
            <a:off x="3267075" y="2828925"/>
            <a:ext cx="257175" cy="2571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28B9844E-DE31-4421-93BE-8CA3BA060BD7}"/>
              </a:ext>
            </a:extLst>
          </p:cNvPr>
          <p:cNvSpPr>
            <a:spLocks xmlns:a="http://schemas.openxmlformats.org/drawingml/2006/main" noGrp="1"/>
          </p:cNvSpPr>
          <p:nvPr/>
        </p:nvSpPr>
        <p:spPr>
          <a:xfrm xmlns:a="http://schemas.openxmlformats.org/drawingml/2006/main">
            <a:off x="3267075" y="3219450"/>
            <a:ext cx="257175" cy="257175"/>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C134364-4976-4479-8AE1-D4D4265C1875}"/>
              </a:ext>
            </a:extLst>
          </p:cNvPr>
          <p:cNvSpPr>
            <a:spLocks xmlns:a="http://schemas.openxmlformats.org/drawingml/2006/main" noGrp="1"/>
          </p:cNvSpPr>
          <p:nvPr/>
        </p:nvSpPr>
        <p:spPr>
          <a:xfrm xmlns:a="http://schemas.openxmlformats.org/drawingml/2006/main">
            <a:off x="4619625" y="2762250"/>
            <a:ext cx="238125" cy="714375"/>
          </a:xfrm>
          <a:prstGeom xmlns:a="http://schemas.openxmlformats.org/drawingml/2006/main" prst="rect">
            <a:avLst/>
          </a:prstGeom>
          <a:solidFill xmlns:a="http://schemas.openxmlformats.org/drawingml/2006/main">
            <a:srgbClr val="3F4B56"/>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6B9AA04C-3F1E-44F4-A41E-FE46B7377668}"/>
              </a:ext>
            </a:extLst>
          </p:cNvPr>
          <p:cNvSpPr>
            <a:spLocks xmlns:a="http://schemas.openxmlformats.org/drawingml/2006/main" noGrp="1"/>
          </p:cNvSpPr>
          <p:nvPr/>
        </p:nvSpPr>
        <p:spPr>
          <a:xfrm xmlns:a="http://schemas.openxmlformats.org/drawingml/2006/main">
            <a:off x="4886325" y="2762250"/>
            <a:ext cx="238125" cy="714375"/>
          </a:xfrm>
          <a:prstGeom xmlns:a="http://schemas.openxmlformats.org/drawingml/2006/main" prst="rect">
            <a:avLst/>
          </a:prstGeom>
          <a:solidFill xmlns:a="http://schemas.openxmlformats.org/drawingml/2006/main">
            <a:srgbClr val="66727D"/>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AFD2B7B4-371A-4483-8B46-343FA431F3E2}"/>
              </a:ext>
            </a:extLst>
          </p:cNvPr>
          <p:cNvSpPr>
            <a:spLocks xmlns:a="http://schemas.openxmlformats.org/drawingml/2006/main" noGrp="1"/>
          </p:cNvSpPr>
          <p:nvPr/>
        </p:nvSpPr>
        <p:spPr>
          <a:xfrm xmlns:a="http://schemas.openxmlformats.org/drawingml/2006/main">
            <a:off x="5153025" y="2762250"/>
            <a:ext cx="238125" cy="714375"/>
          </a:xfrm>
          <a:prstGeom xmlns:a="http://schemas.openxmlformats.org/drawingml/2006/main" prst="rect">
            <a:avLst/>
          </a:prstGeom>
          <a:solidFill xmlns:a="http://schemas.openxmlformats.org/drawingml/2006/main">
            <a:srgbClr val="9DA7B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FBFAB3AD-0B52-4B34-97C4-632D185AB2E7}"/>
              </a:ext>
            </a:extLst>
          </p:cNvPr>
          <p:cNvSpPr>
            <a:spLocks xmlns:a="http://schemas.openxmlformats.org/drawingml/2006/main" noGrp="1"/>
          </p:cNvSpPr>
          <p:nvPr/>
        </p:nvSpPr>
        <p:spPr>
          <a:xfrm xmlns:a="http://schemas.openxmlformats.org/drawingml/2006/main">
            <a:off x="5419725" y="2762250"/>
            <a:ext cx="238125" cy="714375"/>
          </a:xfrm>
          <a:prstGeom xmlns:a="http://schemas.openxmlformats.org/drawingml/2006/main" prst="rect">
            <a:avLst/>
          </a:prstGeom>
          <a:solidFill xmlns:a="http://schemas.openxmlformats.org/drawingml/2006/main">
            <a:srgbClr val="D5DCE2"/>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27838AED-F614-420C-860A-0F9DF0DA119A}"/>
              </a:ext>
            </a:extLst>
          </p:cNvPr>
          <p:cNvSpPr>
            <a:spLocks xmlns:a="http://schemas.openxmlformats.org/drawingml/2006/main" noGrp="1"/>
          </p:cNvSpPr>
          <p:nvPr/>
        </p:nvSpPr>
        <p:spPr>
          <a:xfrm xmlns:a="http://schemas.openxmlformats.org/drawingml/2006/main">
            <a:off x="6467475" y="2838450"/>
            <a:ext cx="428625" cy="428625"/>
          </a:xfrm>
          <a:prstGeom xmlns:a="http://schemas.openxmlformats.org/drawingml/2006/main" prst="rect">
            <a:avLst/>
          </a:prstGeom>
          <a:noFill xmlns:a="http://schemas.openxmlformats.org/drawingml/2006/main"/>
          <a:ln xmlns:a="http://schemas.openxmlformats.org/drawingml/2006/main" w="19050">
            <a:solidFill>
              <a:srgbClr val="4D5A68"/>
            </a:solidFill>
            <a:prstDash val="solid"/>
          </a:ln>
        </p:spPr>
      </p:sp>
      <p:sp>
        <p:nvSpPr>
          <p:cNvPr id="51" name="">
            <a:extLst xmlns:a="http://schemas.openxmlformats.org/drawingml/2006/main">
              <a:ext uri="{FF2B5EF4-FFF2-40B4-BE49-F238E27FC236}">
                <a16:creationId xmlns:a16="http://schemas.microsoft.com/office/drawing/2014/main" id="{101FA5B2-CF63-431D-A326-CC7B8485C16E}"/>
              </a:ext>
            </a:extLst>
          </p:cNvPr>
          <p:cNvSpPr>
            <a:spLocks xmlns:a="http://schemas.openxmlformats.org/drawingml/2006/main" noGrp="1"/>
          </p:cNvSpPr>
          <p:nvPr/>
        </p:nvSpPr>
        <p:spPr>
          <a:xfrm xmlns:a="http://schemas.openxmlformats.org/drawingml/2006/main">
            <a:off x="6981825" y="3009900"/>
            <a:ext cx="171450" cy="114300"/>
          </a:xfrm>
          <a:prstGeom xmlns:a="http://schemas.openxmlformats.org/drawingml/2006/main" prst="rightArrow">
            <a:avLst/>
          </a:prstGeom>
          <a:solidFill xmlns:a="http://schemas.openxmlformats.org/drawingml/2006/main">
            <a:srgbClr val="4D5A6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C0B964E9-7CFA-405D-87A8-406D3A462C28}"/>
              </a:ext>
            </a:extLst>
          </p:cNvPr>
          <p:cNvSpPr>
            <a:spLocks xmlns:a="http://schemas.openxmlformats.org/drawingml/2006/main" noGrp="1"/>
          </p:cNvSpPr>
          <p:nvPr/>
        </p:nvSpPr>
        <p:spPr>
          <a:xfrm xmlns:a="http://schemas.openxmlformats.org/drawingml/2006/main">
            <a:off x="7239000" y="2657475"/>
            <a:ext cx="400050" cy="771525"/>
          </a:xfrm>
          <a:prstGeom xmlns:a="http://schemas.openxmlformats.org/drawingml/2006/main" prst="rect">
            <a:avLst/>
          </a:prstGeom>
          <a:noFill xmlns:a="http://schemas.openxmlformats.org/drawingml/2006/main"/>
          <a:ln xmlns:a="http://schemas.openxmlformats.org/drawingml/2006/main" w="19050">
            <a:solidFill>
              <a:srgbClr val="4D5A68"/>
            </a:solidFill>
            <a:prstDash val="solid"/>
          </a:ln>
        </p:spPr>
      </p:sp>
      <p:sp>
        <p:nvSpPr>
          <p:cNvPr id="53" name="">
            <a:extLst xmlns:a="http://schemas.openxmlformats.org/drawingml/2006/main">
              <a:ext uri="{FF2B5EF4-FFF2-40B4-BE49-F238E27FC236}">
                <a16:creationId xmlns:a16="http://schemas.microsoft.com/office/drawing/2014/main" id="{906EC1AE-DF6A-4FFE-A72C-38B33C6C22CC}"/>
              </a:ext>
            </a:extLst>
          </p:cNvPr>
          <p:cNvSpPr>
            <a:spLocks xmlns:a="http://schemas.openxmlformats.org/drawingml/2006/main" noGrp="1"/>
          </p:cNvSpPr>
          <p:nvPr/>
        </p:nvSpPr>
        <p:spPr>
          <a:xfrm xmlns:a="http://schemas.openxmlformats.org/drawingml/2006/main">
            <a:off x="8334375" y="3248025"/>
            <a:ext cx="142875" cy="238125"/>
          </a:xfrm>
          <a:prstGeom xmlns:a="http://schemas.openxmlformats.org/drawingml/2006/main" prst="rect">
            <a:avLst/>
          </a:prstGeom>
          <a:solidFill xmlns:a="http://schemas.openxmlformats.org/drawingml/2006/main">
            <a:srgbClr val="82929E"/>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3DA9D82-A603-4881-8F3E-4FBFCCB69603}"/>
              </a:ext>
            </a:extLst>
          </p:cNvPr>
          <p:cNvSpPr>
            <a:spLocks xmlns:a="http://schemas.openxmlformats.org/drawingml/2006/main" noGrp="1"/>
          </p:cNvSpPr>
          <p:nvPr/>
        </p:nvSpPr>
        <p:spPr>
          <a:xfrm xmlns:a="http://schemas.openxmlformats.org/drawingml/2006/main">
            <a:off x="8562975" y="2981325"/>
            <a:ext cx="142875" cy="504825"/>
          </a:xfrm>
          <a:prstGeom xmlns:a="http://schemas.openxmlformats.org/drawingml/2006/main" prst="rect">
            <a:avLst/>
          </a:prstGeom>
          <a:solidFill xmlns:a="http://schemas.openxmlformats.org/drawingml/2006/main">
            <a:srgbClr val="82929E"/>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283EDAD6-0EEF-4F60-BBF7-25FC577A9028}"/>
              </a:ext>
            </a:extLst>
          </p:cNvPr>
          <p:cNvSpPr>
            <a:spLocks xmlns:a="http://schemas.openxmlformats.org/drawingml/2006/main" noGrp="1"/>
          </p:cNvSpPr>
          <p:nvPr/>
        </p:nvSpPr>
        <p:spPr>
          <a:xfrm xmlns:a="http://schemas.openxmlformats.org/drawingml/2006/main">
            <a:off x="8791575" y="2752725"/>
            <a:ext cx="142875" cy="733425"/>
          </a:xfrm>
          <a:prstGeom xmlns:a="http://schemas.openxmlformats.org/drawingml/2006/main" prst="rect">
            <a:avLst/>
          </a:prstGeom>
          <a:solidFill xmlns:a="http://schemas.openxmlformats.org/drawingml/2006/main">
            <a:srgbClr val="82929E"/>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F2AB93D2-F8DC-4C21-84BD-CF2A8E97A3E6}"/>
              </a:ext>
            </a:extLst>
          </p:cNvPr>
          <p:cNvSpPr>
            <a:spLocks xmlns:a="http://schemas.openxmlformats.org/drawingml/2006/main" noGrp="1"/>
          </p:cNvSpPr>
          <p:nvPr/>
        </p:nvSpPr>
        <p:spPr>
          <a:xfrm xmlns:a="http://schemas.openxmlformats.org/drawingml/2006/main">
            <a:off x="9020175" y="3057525"/>
            <a:ext cx="142875" cy="428625"/>
          </a:xfrm>
          <a:prstGeom xmlns:a="http://schemas.openxmlformats.org/drawingml/2006/main" prst="rect">
            <a:avLst/>
          </a:prstGeom>
          <a:solidFill xmlns:a="http://schemas.openxmlformats.org/drawingml/2006/main">
            <a:srgbClr val="82929E"/>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267BBD10-F873-4B3A-901F-ADA54F86AF25}"/>
              </a:ext>
            </a:extLst>
          </p:cNvPr>
          <p:cNvSpPr>
            <a:spLocks xmlns:a="http://schemas.openxmlformats.org/drawingml/2006/main" noGrp="1"/>
          </p:cNvSpPr>
          <p:nvPr/>
        </p:nvSpPr>
        <p:spPr>
          <a:xfrm xmlns:a="http://schemas.openxmlformats.org/drawingml/2006/main">
            <a:off x="9248775" y="3295650"/>
            <a:ext cx="142875" cy="190500"/>
          </a:xfrm>
          <a:prstGeom xmlns:a="http://schemas.openxmlformats.org/drawingml/2006/main" prst="rect">
            <a:avLst/>
          </a:prstGeom>
          <a:solidFill xmlns:a="http://schemas.openxmlformats.org/drawingml/2006/main">
            <a:srgbClr val="82929E"/>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199C19C4-A71C-4EF7-A568-979D70DB62A1}"/>
              </a:ext>
            </a:extLst>
          </p:cNvPr>
          <p:cNvSpPr>
            <a:spLocks xmlns:a="http://schemas.openxmlformats.org/drawingml/2006/main" noGrp="1"/>
          </p:cNvSpPr>
          <p:nvPr/>
        </p:nvSpPr>
        <p:spPr>
          <a:xfrm xmlns:a="http://schemas.openxmlformats.org/drawingml/2006/main">
            <a:off x="10258425" y="2609850"/>
            <a:ext cx="1009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625" b="1">
                <a:solidFill>
                  <a:srgbClr val="805400"/>
                </a:solidFill>
                <a:latin typeface="Malgun Gothic"/>
                <a:ea typeface="Malgun Gothic"/>
                <a:cs typeface="Malgun Gothic"/>
              </a:defRPr>
            </a:defPPr>
            <a:lvl1pPr algn="ctr">
              <a:defRPr sz="5625" b="1">
                <a:solidFill>
                  <a:srgbClr val="805400"/>
                </a:solidFill>
                <a:latin typeface="Malgun Gothic"/>
                <a:ea typeface="Malgun Gothic"/>
                <a:cs typeface="Malgun Gothic"/>
              </a:defRPr>
            </a:lvl1pPr>
            <a:lvl2pPr algn="ctr">
              <a:defRPr sz="5625" b="1">
                <a:solidFill>
                  <a:srgbClr val="805400"/>
                </a:solidFill>
                <a:latin typeface="Malgun Gothic"/>
                <a:ea typeface="Malgun Gothic"/>
                <a:cs typeface="Malgun Gothic"/>
              </a:defRPr>
            </a:lvl2pPr>
            <a:lvl3pPr algn="ctr">
              <a:defRPr sz="5625" b="1">
                <a:solidFill>
                  <a:srgbClr val="805400"/>
                </a:solidFill>
                <a:latin typeface="Malgun Gothic"/>
                <a:ea typeface="Malgun Gothic"/>
                <a:cs typeface="Malgun Gothic"/>
              </a:defRPr>
            </a:lvl3pPr>
            <a:lvl4pPr algn="ctr">
              <a:defRPr sz="5625" b="1">
                <a:solidFill>
                  <a:srgbClr val="805400"/>
                </a:solidFill>
                <a:latin typeface="Malgun Gothic"/>
                <a:ea typeface="Malgun Gothic"/>
                <a:cs typeface="Malgun Gothic"/>
              </a:defRPr>
            </a:lvl4pPr>
            <a:lvl5pPr algn="ctr">
              <a:defRPr sz="5625" b="1">
                <a:solidFill>
                  <a:srgbClr val="805400"/>
                </a:solidFill>
                <a:latin typeface="Malgun Gothic"/>
                <a:ea typeface="Malgun Gothic"/>
                <a:cs typeface="Malgun Gothic"/>
              </a:defRPr>
            </a:lvl5pPr>
            <a:lvl6pPr algn="ctr">
              <a:defRPr sz="5625" b="1">
                <a:solidFill>
                  <a:srgbClr val="805400"/>
                </a:solidFill>
                <a:latin typeface="Malgun Gothic"/>
                <a:ea typeface="Malgun Gothic"/>
                <a:cs typeface="Malgun Gothic"/>
              </a:defRPr>
            </a:lvl6pPr>
            <a:lvl7pPr algn="ctr">
              <a:defRPr sz="5625" b="1">
                <a:solidFill>
                  <a:srgbClr val="805400"/>
                </a:solidFill>
                <a:latin typeface="Malgun Gothic"/>
                <a:ea typeface="Malgun Gothic"/>
                <a:cs typeface="Malgun Gothic"/>
              </a:defRPr>
            </a:lvl7pPr>
            <a:lvl8pPr algn="ctr">
              <a:defRPr sz="5625" b="1">
                <a:solidFill>
                  <a:srgbClr val="805400"/>
                </a:solidFill>
                <a:latin typeface="Malgun Gothic"/>
                <a:ea typeface="Malgun Gothic"/>
                <a:cs typeface="Malgun Gothic"/>
              </a:defRPr>
            </a:lvl8pPr>
            <a:lvl9pPr algn="ctr">
              <a:defRPr sz="5625" b="1">
                <a:solidFill>
                  <a:srgbClr val="805400"/>
                </a:solidFill>
                <a:latin typeface="Malgun Gothic"/>
                <a:ea typeface="Malgun Gothic"/>
                <a:cs typeface="Malgun Gothic"/>
              </a:defRPr>
            </a:lvl9pPr>
          </a:lstStyle>
          <a:p xmlns:a="http://schemas.openxmlformats.org/drawingml/2006/main">
            <a:pPr algn="ctr">
              <a:defRPr sz="5625" b="1">
                <a:solidFill>
                  <a:srgbClr val="805400"/>
                </a:solidFill>
                <a:latin typeface="Malgun Gothic"/>
                <a:ea typeface="Malgun Gothic"/>
                <a:cs typeface="Malgun Gothic"/>
              </a:defRPr>
            </a:pPr>
            <a:r>
              <a:rPr sz="5625" b="1">
                <a:solidFill>
                  <a:srgbClr val="805400"/>
                </a:solidFill>
                <a:latin typeface="Malgun Gothic"/>
                <a:ea typeface="Malgun Gothic"/>
                <a:cs typeface="Malgun Gothic"/>
              </a:rPr>
              <a:t>?</a:t>
            </a:r>
          </a:p>
        </p:txBody>
      </p:sp>
      <p:sp>
        <p:nvSpPr>
          <p:cNvPr id="59" name="지금 이 저장소에 어떤 일을 맡기고 싶으신가요?">
            <a:extLst xmlns:a="http://schemas.openxmlformats.org/drawingml/2006/main">
              <a:ext uri="{FF2B5EF4-FFF2-40B4-BE49-F238E27FC236}">
                <a16:creationId xmlns:a16="http://schemas.microsoft.com/office/drawing/2014/main" id="{CACC016C-6459-4BF7-A6EC-C5CB0B840CB7}"/>
              </a:ext>
            </a:extLst>
          </p:cNvPr>
          <p:cNvSpPr>
            <a:spLocks xmlns:a="http://schemas.openxmlformats.org/drawingml/2006/main" noGrp="1"/>
          </p:cNvSpPr>
          <p:nvPr/>
        </p:nvSpPr>
        <p:spPr>
          <a:xfrm xmlns:a="http://schemas.openxmlformats.org/drawingml/2006/main">
            <a:off x="609600" y="45624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17212B"/>
                </a:solidFill>
                <a:latin typeface="Malgun Gothic"/>
                <a:ea typeface="Malgun Gothic"/>
                <a:cs typeface="Malgun Gothic"/>
              </a:defRPr>
            </a:defPPr>
            <a:lvl1pPr algn="l">
              <a:defRPr sz="2625" b="1">
                <a:solidFill>
                  <a:srgbClr val="17212B"/>
                </a:solidFill>
                <a:latin typeface="Malgun Gothic"/>
                <a:ea typeface="Malgun Gothic"/>
                <a:cs typeface="Malgun Gothic"/>
              </a:defRPr>
            </a:lvl1pPr>
            <a:lvl2pPr algn="l">
              <a:defRPr sz="2625" b="1">
                <a:solidFill>
                  <a:srgbClr val="17212B"/>
                </a:solidFill>
                <a:latin typeface="Malgun Gothic"/>
                <a:ea typeface="Malgun Gothic"/>
                <a:cs typeface="Malgun Gothic"/>
              </a:defRPr>
            </a:lvl2pPr>
            <a:lvl3pPr algn="l">
              <a:defRPr sz="2625" b="1">
                <a:solidFill>
                  <a:srgbClr val="17212B"/>
                </a:solidFill>
                <a:latin typeface="Malgun Gothic"/>
                <a:ea typeface="Malgun Gothic"/>
                <a:cs typeface="Malgun Gothic"/>
              </a:defRPr>
            </a:lvl3pPr>
            <a:lvl4pPr algn="l">
              <a:defRPr sz="2625" b="1">
                <a:solidFill>
                  <a:srgbClr val="17212B"/>
                </a:solidFill>
                <a:latin typeface="Malgun Gothic"/>
                <a:ea typeface="Malgun Gothic"/>
                <a:cs typeface="Malgun Gothic"/>
              </a:defRPr>
            </a:lvl4pPr>
            <a:lvl5pPr algn="l">
              <a:defRPr sz="2625" b="1">
                <a:solidFill>
                  <a:srgbClr val="17212B"/>
                </a:solidFill>
                <a:latin typeface="Malgun Gothic"/>
                <a:ea typeface="Malgun Gothic"/>
                <a:cs typeface="Malgun Gothic"/>
              </a:defRPr>
            </a:lvl5pPr>
            <a:lvl6pPr algn="l">
              <a:defRPr sz="2625" b="1">
                <a:solidFill>
                  <a:srgbClr val="17212B"/>
                </a:solidFill>
                <a:latin typeface="Malgun Gothic"/>
                <a:ea typeface="Malgun Gothic"/>
                <a:cs typeface="Malgun Gothic"/>
              </a:defRPr>
            </a:lvl6pPr>
            <a:lvl7pPr algn="l">
              <a:defRPr sz="2625" b="1">
                <a:solidFill>
                  <a:srgbClr val="17212B"/>
                </a:solidFill>
                <a:latin typeface="Malgun Gothic"/>
                <a:ea typeface="Malgun Gothic"/>
                <a:cs typeface="Malgun Gothic"/>
              </a:defRPr>
            </a:lvl7pPr>
            <a:lvl8pPr algn="l">
              <a:defRPr sz="2625" b="1">
                <a:solidFill>
                  <a:srgbClr val="17212B"/>
                </a:solidFill>
                <a:latin typeface="Malgun Gothic"/>
                <a:ea typeface="Malgun Gothic"/>
                <a:cs typeface="Malgun Gothic"/>
              </a:defRPr>
            </a:lvl8pPr>
            <a:lvl9pPr algn="l">
              <a:defRPr sz="2625" b="1">
                <a:solidFill>
                  <a:srgbClr val="17212B"/>
                </a:solidFill>
                <a:latin typeface="Malgun Gothic"/>
                <a:ea typeface="Malgun Gothic"/>
                <a:cs typeface="Malgun Gothic"/>
              </a:defRPr>
            </a:lvl9pPr>
          </a:lstStyle>
          <a:p xmlns:a="http://schemas.openxmlformats.org/drawingml/2006/main">
            <a:pPr algn="l">
              <a:defRPr sz="2625" b="1">
                <a:solidFill>
                  <a:srgbClr val="17212B"/>
                </a:solidFill>
                <a:latin typeface="Malgun Gothic"/>
                <a:ea typeface="Malgun Gothic"/>
                <a:cs typeface="Malgun Gothic"/>
              </a:defRPr>
            </a:pPr>
            <a:r>
              <a:rPr sz="2625" b="1">
                <a:solidFill>
                  <a:srgbClr val="17212B"/>
                </a:solidFill>
                <a:latin typeface="Malgun Gothic"/>
                <a:ea typeface="Malgun Gothic"/>
                <a:cs typeface="Malgun Gothic"/>
              </a:rPr>
              <a:t>지금 이 저장소에 어떤 일을 맡기고 싶으신가요?</a:t>
            </a:r>
          </a:p>
        </p:txBody>
      </p:sp>
      <p:sp>
        <p:nvSpPr>
          <p:cNvPr id="60" name="그 원하는 결과까지 코드에 적혀 있을까요?">
            <a:extLst xmlns:a="http://schemas.openxmlformats.org/drawingml/2006/main">
              <a:ext uri="{FF2B5EF4-FFF2-40B4-BE49-F238E27FC236}">
                <a16:creationId xmlns:a16="http://schemas.microsoft.com/office/drawing/2014/main" id="{29504FFB-43E8-4C97-B0FD-28281565B766}"/>
              </a:ext>
            </a:extLst>
          </p:cNvPr>
          <p:cNvSpPr>
            <a:spLocks xmlns:a="http://schemas.openxmlformats.org/drawingml/2006/main" noGrp="1"/>
          </p:cNvSpPr>
          <p:nvPr/>
        </p:nvSpPr>
        <p:spPr>
          <a:xfrm xmlns:a="http://schemas.openxmlformats.org/drawingml/2006/main">
            <a:off x="609600" y="5143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그 원하는 결과까지 코드에 적혀 있을까요?</a:t>
            </a:r>
          </a:p>
        </p:txBody>
      </p:sp>
      <p:sp>
        <p:nvSpPr>
          <p:cNvPr id="61" name="Legacy module connection">
            <a:extLst xmlns:a="http://schemas.openxmlformats.org/drawingml/2006/main">
              <a:ext uri="{FF2B5EF4-FFF2-40B4-BE49-F238E27FC236}">
                <a16:creationId xmlns:a16="http://schemas.microsoft.com/office/drawing/2014/main" id="{FBFF68DB-E320-46B6-B816-01B2E9308363}"/>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 · M2</a:t>
            </a:r>
          </a:p>
        </p:txBody>
      </p:sp>
    </p:spTree>
    <p:extLst>
      <p:ext uri="{BB962C8B-B14F-4D97-AF65-F5344CB8AC3E}">
        <p14:creationId xmlns:p14="http://schemas.microsoft.com/office/powerpoint/2010/main" val="13567163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15</ap:Slides>
  <ap:Notes>15</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2026-10-25T11:25:48.5700000Z</dcterms:created>
  <dcterms:modified xsi:type="dcterms:W3CDTF">2026-10-25T11:25:48.5700000Z</dcterms:modified>
</coreProperties>
</file>