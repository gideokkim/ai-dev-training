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70" r:id="CopilotTipAfterS03"/>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2e1dd49b645e44b7"/><Relationship Type="http://schemas.openxmlformats.org/officeDocument/2006/relationships/slideMaster" Target="/ppt/slideMasters/slideMaster1.xml" Id="R8ff705b2556745d0"/><Relationship Type="http://schemas.openxmlformats.org/officeDocument/2006/relationships/notesMaster" Target="/ppt/notesMasters/notesMaster1.xml" Id="R21cc55a5b90a4008"/><Relationship Type="http://schemas.openxmlformats.org/officeDocument/2006/relationships/presProps" Target="/ppt/presProps.xml" Id="R5917eba8e8bc4713"/><Relationship Type="http://schemas.openxmlformats.org/officeDocument/2006/relationships/tableStyles" Target="/ppt/tableStyles.xml" Id="Rc9cc88113c884cab"/><Relationship Type="http://schemas.openxmlformats.org/officeDocument/2006/relationships/slide" Target="/ppt/slides/slide1.xml" Id="R35ab9c71ee444107"/><Relationship Type="http://schemas.openxmlformats.org/officeDocument/2006/relationships/slide" Target="/ppt/slides/slide2.xml" Id="R3657e79980894865"/><Relationship Type="http://schemas.openxmlformats.org/officeDocument/2006/relationships/slide" Target="/ppt/slides/slide3.xml" Id="R6ee43eddc14f41f0"/><Relationship Type="http://schemas.openxmlformats.org/officeDocument/2006/relationships/slide" Target="/ppt/slides/slide5.xml" Id="Rc38eda34aca341ad"/><Relationship Type="http://schemas.openxmlformats.org/officeDocument/2006/relationships/slide" Target="/ppt/slides/slide6.xml" Id="R6be011294e834b11"/><Relationship Type="http://schemas.openxmlformats.org/officeDocument/2006/relationships/slide" Target="/ppt/slides/slide7.xml" Id="Rc536c28e9b634e42"/><Relationship Type="http://schemas.openxmlformats.org/officeDocument/2006/relationships/slide" Target="/ppt/slides/slide8.xml" Id="Rc77866ffd74a499d"/><Relationship Type="http://schemas.openxmlformats.org/officeDocument/2006/relationships/slide" Target="/ppt/slides/slide9.xml" Id="R756b2990aef24a12"/><Relationship Type="http://schemas.openxmlformats.org/officeDocument/2006/relationships/slide" Target="/ppt/slides/slide10.xml" Id="R467c3b276d774dfa"/><Relationship Type="http://schemas.openxmlformats.org/officeDocument/2006/relationships/slide" Target="/ppt/slides/slide11.xml" Id="R20b4544b3b4f4a17"/><Relationship Type="http://schemas.openxmlformats.org/officeDocument/2006/relationships/slide" Target="/ppt/slides/slide12.xml" Id="Ra7e83412099b44a8"/><Relationship Type="http://schemas.openxmlformats.org/officeDocument/2006/relationships/slide" Target="/ppt/slides/slide13.xml" Id="R4bcfd689ddfa4ce2"/><Relationship Type="http://schemas.openxmlformats.org/officeDocument/2006/relationships/slide" Target="/ppt/slides/slide14.xml" Id="R68fb9a0cdba34cd7"/><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34f0bcd65a0b41d1" /><Relationship Type="http://schemas.openxmlformats.org/officeDocument/2006/relationships/notesMaster" Target="/ppt/notesMasters/notesMaster1.xml" Id="Rb10dd30bfb534156" /></Relationships>
</file>

<file path=ppt/notesSlides/_rels/notesSlide6.xml.rels><?xml version="1.0" encoding="utf-8"?><Relationships xmlns="http://schemas.openxmlformats.org/package/2006/relationships"><Relationship Type="http://schemas.openxmlformats.org/officeDocument/2006/relationships/slide" Target="/ppt/slides/slide6.xml" Id="R50db1aacf62448e7" /><Relationship Type="http://schemas.openxmlformats.org/officeDocument/2006/relationships/notesMaster" Target="/ppt/notesMasters/notesMaster1.xml" Id="Rae3c7f3e9dda442a" /></Relationships>
</file>

<file path=ppt/notesSlides/_rels/notesSlide7.xml.rels><?xml version="1.0" encoding="utf-8"?><Relationships xmlns="http://schemas.openxmlformats.org/package/2006/relationships"><Relationship Type="http://schemas.openxmlformats.org/officeDocument/2006/relationships/slide" Target="/ppt/slides/slide7.xml" Id="R657c96cfa9ff4191" /><Relationship Type="http://schemas.openxmlformats.org/officeDocument/2006/relationships/notesMaster" Target="/ppt/notesMasters/notesMaster1.xml" Id="Rcb6ff2401902461b" /></Relationships>
</file>

<file path=ppt/notesSlides/_rels/notesSlide8.xml.rels><?xml version="1.0" encoding="utf-8"?><Relationships xmlns="http://schemas.openxmlformats.org/package/2006/relationships"><Relationship Type="http://schemas.openxmlformats.org/officeDocument/2006/relationships/slide" Target="/ppt/slides/slide8.xml" Id="Re1212a9d2091475b" /><Relationship Type="http://schemas.openxmlformats.org/officeDocument/2006/relationships/notesMaster" Target="/ppt/notesMasters/notesMaster1.xml" Id="R0a892d8a8bdc4d9b" /></Relationships>
</file>

<file path=ppt/notesSlides/_rels/notesSlide9.xml.rels><?xml version="1.0" encoding="utf-8"?><Relationships xmlns="http://schemas.openxmlformats.org/package/2006/relationships"><Relationship Type="http://schemas.openxmlformats.org/officeDocument/2006/relationships/slide" Target="/ppt/slides/slide9.xml" Id="R82a7d8b658ed48e1" /><Relationship Type="http://schemas.openxmlformats.org/officeDocument/2006/relationships/notesMaster" Target="/ppt/notesMasters/notesMaster1.xml" Id="R61d87f300c714b31" /></Relationships>
</file>

<file path=ppt/notesSlides/_rels/notesSlide10.xml.rels><?xml version="1.0" encoding="utf-8"?><Relationships xmlns="http://schemas.openxmlformats.org/package/2006/relationships"><Relationship Type="http://schemas.openxmlformats.org/officeDocument/2006/relationships/slide" Target="/ppt/slides/slide10.xml" Id="Raa3691e2edc34315" /><Relationship Type="http://schemas.openxmlformats.org/officeDocument/2006/relationships/notesMaster" Target="/ppt/notesMasters/notesMaster1.xml" Id="Rfcfd31b4857f4b57" /></Relationships>
</file>

<file path=ppt/notesSlides/_rels/notesSlide11.xml.rels><?xml version="1.0" encoding="utf-8"?><Relationships xmlns="http://schemas.openxmlformats.org/package/2006/relationships"><Relationship Type="http://schemas.openxmlformats.org/officeDocument/2006/relationships/slide" Target="/ppt/slides/slide11.xml" Id="Rab787bcc4b334782" /><Relationship Type="http://schemas.openxmlformats.org/officeDocument/2006/relationships/notesMaster" Target="/ppt/notesMasters/notesMaster1.xml" Id="Ref96ac33cffb4795" /></Relationships>
</file>

<file path=ppt/notesSlides/_rels/notesSlide12.xml.rels><?xml version="1.0" encoding="utf-8"?><Relationships xmlns="http://schemas.openxmlformats.org/package/2006/relationships"><Relationship Type="http://schemas.openxmlformats.org/officeDocument/2006/relationships/slide" Target="/ppt/slides/slide12.xml" Id="R0a786f0177c448ad" /><Relationship Type="http://schemas.openxmlformats.org/officeDocument/2006/relationships/notesMaster" Target="/ppt/notesMasters/notesMaster1.xml" Id="Re738060b46d14bef" /></Relationships>
</file>

<file path=ppt/notesSlides/_rels/notesSlide13.xml.rels><?xml version="1.0" encoding="utf-8"?><Relationships xmlns="http://schemas.openxmlformats.org/package/2006/relationships"><Relationship Type="http://schemas.openxmlformats.org/officeDocument/2006/relationships/slide" Target="/ppt/slides/slide13.xml" Id="R2d5666846d29433d" /><Relationship Type="http://schemas.openxmlformats.org/officeDocument/2006/relationships/notesMaster" Target="/ppt/notesMasters/notesMaster1.xml" Id="Rf1119390b6344752" /></Relationships>
</file>

<file path=ppt/notesSlides/_rels/notesSlide14.xml.rels><?xml version="1.0" encoding="utf-8"?><Relationships xmlns="http://schemas.openxmlformats.org/package/2006/relationships"><Relationship Type="http://schemas.openxmlformats.org/officeDocument/2006/relationships/slide" Target="/ppt/slides/slide14.xml" Id="Rc2e59f3baf54471b" /><Relationship Type="http://schemas.openxmlformats.org/officeDocument/2006/relationships/notesMaster" Target="/ppt/notesMasters/notesMaster1.xml" Id="R66ba9f5a900c4aea"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(0:00–0:35 / Lecture) 사람과 Agent가 허용된 파일·구현·테스트를 함께 살펴볼 수 있음을 왼쪽에서 회수한다.</a:t>
            </a:r>
          </a:p>
          <a:p>
            <a:r>
              <a:t xml:space="preserve">2. (0:35–1:15 / Lecture) 오른쪽의 원하는 결과·허용 범위·완료 수용은 사람이 최종 정한다. Agent가 조사·제안할 수 있다는 기존 경계를 유지한다.</a:t>
            </a:r>
          </a:p>
          <a:p>
            <a:r>
              <a:t xml:space="preserve">3. (1:15–2:00 / Lecture) 하단의 “결정한 목표·조건·완료 기준을 요청에 담는다.”를 짚는다. 프로젝트를 여는 것 다음에는 원하는 작업을 요청으로 전달해야 한다는 문제만 남긴다. ACT1의 기법과 사례의 답을 먼저 설명하지 않는다.</a:t>
            </a:r>
          </a:p>
          <a:p>
            <a:r>
              <a:t xml:space="preserve">4. (2:00–5:00 / Q&amp;A) ACT0의 자발적인 질문을 받는다. 질문이 없으면 “코드에서 확인할 사실과 이번 요청에서 정할 것은 어떻게 다를까요?”를 설명용 질문으로 짚고 원래 자료와 판단 책임을 회수한다. 응답·실습을 강제하지 않는다.</a:t>
            </a:r>
          </a:p>
          <a:p>
            <a:r>
              <a:t xml:space="preserve">5. Q&amp;A 종료 후 S15의 ACT1 제목 “Prompt를 작업 명세로 만들기”로 이동한다. S16의 기존 “filter 성능 개선해줘”는 요청 정보가 빠진 예로 이어가며 제조 검사 Task를 새로 떠올리게 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변화·지킬 조건·완료 근거를 요청에 어떻게 담을지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정적 도식을 사용한다. “자료는 함께 살펴보고, 목표·허용 범위·완료 수용은 사람이 최종 정하며 이 결정을 요청에 담는다”고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5.xml" Id="R5817f02b8a6e4ab5"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6.xml" Id="R465df4e0f9dc4ef3"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7.xml" Id="Rd1f385244f5043c4"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8.xml" Id="Rf056d218fde24d0b"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9.xml" Id="R48e56697f0a44087"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10.xml" Id="R3ea12644fae84ba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4178145e9ab24752"/><Relationship Type="http://schemas.openxmlformats.org/officeDocument/2006/relationships/image" Target="/ppt/media/image3.png" Id="R1405e92e9b8c45ba"/><Relationship Type="http://schemas.openxmlformats.org/officeDocument/2006/relationships/notesSlide" Target="/ppt/notesSlides/notesSlide11.xml" Id="R2de2f936d3324d1e"/><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699ae772fe444880"/><Relationship Type="http://schemas.openxmlformats.org/officeDocument/2006/relationships/image" Target="/ppt/media/image4.png" Id="Rf0b868e3c0394193"/><Relationship Type="http://schemas.openxmlformats.org/officeDocument/2006/relationships/notesSlide" Target="/ppt/notesSlides/notesSlide12.xml" Id="Rdb986e759dfb4bda"/><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3.xml" Id="R71faaa85c8de40c9"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4.xml" Id="Raaa7fe0ecf0946a1"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05225"/>
            <a:ext cx="4953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파일</a:t>
            </a:r>
          </a:p>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구현</a:t>
            </a:r>
          </a:p>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05225"/>
            <a:ext cx="44005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원하는 결과</a:t>
            </a:r>
          </a:p>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허용할 범위</a:t>
            </a:r>
          </a:p>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010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
        <p:nvSpPr>
          <p:cNvPr id="24" name="결정한 목표·조건·완료 기준을 요청에 담는다.">
            <a:extLst xmlns:a="http://schemas.openxmlformats.org/drawingml/2006/main">
              <a:ext uri="{FF2B5EF4-FFF2-40B4-BE49-F238E27FC236}">
                <a16:creationId xmlns:a16="http://schemas.microsoft.com/office/drawing/2014/main" id="{3FF7CC58-6F63-424F-BC23-EDD92043B3D6}"/>
              </a:ext>
            </a:extLst>
          </p:cNvPr>
          <p:cNvSpPr>
            <a:spLocks xmlns:a="http://schemas.openxmlformats.org/drawingml/2006/main" noGrp="1"/>
          </p:cNvSpPr>
          <p:nvPr/>
        </p:nvSpPr>
        <p:spPr>
          <a:xfrm xmlns:a="http://schemas.openxmlformats.org/drawingml/2006/main">
            <a:off x="609600" y="53721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결정한 목표·조건·완료 기준을 요청에 담는다.</a:t>
            </a:r>
          </a:p>
        </p:txBody>
      </p:sp>
    </p:spTree>
    <p:extLst>
      <p:ext uri="{BB962C8B-B14F-4D97-AF65-F5344CB8AC3E}">
        <p14:creationId xmlns:p14="http://schemas.microsoft.com/office/powerpoint/2010/main" val="2675490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14</ap:Slides>
  <ap:Notes>14</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