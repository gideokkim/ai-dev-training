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Relationship Type="http://schemas.openxmlformats.org/officeDocument/2006/relationships/image" Target="/ppt/media/image3.png" Id="R1405e92e9b8c45ba"/><Relationship Type="http://schemas.openxmlformats.org/officeDocument/2006/relationships/notesSlide" Target="/ppt/notesSlides/notesSlide11.xml" Id="R2de2f936d3324d1e"/><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Relationship Type="http://schemas.openxmlformats.org/officeDocument/2006/relationships/image" Target="/ppt/media/image4.png" Id="Rf0b868e3c0394193"/><Relationship Type="http://schemas.openxmlformats.org/officeDocument/2006/relationships/notesSlide" Target="/ppt/notesSlides/notesSlide12.xml" Id="Rdb986e759dfb4bda"/><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14</ap:Slides>
  <ap:Notes>14</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