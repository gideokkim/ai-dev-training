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25d1f956404932" /><Relationship Type="http://schemas.openxmlformats.org/officeDocument/2006/relationships/extended-properties" Target="/docProps/app.xml" Id="R1b9b8aea3e0c417b" /><Relationship Type="http://schemas.openxmlformats.org/officeDocument/2006/relationships/officeDocument" Target="/ppt/presentation.xml" Id="R6a44f9c5c701469a" /></Relationships>
</file>

<file path=ppt/presentation.xml><?xml version="1.0" encoding="utf-8"?>
<p:presentation xmlns:p="http://schemas.openxmlformats.org/presentationml/2006/main">
  <p:sldMasterIdLst>
    <p:sldMasterId xmlns:r="http://schemas.openxmlformats.org/officeDocument/2006/relationships" id="2147483648" r:id="Racbbfd96ff524bbc"/>
  </p:sldMasterIdLst>
  <p:notesMasterIdLst>
    <p:notesMasterId xmlns:r="http://schemas.openxmlformats.org/officeDocument/2006/relationships" r:id="R88e7302d602342dd"/>
  </p:notesMasterIdLst>
  <p:sldIdLst>
    <p:sldId xmlns:r="http://schemas.openxmlformats.org/officeDocument/2006/relationships" id="256" r:id="R219b85b3c93944c8"/>
    <p:sldId xmlns:r="http://schemas.openxmlformats.org/officeDocument/2006/relationships" id="257" r:id="R8a793a81d5ff45f1"/>
    <p:sldId xmlns:r="http://schemas.openxmlformats.org/officeDocument/2006/relationships" id="258" r:id="Rc40beb83f0204106"/>
    <p:sldId xmlns:r="http://schemas.openxmlformats.org/officeDocument/2006/relationships" id="259" r:id="Rce61ae8bb5a24307"/>
    <p:sldId xmlns:r="http://schemas.openxmlformats.org/officeDocument/2006/relationships" id="260" r:id="R127bae36d3d641ce"/>
    <p:sldId xmlns:r="http://schemas.openxmlformats.org/officeDocument/2006/relationships" id="261" r:id="R8c44b65a78284502"/>
    <p:sldId xmlns:r="http://schemas.openxmlformats.org/officeDocument/2006/relationships" id="262" r:id="R6b0912e438334e98"/>
    <p:sldId xmlns:r="http://schemas.openxmlformats.org/officeDocument/2006/relationships" id="263" r:id="Rde4fa4a3dd7a4c6e"/>
    <p:sldId xmlns:r="http://schemas.openxmlformats.org/officeDocument/2006/relationships" id="264" r:id="R132c169223d2456f"/>
    <p:sldId xmlns:r="http://schemas.openxmlformats.org/officeDocument/2006/relationships" id="265" r:id="R81a46f55983f49cb"/>
    <p:sldId xmlns:r="http://schemas.openxmlformats.org/officeDocument/2006/relationships" id="266" r:id="Rb8b0abcace90436c"/>
    <p:sldId xmlns:r="http://schemas.openxmlformats.org/officeDocument/2006/relationships" id="267" r:id="R2ca20839e8ae4d1a"/>
    <p:sldId xmlns:r="http://schemas.openxmlformats.org/officeDocument/2006/relationships" id="268" r:id="Rd7c28237d59140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7180fb5c13450e" /><Relationship Type="http://schemas.openxmlformats.org/officeDocument/2006/relationships/slideMaster" Target="/ppt/slideMasters/slideMaster1.xml" Id="Racbbfd96ff524bbc" /><Relationship Type="http://schemas.openxmlformats.org/officeDocument/2006/relationships/notesMaster" Target="/ppt/notesMasters/notesMaster1.xml" Id="R88e7302d602342dd" /><Relationship Type="http://schemas.openxmlformats.org/officeDocument/2006/relationships/presProps" Target="/ppt/presProps.xml" Id="Refbfd0dc8c264a0e" /><Relationship Type="http://schemas.openxmlformats.org/officeDocument/2006/relationships/tableStyles" Target="/ppt/tableStyles.xml" Id="R8410d93e08df45a4" /><Relationship Type="http://schemas.openxmlformats.org/officeDocument/2006/relationships/slide" Target="/ppt/slides/slide1.xml" Id="R219b85b3c93944c8" /><Relationship Type="http://schemas.openxmlformats.org/officeDocument/2006/relationships/slide" Target="/ppt/slides/slide2.xml" Id="R8a793a81d5ff45f1" /><Relationship Type="http://schemas.openxmlformats.org/officeDocument/2006/relationships/slide" Target="/ppt/slides/slide3.xml" Id="Rc40beb83f0204106" /><Relationship Type="http://schemas.openxmlformats.org/officeDocument/2006/relationships/slide" Target="/ppt/slides/slide4.xml" Id="Rce61ae8bb5a24307" /><Relationship Type="http://schemas.openxmlformats.org/officeDocument/2006/relationships/slide" Target="/ppt/slides/slide5.xml" Id="R127bae36d3d641ce" /><Relationship Type="http://schemas.openxmlformats.org/officeDocument/2006/relationships/slide" Target="/ppt/slides/slide6.xml" Id="R8c44b65a78284502" /><Relationship Type="http://schemas.openxmlformats.org/officeDocument/2006/relationships/slide" Target="/ppt/slides/slide7.xml" Id="R6b0912e438334e98" /><Relationship Type="http://schemas.openxmlformats.org/officeDocument/2006/relationships/slide" Target="/ppt/slides/slide8.xml" Id="Rde4fa4a3dd7a4c6e" /><Relationship Type="http://schemas.openxmlformats.org/officeDocument/2006/relationships/slide" Target="/ppt/slides/slide9.xml" Id="R132c169223d2456f" /><Relationship Type="http://schemas.openxmlformats.org/officeDocument/2006/relationships/slide" Target="/ppt/slides/slide10.xml" Id="R81a46f55983f49cb" /><Relationship Type="http://schemas.openxmlformats.org/officeDocument/2006/relationships/slide" Target="/ppt/slides/slide11.xml" Id="Rb8b0abcace90436c" /><Relationship Type="http://schemas.openxmlformats.org/officeDocument/2006/relationships/slide" Target="/ppt/slides/slide12.xml" Id="R2ca20839e8ae4d1a" /><Relationship Type="http://schemas.openxmlformats.org/officeDocument/2006/relationships/slide" Target="/ppt/slides/slide13.xml" Id="Rd7c28237d59140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a9b8ef501748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88d840df184388" /><Relationship Type="http://schemas.openxmlformats.org/officeDocument/2006/relationships/notesMaster" Target="/ppt/notesMasters/notesMaster1.xml" Id="Rd67b7ea7f8e44e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debb37ba2a4e0b" /><Relationship Type="http://schemas.openxmlformats.org/officeDocument/2006/relationships/notesMaster" Target="/ppt/notesMasters/notesMaster1.xml" Id="R820d08cc739741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566c11bca745ae" /><Relationship Type="http://schemas.openxmlformats.org/officeDocument/2006/relationships/notesMaster" Target="/ppt/notesMasters/notesMaster1.xml" Id="R948c9a9df0d74a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808d58d20f4543" /><Relationship Type="http://schemas.openxmlformats.org/officeDocument/2006/relationships/notesMaster" Target="/ppt/notesMasters/notesMaster1.xml" Id="R00ac176faecd41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4b1349d7114bf5" /><Relationship Type="http://schemas.openxmlformats.org/officeDocument/2006/relationships/notesMaster" Target="/ppt/notesMasters/notesMaster1.xml" Id="R8e55c1731ad24b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a009e3ca194298" /><Relationship Type="http://schemas.openxmlformats.org/officeDocument/2006/relationships/notesMaster" Target="/ppt/notesMasters/notesMaster1.xml" Id="R0b297c69b89b41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95801eb49d433a" /><Relationship Type="http://schemas.openxmlformats.org/officeDocument/2006/relationships/notesMaster" Target="/ppt/notesMasters/notesMaster1.xml" Id="R9e56a6f8e27a45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2736a15a264770" /><Relationship Type="http://schemas.openxmlformats.org/officeDocument/2006/relationships/notesMaster" Target="/ppt/notesMasters/notesMaster1.xml" Id="R485a8d03567c443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5698b2275b4ff2" /><Relationship Type="http://schemas.openxmlformats.org/officeDocument/2006/relationships/notesMaster" Target="/ppt/notesMasters/notesMaster1.xml" Id="Ra1fc405fd89844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714e610a4b9436f" /><Relationship Type="http://schemas.openxmlformats.org/officeDocument/2006/relationships/notesMaster" Target="/ppt/notesMasters/notesMaster1.xml" Id="R7632e1d5307c42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c1cd5261a746b6" /><Relationship Type="http://schemas.openxmlformats.org/officeDocument/2006/relationships/notesMaster" Target="/ppt/notesMasters/notesMaster1.xml" Id="R1aac9af2c8f346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364f16b88a4167" /><Relationship Type="http://schemas.openxmlformats.org/officeDocument/2006/relationships/notesMaster" Target="/ppt/notesMasters/notesMaster1.xml" Id="R2c162af5e671466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896a2a959254b9b" /><Relationship Type="http://schemas.openxmlformats.org/officeDocument/2006/relationships/notesMaster" Target="/ppt/notesMasters/notesMaster1.xml" Id="Raacd1b458b9f44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DEC-0085: prototype/image-illustration-pilot/assets/S07.png의 왼쪽 장면을 가운데 카드 위 여백에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가운데 위의 왼쪽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DEC-0085: prototype/image-illustration-pilot/assets/S07.png의 오른쪽 장면을 가운데 카드 위 여백에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가운데 위의 오른쪽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225b4a4b8a40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413c34658e45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43cbcc2d3524a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15d9e39e3647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eb868e98878479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a2104386f03404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E043B5-CF17-4F93-A7B2-3397D56E64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D62F50-78A4-4FEE-B4D3-5338279D4C9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8A385C6-7DC9-400D-8619-3975758B5EB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13E889-0B6D-4498-9214-3247A0AFA5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08F243-C3C1-4FB5-9212-19E3C9CD4CF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CB7D5C-A7D0-4708-8DF9-B20BB7EDD3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AC0DB7-0A19-41CE-94E1-1174A536667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B5E91BC-1758-4E72-9780-BD5F561B44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D565C8-1324-404F-B217-48837AECB1C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EB2440-DD2D-4A2D-A8B4-34B33562676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df875d3dbf4a60" /><Relationship Type="http://schemas.openxmlformats.org/officeDocument/2006/relationships/slideLayout" Target="/ppt/slideLayouts/slideLayout1.xml" Id="Rd44f695465164817" /><Relationship Type="http://schemas.openxmlformats.org/officeDocument/2006/relationships/slideLayout" Target="/ppt/slideLayouts/slideLayout2.xml" Id="R9142672fc2d24d14" /><Relationship Type="http://schemas.openxmlformats.org/officeDocument/2006/relationships/slideLayout" Target="/ppt/slideLayouts/slideLayout3.xml" Id="R3b79f1aa957442c2" /><Relationship Type="http://schemas.openxmlformats.org/officeDocument/2006/relationships/slideLayout" Target="/ppt/slideLayouts/slideLayout4.xml" Id="Rc09ebd218a0c4950" /><Relationship Type="http://schemas.openxmlformats.org/officeDocument/2006/relationships/slideLayout" Target="/ppt/slideLayouts/slideLayout5.xml" Id="R702120ff15224a42" /><Relationship Type="http://schemas.openxmlformats.org/officeDocument/2006/relationships/slideLayout" Target="/ppt/slideLayouts/slideLayout6.xml" Id="R1fbf50c50dd247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4f695465164817"/>
    <p:sldLayoutId xmlns:r="http://schemas.openxmlformats.org/officeDocument/2006/relationships" id="2147483650" r:id="R9142672fc2d24d14"/>
    <p:sldLayoutId xmlns:r="http://schemas.openxmlformats.org/officeDocument/2006/relationships" id="2147483651" r:id="R3b79f1aa957442c2"/>
    <p:sldLayoutId xmlns:r="http://schemas.openxmlformats.org/officeDocument/2006/relationships" id="2147483652" r:id="Rc09ebd218a0c4950"/>
    <p:sldLayoutId xmlns:r="http://schemas.openxmlformats.org/officeDocument/2006/relationships" id="2147483653" r:id="R702120ff15224a42"/>
    <p:sldLayoutId xmlns:r="http://schemas.openxmlformats.org/officeDocument/2006/relationships" id="2147483654" r:id="R1fbf50c50dd247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99c20c002c947b0" /><Relationship Type="http://schemas.openxmlformats.org/officeDocument/2006/relationships/image" Target="/ppt/media/image.png" Id="R4958c069d7ce4d84" /><Relationship Type="http://schemas.openxmlformats.org/officeDocument/2006/relationships/notesSlide" Target="/ppt/notesSlides/notesSlide1.xml" Id="Ra93dcba5ffa441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981be44a2ad4b21" /><Relationship Type="http://schemas.openxmlformats.org/officeDocument/2006/relationships/notesSlide" Target="/ppt/notesSlides/notesSlide2.xml" Id="Rb5e68c917c9e4f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2225f0988cd4369" /><Relationship Type="http://schemas.openxmlformats.org/officeDocument/2006/relationships/notesSlide" Target="/ppt/notesSlides/notesSlide3.xml" Id="Rdbcb0353c70447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c2a1feed6c84013" /><Relationship Type="http://schemas.openxmlformats.org/officeDocument/2006/relationships/image" Target="/ppt/media/image2.png" Id="R98d6e97542d242f8" /><Relationship Type="http://schemas.openxmlformats.org/officeDocument/2006/relationships/notesSlide" Target="/ppt/notesSlides/notesSlide4.xml" Id="Rf1cab53408c043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41216f1ecd4c54" /><Relationship Type="http://schemas.openxmlformats.org/officeDocument/2006/relationships/notesSlide" Target="/ppt/notesSlides/notesSlide5.xml" Id="R9f0464c6cf3d4b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20a889317b24fff" /><Relationship Type="http://schemas.openxmlformats.org/officeDocument/2006/relationships/notesSlide" Target="/ppt/notesSlides/notesSlide6.xml" Id="R8a39b84db8514c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f007178a504be9" /><Relationship Type="http://schemas.openxmlformats.org/officeDocument/2006/relationships/notesSlide" Target="/ppt/notesSlides/notesSlide7.xml" Id="Raf517baa780e4e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7440a0eec745e2" /><Relationship Type="http://schemas.openxmlformats.org/officeDocument/2006/relationships/notesSlide" Target="/ppt/notesSlides/notesSlide8.xml" Id="Raf25511f943340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954393855584618" /><Relationship Type="http://schemas.openxmlformats.org/officeDocument/2006/relationships/image" Target="/ppt/media/image3.png" Id="Rf6cac1cc37e24007" /><Relationship Type="http://schemas.openxmlformats.org/officeDocument/2006/relationships/notesSlide" Target="/ppt/notesSlides/notesSlide9.xml" Id="Re942d6892607417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c47ca296b74fd2" /><Relationship Type="http://schemas.openxmlformats.org/officeDocument/2006/relationships/image" Target="/ppt/media/image4.png" Id="R62a2f839d7204270" /><Relationship Type="http://schemas.openxmlformats.org/officeDocument/2006/relationships/notesSlide" Target="/ppt/notesSlides/notesSlide10.xml" Id="R7b84a6ddbc4e46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9a107b94e4543ec" /><Relationship Type="http://schemas.openxmlformats.org/officeDocument/2006/relationships/notesSlide" Target="/ppt/notesSlides/notesSlide11.xml" Id="R40aa6d7dae4a4e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df9e55607d947be" /><Relationship Type="http://schemas.openxmlformats.org/officeDocument/2006/relationships/image" Target="/ppt/media/image5.png" Id="Rc207692e2b694c98" /><Relationship Type="http://schemas.openxmlformats.org/officeDocument/2006/relationships/image" Target="/ppt/media/image6.png" Id="R0d8baf495f4844ec" /><Relationship Type="http://schemas.openxmlformats.org/officeDocument/2006/relationships/image" Target="/ppt/media/image7.png" Id="R60b3917c83be47e4" /><Relationship Type="http://schemas.openxmlformats.org/officeDocument/2006/relationships/notesSlide" Target="/ppt/notesSlides/notesSlide12.xml" Id="R7b58029ffc8c4c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b0794f08c3448d" /><Relationship Type="http://schemas.openxmlformats.org/officeDocument/2006/relationships/notesSlide" Target="/ppt/notesSlides/notesSlide13.xml" Id="R979d75b888ed449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90F4301-36B2-4C3D-9A4E-0F68777870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62C33529-7329-43CA-8541-292CFA76E4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84159D47-2805-44AE-8B85-196754DC55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0B9C555-7079-44BE-9EFA-E714266A8F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45765D0A-E681-47FC-9187-7DA1753DAE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B37523A9-8FB4-4956-8475-4264B00B87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ED6A057D-828C-4BA6-9F7C-97FEACAE58E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A675CDA6-753E-4D5C-BF93-5B610A76DA34}"/>
              </a:ext>
            </a:extLst>
          </p:cNvPr>
          <p:cNvPicPr>
            <a:picLocks xmlns:a="http://schemas.openxmlformats.org/drawingml/2006/main" noChangeAspect="1"/>
          </p:cNvPicPr>
          <p:nvPr/>
        </p:nvPicPr>
        <p:blipFill>
          <a:blip xmlns:r="http://schemas.openxmlformats.org/officeDocument/2006/relationships" xmlns:a="http://schemas.openxmlformats.org/drawingml/2006/main" r:embed="R4958c069d7ce4d84"/>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760F00C-3482-4FEE-A484-1068B8110C7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E96E97A-C491-46DD-8E65-7D64E4F2433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77FBD54-3388-4642-B7E1-090DAEF048B5}"/>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82546387-6807-45B5-9EDF-0084F1EBE0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3684630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88D2400F-90FC-42FB-ABE7-796153003B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066815BC-FEC3-48AA-9FE6-67DB79F313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8864726-896D-4F95-9035-66B252615A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8C960FF4-D142-455D-968A-AAB25829FA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1092C00-BDB7-4304-9CBA-03E943410B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CFE40EA-8DEB-4154-915D-59A2C7B0D2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15B47399-8011-465E-BA6B-7D155FD87C3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520975E1-F2AC-4688-9A7F-72C3F6933BBE}"/>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2E7B05A-14A0-4C0C-B2D9-B120B32AA8A3}"/>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B38B670B-1D70-4206-BE23-219BC72CBE33}"/>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565C70-D09C-4527-BA4F-2F9EB5B89C0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B84560A6-7F67-48FE-AFBA-A7C6BD94413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E723FCC0-8204-41FC-B7B8-59A1E80A51B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58A81EB1-7D87-4FF2-AC22-FBB6AA08CE7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8B9B87E-4012-464F-A50A-7E3566D805F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F7463EF2-DF46-4806-95AC-C83CFBBF97A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CB2D1B5-46C9-489A-AF7C-09089511A51B}"/>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6C3F69D6-5C52-4D3C-B435-559E1CE0474C}"/>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6085827B-A2A9-42E0-B465-DFD62C37D12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75C02FA4-0C4C-46D9-BF94-55541E4BAA28}"/>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4FAA5E6-8113-418C-B2E5-3381C6B577E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3BECB33-15F4-4684-804A-D43D71194D1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7D44CED4-B9AC-440A-9E4C-5835925ABB5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C0C30E3-6E6D-4FDF-9DF5-1D9A7CED993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1E335A-B4F8-4B5D-8DDF-03E30E1DEBF2}"/>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AC0BB8BB-4B44-4446-BEA7-FFD6D3FFECB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756D95AB-C712-4333-B17B-BA55BD0CEC8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890DECF-F54E-4EC5-B515-29E72EB9541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9F91C2B-B94C-40CD-9474-EF2E95AAC8B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0F6D369-55D7-48E3-9A96-AA172F11871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7215E402-2A85-4079-A069-DA9D64CE1F4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2D8363B6-553C-4B0D-8D73-E1786204EDF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AE39D83B-5A57-45DC-B3DC-73B130A5F3B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FE8C5F1-2936-4EE8-A4C8-A983FECB36E0}"/>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B3E9CA12-C71D-4450-BAE6-DF7A4944EFC7}"/>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4C22AB0-63D1-4BE7-A7AC-62CAD6E1E143}"/>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B9261DA-B8B4-4D8A-B065-C83F1FA762F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B7BB49B-95E8-4C18-90A4-4856B83AA0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6071291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0182DA4A-B02D-43AF-9FE3-5E5D9D1E7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22FCEFB0-3E9A-490B-824B-5DEDB9E3F3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004F92E-C422-4DFB-8392-C634CD77D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7ADFFA8-3FF7-4281-9FF5-9B60DDA1B5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A096AD8-AD5F-42B9-906D-B16034DA78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81530F62-A063-45AD-81B6-BF6B7D1B8E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EA10D8B-ADDD-47AC-B974-DFFE569D2C0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E439C9A-BEDC-4E91-BB87-8593440ACF50}"/>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6D1B447-C120-4CFC-A004-1C3749897AA4}"/>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F41AEF6B-E283-411A-AF8F-D787CF464D3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183ACCE-241B-43E9-878B-9A5B76AD569D}"/>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0F86130-CF58-4E8F-A97F-D5EAEE68E520}"/>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DC12CED-C2DB-4DEB-8533-756E0ABBC1FF}"/>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EDF9F367-BF0F-43D6-91A3-6285DD66D77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1AE4722-BEFF-47D6-98C7-AEE495FBBB4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BDDB649-DECC-4D2B-A352-6C91CFE527E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56F7B035-22E6-45B0-8FF9-00261CEC3C2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B977CAF-7186-48EC-9A0B-7E60F7E1722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EAFE3A61-AD53-43F7-A1B1-037FB8887ED1}"/>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0148C80-CC4F-4CB5-BC6F-38DCD9AF957C}"/>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64EF0D68-CD04-42D3-B1DE-8722C79CB4C4}"/>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3CF9DCC2-9160-4C6D-88A1-B962D507AB9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4EEAE82-0571-4CB7-BFA3-D6B37B230663}"/>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95D449D-F050-4A60-ADC3-C31C6AAF0A1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0F61747-C117-4A00-B275-081DC31F66C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2CCA967F-D857-4D71-A206-A905DD26865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523DC53-5688-4C9B-B2F2-D2434C1A220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897A669-56C4-432E-866A-395C539F89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72559351-F76B-4EA2-A3DA-2BE8F3EB709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64A1A545-2116-4EDC-8251-E8598B6D820F}"/>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EE5D7EF-99D5-4C70-B548-4DE47D26D7A8}"/>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09853834-5C1D-47D8-81BA-D2A7FE1572F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151D07A-CD9F-4EB1-B056-C16F1494C7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6046346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342ECFD-A280-40C7-A77D-0602741263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345C226-1577-4A11-9E7A-1725C789F0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D2D51AA-984C-4D4D-8F3F-49A4CAF47F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E9DC25A1-9537-4F63-9807-3A0C4B4162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794FBA0-D4CE-420F-8AA4-13589F382C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FA9571E8-B9DD-4F4E-8D65-2AC9AEB8F9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CC5B38A9-CD4A-45FC-8657-44761AA6A6D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78E10E5-B045-4EE7-ACEA-A5CD1923CC26}"/>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811EC3C5-2FA7-4DCA-94CF-8FEE89595D03}"/>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5349A15-155E-44F7-9D7E-3A69325EE194}"/>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0EE91835-9F7D-42CB-B80F-F3CE83717F3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5A47317F-ED83-4E96-A4C4-824272005C9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CBC96FA-9F2B-47D2-B5DD-CF0D819762F5}"/>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051A3CD-DFE2-4297-8A8D-7423ED39C087}"/>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ED34880-4E58-48C3-A7C0-467FC646881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81C0FAB-67F9-490D-86AB-52B38561936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18DD70F-B04B-4EC4-A10A-8391A1A0998E}"/>
              </a:ext>
            </a:extLst>
          </p:cNvPr>
          <p:cNvPicPr>
            <a:picLocks xmlns:a="http://schemas.openxmlformats.org/drawingml/2006/main" noChangeAspect="1"/>
          </p:cNvPicPr>
          <p:nvPr/>
        </p:nvPicPr>
        <p:blipFill>
          <a:blip xmlns:r="http://schemas.openxmlformats.org/officeDocument/2006/relationships" xmlns:a="http://schemas.openxmlformats.org/drawingml/2006/main" r:embed="R98d6e97542d242f8"/>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869971D3-47D3-4D7E-B126-EC517FC7967F}"/>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106F5DC7-7FB8-4288-8CC4-7234D0B1B0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06585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99863960-E8F6-4F98-B90B-76D18E608D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1F692C78-2D25-4348-A974-419A936A88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6F811139-71CA-4C9B-ACD8-CC35D2B2FD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EDDFE8CF-D198-4250-B459-CFE32E2B74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253E1BD5-0589-49F9-832A-CE74C561EA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152C329C-9917-4CD2-985D-1761E5C30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DC87B3BE-D66B-4C63-9E90-545E341C617C}"/>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9305BAC8-1800-4223-8F9A-93B579460099}"/>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C0C45B49-11EE-496A-8808-40ACA4AF5DB8}"/>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721D7E11-EBEE-41E6-AAB7-41DD7E88CC18}"/>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902E5F75-2C85-4398-8BBD-820D7057CC0D}"/>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B6DEE6A6-8AE6-41B6-ADA1-231350C8F1DC}"/>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F52999F3-9F34-4ED2-B722-E589B2A11279}"/>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AD1CE03A-1AD5-423A-BA7F-4CFBB406C2EE}"/>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B3AE2E93-A298-4A76-B7D5-ADE0032B8A87}"/>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7DCAD4C8-E808-4684-BF6D-8415B98E5F13}"/>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CDE1092-5F3D-4C06-9E69-49E544D4AC5B}"/>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886A967B-8B94-4B75-85B6-DE15E8EB572F}"/>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3F18E380-7B25-4B8B-B829-E126C32269F8}"/>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CF056C0A-0E71-47C2-B18B-238C7F4AA09F}"/>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CB9E33D7-6A5E-451D-B4E3-32B84E453B37}"/>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F3CC66F4-9E86-4717-A681-7B657F9726C2}"/>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A9251002-E450-4856-AFAE-62FB845D224B}"/>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01A770FD-CBC8-478B-9B6C-959B4B8026A2}"/>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167A852-A9B2-4CC7-A9A9-E77ADD6198DB}"/>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AE524B8-DB2F-415C-ADC7-1C172A78E44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651C88E-CF65-430F-9C2B-AA2317729C34}"/>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CE7E6A7B-F705-4F6D-AF6E-C967C1A0DAE5}"/>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30243ED-6A41-4B60-85B0-E776A2D115A0}"/>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728E3783-F785-40AC-A719-6EE26BEAF8CF}"/>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DEE18B57-7853-4457-B9F7-8687B45DE77D}"/>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C680112D-B443-41D8-A0C4-C56034183749}"/>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A63F027D-45A6-42C8-A8AD-783C376E5D2D}"/>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1BF65F3A-63FB-41B3-B7D2-A0F99BF67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4160455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5C3E5D35-B355-443F-9E5A-3B83752163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ECF76DD7-856B-4682-A255-00321B87DF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19F10773-DA28-4D86-B28C-AF73A7C552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0194FB1F-C930-49C8-9E16-5628F81C83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960B7306-734F-4CF3-AFCD-68A837601E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32710EA8-7774-4C93-BE3E-E95CF6014A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1EDEA8E6-5B52-4A49-A547-E995BC9E2D0F}"/>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D411A20A-91F1-43F6-8174-C02AFFDB0047}"/>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660B22F0-DD99-4132-94EF-8FF064562EC9}"/>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367BC386-A1C6-4EE9-A193-51E06C88891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CBD8D657-80C5-4F2C-99DA-79A16F246341}"/>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20E9ECC6-42CF-4B7B-89C6-934D9C51E22F}"/>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695CEC70-6916-4398-9F56-EFF5947E782F}"/>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4725E675-07B9-4327-9F2D-4A0502A2C958}"/>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B86414F2-60CC-4F05-850B-47B46230DDA5}"/>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A9A5C1A1-8224-486A-8222-710CF32D0151}"/>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0D6ECA3D-2151-4AEB-9E20-9DC94FCC1A7A}"/>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E738D888-95A3-4ADF-B030-41AEAF384216}"/>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8A76E4DF-F23B-40D0-AA86-283BCBC11572}"/>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C6D67ABC-B03A-4EA3-AF43-8ADC483E3FA0}"/>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86611734-E61A-4A18-A09F-443859DC40B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53E90600-2CD8-4E58-BD29-B110C7B82C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635839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2B8483DE-E4FA-497C-90D6-30291D54C0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47E967A2-FC19-4FAD-A6E6-1BF639F3EE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BDC201FF-2B56-4CF2-B7F3-2824E2C468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E32B3057-8373-462D-9354-729EED8923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2239FA28-2DEF-4345-AFB0-E2B7EBCFD4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017A9181-0366-465E-91F2-A077A2C0E0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B34BDD1F-08CF-4809-858D-65C6F84BA7B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21420B5F-6234-4038-9AA4-5DA7A80BECDC}"/>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5D6E0125-0492-456C-9BD0-78B47BDAF91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A8A09BDD-6EBC-4D4E-9133-3889496E79FA}"/>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51CF0D58-25E5-4E2C-92AB-64A97D59344C}"/>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CE3081CE-4A69-4391-B410-2C33A219BAB8}"/>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6C855201-DB0A-4B2B-8506-8123E5D3743E}"/>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77C3A084-2EBD-4248-90B3-BD381F7419B3}"/>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F815ACE-8200-4896-8C14-6883A7686592}"/>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83AAEE32-55DF-49C4-87B9-28C1DE3C4F9F}"/>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AF5ECCD3-74D2-46B4-88A4-9B52AF4DF6B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8F0A20B6-DEB0-4F80-AAC1-128FA122D8C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F6192F6-3EA9-4C54-BC8F-F76DA7D1A245}"/>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1F864866-91FE-4139-B0CA-9D6557D2FA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7456664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BD2A5A4A-E07A-4142-85E3-0C0FFCED52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D4484387-AAB6-43E1-A7EA-D4CD3004DF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B3C4E4C6-C1D5-4216-AC28-AB930F9D4E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5403858D-FC18-4F61-872B-661E03CC64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5B1C9951-7820-4D2E-AD98-3EECA292CC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219681DE-1365-4AD7-8031-B7498D5A70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C80B9CE1-36BB-4D9A-90D0-20F49DEB5FC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D15DD80F-FBCF-4E38-846E-994FFC2AED67}"/>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00B77AE9-6B08-48AC-8ED7-A80C8910CC0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C4D88AF2-78B2-4CEC-9D90-728722B3F3D5}"/>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BE1E517-479E-484D-B054-A6926F1594E7}"/>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F68A2AD5-405A-48D2-BBD2-D7CD5E26D55A}"/>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D5122912-30A5-4128-B1A0-351B923F211D}"/>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D074013-747B-4153-9808-034CE43BC9FD}"/>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2F2DC793-8169-4EF2-B79E-ACF83CAE41BF}"/>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3A511832-EDEE-483A-AA98-35E1A3EEE6C9}"/>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F17DDDFA-3802-41C1-B162-690872467942}"/>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8235B1D0-EFE7-4FB0-A68F-634C4E91C7E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47FBCEA6-3E10-447C-8EBF-81ED3176B42F}"/>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16E138D8-D49E-462C-8DD4-781C149919D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E5ADCAF4-688F-4679-B94D-84209788D740}"/>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8E244253-30C4-4465-9C4B-744C11A8D7B1}"/>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FAD97D11-4E55-4E02-A849-A3C0F8CE4BF0}"/>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8EC8DD5-9D90-4185-81AC-D855A1A3F44B}"/>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E0D9DB3E-A436-4CBB-B451-44E12729FB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7439119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4422B247-8F7F-4FFD-B2A4-87EE1A4DAF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34DB7C49-5011-4BF8-B20C-FD0437666D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8BAF250D-E1E5-42D8-8238-A0112ECB30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EA4401C-B9F3-4513-B158-3369DE7747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2819FD5B-BFA6-4E56-9EF8-8B7875D591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F9241E90-35A8-4046-9BDA-347E563AB7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F4C8CECD-90AF-402E-A619-398DDF9BD30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5C689EFF-A125-4872-9282-9A40D415D877}"/>
              </a:ext>
            </a:extLst>
          </p:cNvPr>
          <p:cNvPicPr>
            <a:picLocks xmlns:a="http://schemas.openxmlformats.org/drawingml/2006/main" noChangeAspect="1"/>
          </p:cNvPicPr>
          <p:nvPr/>
        </p:nvPicPr>
        <p:blipFill>
          <a:blip xmlns:r="http://schemas.openxmlformats.org/officeDocument/2006/relationships" xmlns:a="http://schemas.openxmlformats.org/drawingml/2006/main" r:embed="Rf6cac1cc37e24007"/>
          <a:srcRect xmlns:a="http://schemas.openxmlformats.org/drawingml/2006/main" l="1500" t="18000" r="51000" b="15000"/>
          <a:stretch xmlns:a="http://schemas.openxmlformats.org/drawingml/2006/main"/>
        </p:blipFill>
        <p:spPr>
          <a:xfrm xmlns:a="http://schemas.openxmlformats.org/drawingml/2006/main">
            <a:off x="4753118" y="2247900"/>
            <a:ext cx="1485614" cy="10477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F03DD690-5D19-4438-AB25-C44A1DAC4BF1}"/>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F250469-CDA1-4476-8C54-1C9D45808DA4}"/>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EF8415F9-5DA3-4A12-8453-466932C4C697}"/>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34A3B76-0FEE-4B97-B0A1-96D8D653E2B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D78B62CB-2377-4BED-938D-8AEA4BBC683F}"/>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CEAB45E-49C3-4031-8761-6EEAF402FB91}"/>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DBD770-7634-41C1-878B-DAC28177741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FA1FB397-0468-46DD-A395-9B81703FE964}"/>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83CBD16-FF92-44A6-913B-7E5287ED9533}"/>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B275A6BA-E87B-449F-88B0-BD5BAAE8EDBB}"/>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9F84C99-B388-4BD2-8CD1-EDACC10432EA}"/>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44825D50-A6B4-4222-AAE7-20AC7E6DC17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EB411A4F-B878-451B-AD12-A658B0E9FC9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4B70027-1EF4-4A84-AEB7-9BBCE7F88221}"/>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120A99E-C0DF-4A40-AE28-5CB57AF7C42A}"/>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A15B7C5-9E2B-414F-9B5B-8427D495B957}"/>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EA63EA17-3E35-4E60-83C7-724819DFA095}"/>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80A3BAF0-8E9B-49C4-A8B1-8E1A0DA5131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2894247C-4FB8-46F7-925C-84712C8D21E6}"/>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1BF6A460-A5AE-4E04-B10F-74A831B17287}"/>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ED3AD378-592B-41D6-89D6-E1D551A9A712}"/>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E62E91C0-766F-4A68-BC2D-F5981059D7AD}"/>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0F3C14C3-0A0B-4D6B-9726-59CCA1BF12B9}"/>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6CA8C152-1E85-4989-A986-820FC141B736}"/>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DE8D5FDF-7A8C-4D21-B326-302A90527B0E}"/>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EA360611-4080-4548-A5F5-933F2CA65520}"/>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636A1751-FC46-4402-987C-8698779421C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25909143-10DC-49F4-AFC5-72D41B5661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044032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9E3CEA92-B6F0-465A-B4A8-80A69E3DE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048900A6-30D1-4D33-890C-AFC71149E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CFA67FCF-28F6-4588-8F13-D83E0C9903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6DD60D30-7570-4D8D-841D-271429D7E9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415536D-FB3C-473D-9C5D-56ECF2FA36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61D65273-3DBB-4759-91DD-C68D96528D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7675B04A-4803-41EA-A86E-2BCDE47AAFF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037FFEAE-02DE-43BB-95A6-A8BC723A7561}"/>
              </a:ext>
            </a:extLst>
          </p:cNvPr>
          <p:cNvPicPr>
            <a:picLocks xmlns:a="http://schemas.openxmlformats.org/drawingml/2006/main" noChangeAspect="1"/>
          </p:cNvPicPr>
          <p:nvPr/>
        </p:nvPicPr>
        <p:blipFill>
          <a:blip xmlns:r="http://schemas.openxmlformats.org/officeDocument/2006/relationships" xmlns:a="http://schemas.openxmlformats.org/drawingml/2006/main" r:embed="R62a2f839d7204270"/>
          <a:srcRect xmlns:a="http://schemas.openxmlformats.org/drawingml/2006/main" l="51000" t="18000" r="1500" b="15000"/>
          <a:stretch xmlns:a="http://schemas.openxmlformats.org/drawingml/2006/main"/>
        </p:blipFill>
        <p:spPr>
          <a:xfrm xmlns:a="http://schemas.openxmlformats.org/drawingml/2006/main">
            <a:off x="4753118" y="2247900"/>
            <a:ext cx="1485614" cy="10477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A9A4C59-6EEE-426B-BD94-CA9FAD5DCA90}"/>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250C95E-4FC4-49C0-9B24-B8757DCF08B1}"/>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5E3CEB5-2190-4501-9EDA-2201524F9A92}"/>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487AAC78-9169-41E6-AEF3-E32E2A024939}"/>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223EAE6-E32D-47AD-BC99-6B9C6EC9E91E}"/>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911CDEF9-75D9-4457-8A92-57B4716D7BA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6F2A82F3-D51E-4B00-9DB9-19EB4DCF751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6A3D4FB-98F1-4277-B2C3-156864C449E2}"/>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25D1CDEB-9FD2-4993-B54F-E8680EB4DC19}"/>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D385ABA2-F7B4-4FE9-B942-05951DF389E9}"/>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27DE0D42-5E57-4A0C-B69C-F6059F8A0286}"/>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257E1AF-37BE-4327-9AF9-7312D38C4E9E}"/>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457B881-F62B-436C-928C-32B6D8BF8E74}"/>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4099AE84-6ECD-4532-BBC1-F29A83C9F71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B0D920CF-617F-4430-9688-16974418209A}"/>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F3E665B-99D2-4C0A-9E83-72827200ECC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BF60BF14-3152-4D62-B4F7-DB4678228774}"/>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35FAAA20-E128-4286-B496-171EA1061D6D}"/>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D30404AD-B284-4076-9EA8-984B44B64E4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3955E266-D185-41EA-842E-FF3E3061F67D}"/>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F4B6FE16-7DF2-436F-BE56-2B49FF3D897B}"/>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99EDAAC-204D-4A58-8131-872D3F53D91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64026FA7-DA2C-410F-BF63-5BEB22BA504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238CC705-D11F-49E9-93E0-E61481F4DFB5}"/>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E1CCB99E-4E32-4029-B7C7-B6D90323B92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056D8846-1AFE-4925-AC6B-FCD90B5ABB44}"/>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056593A-735E-4A1F-B0E7-887FC5C38CC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CAA0727-1F35-4227-8DA0-13E0C3859D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914948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288C1A1-EA05-4447-B0E8-3EC192FF88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3DB55055-F758-44B2-8380-584F38DBCE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5FEEF152-C89C-41FF-AA98-C5858A1EE1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A9C8FAA-70C0-48C3-BC1D-1C8D4920F8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E56121E-AB87-4440-B6C4-9B0B7C60EF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DB254C41-D6DE-45C8-9A11-3F5F35FDF1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3B095650-502C-4533-803E-CA10ACE0CC4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F8C4A2C-C917-4F13-A0B7-5C4210569837}"/>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163F4D58-E737-41EE-A0F2-163AFB9C07F2}"/>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DEDC0DD-6036-4775-A8CA-7E10628B38D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DF3991F6-1B56-493F-89CD-CCEE42AC85DF}"/>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302D758C-C021-4CF3-BF54-D0E9DCD8A1D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EA02289A-6E41-4EA9-9CE9-E490674DEA2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B8FF17A6-5086-4259-B867-E16BCF72F32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CC798BD-4B1A-4DED-A7DF-EE9424C5C29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EE4BD77-1ECD-41AE-AB9D-20335D71AAC9}"/>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3F0790BE-FB59-4B45-B558-A4A8B2349E8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55CF3FB-56EF-4BC2-B9C6-FA7E9332620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4231B98A-6892-445B-A798-F30DE48C25DA}"/>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0649F195-9985-4A10-B6D3-8ECC5746DED9}"/>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F999532-2111-49CF-BA52-1CB54386D4CF}"/>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2802AE7-2DEC-4C90-B90B-1BD1CDB8146E}"/>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FB3F252F-4AB8-49D4-A97F-38747180F1EF}"/>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3E76B48-1CD4-4013-BA5E-6365DA13492E}"/>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C869FC5D-F01D-496F-9F71-0CAA5ADD0D9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0716C56-5BC2-45FB-AD24-5ECEC959BA26}"/>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6962995-DE57-4EE6-B092-8E09A89C50C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190CF6F-7018-4CF1-839B-EDA827BA66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9568515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D9B0030E-BBE0-409A-81BC-3F141F55A9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69408464-5F3E-464E-8DDE-07B72666A9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C648DEF6-ADE0-420B-83C4-5B2367A3F2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0962B89-D5A8-4780-957E-4886B10CED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82CB7C4-E546-4F9F-8FC5-54FCA6AEA5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5B2B1FB5-8A25-4D05-B630-41E369FC48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F82F3144-8FC2-4CF5-B157-43B37BD1FBF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9E520EA-3C0B-43CD-A667-2B688DB09EA4}"/>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39E5BFC8-CA8F-4F42-8758-113C1D8A936F}"/>
              </a:ext>
            </a:extLst>
          </p:cNvPr>
          <p:cNvPicPr>
            <a:picLocks xmlns:a="http://schemas.openxmlformats.org/drawingml/2006/main" noChangeAspect="1"/>
          </p:cNvPicPr>
          <p:nvPr/>
        </p:nvPicPr>
        <p:blipFill>
          <a:blip xmlns:r="http://schemas.openxmlformats.org/officeDocument/2006/relationships" xmlns:a="http://schemas.openxmlformats.org/drawingml/2006/main" r:embed="Rc207692e2b694c9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FD0C5A8-D379-44CE-8A85-4AC6A64EFA82}"/>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CF1625B-7E11-4A21-A568-B188A447A8C0}"/>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BFD8A99A-662D-433A-8265-93FAE9CE116C}"/>
              </a:ext>
            </a:extLst>
          </p:cNvPr>
          <p:cNvPicPr>
            <a:picLocks xmlns:a="http://schemas.openxmlformats.org/drawingml/2006/main" noChangeAspect="1"/>
          </p:cNvPicPr>
          <p:nvPr/>
        </p:nvPicPr>
        <p:blipFill>
          <a:blip xmlns:r="http://schemas.openxmlformats.org/officeDocument/2006/relationships" xmlns:a="http://schemas.openxmlformats.org/drawingml/2006/main" r:embed="R0d8baf495f4844ec"/>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7EC89EF-9BC9-4D0B-833A-81CD8821D90B}"/>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0ED475F-BA90-4991-9D01-FF03EE7A410E}"/>
              </a:ext>
            </a:extLst>
          </p:cNvPr>
          <p:cNvPicPr>
            <a:picLocks xmlns:a="http://schemas.openxmlformats.org/drawingml/2006/main" noChangeAspect="1"/>
          </p:cNvPicPr>
          <p:nvPr/>
        </p:nvPicPr>
        <p:blipFill>
          <a:blip xmlns:r="http://schemas.openxmlformats.org/officeDocument/2006/relationships" xmlns:a="http://schemas.openxmlformats.org/drawingml/2006/main" r:embed="R60b3917c83be47e4"/>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4B78527-6745-4A3D-AE9C-2ADBF7BB7C8B}"/>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ED63F14-1F35-4684-AD5E-A0D18447CFC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93E742E0-E8F6-48E1-BA1D-38A1CD59544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69D2DD35-A430-4BA9-9309-8A67E71FB04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62EC819-95DA-4F3B-AF2F-DA7DCD4606E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CADCBAA-6DFD-4CCB-AF30-99C65065E05B}"/>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E517098-87CE-45E4-9C57-28783BC2CD1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D0E57F37-AD99-446A-82D7-892D4DAF1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7122505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692D574-3123-49AF-8D98-6DA80CFE3A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32428BCD-90A1-49E8-9D74-EC349D413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4649C2E0-9E81-4519-A900-F6828A4BA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34D564C3-C0D8-482C-AD33-7D115B9CFE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4FC2AEC6-EEED-4DBC-B746-DCDA7EF2B7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5E81A874-77A1-4F02-ADC5-276E694497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CD58B84-AC32-4260-AF5F-6050F348BA4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14885323-4422-4C7F-896B-2DC32B7EEB51}"/>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0F9D493-6056-4D0A-89F7-FE8ACC860883}"/>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5AFE8C7D-9C45-42E5-9F3F-1E2DC1D3A2E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902F968F-56B5-4A6A-AB82-AFF81F94C05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1C2F7B1-4358-4055-804C-8CB64359792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AB562F98-A07C-4170-9DD0-8A42F37A0A71}"/>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E20FA3A-8723-4F8E-9329-6847CC485E40}"/>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C152CB8F-3612-4DE4-B16C-DED1601FDFF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83260D2-D985-4DEA-B68F-CE75DC0FDC36}"/>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459D98A-0C09-4181-A21B-B127A65205D5}"/>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0CED139-9C0D-4C20-9E03-B3BDE9E40D87}"/>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6A8D97A-4B80-4E67-9BEA-215569852E3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3A4BC4D-566C-41C2-A358-666B42F1E568}"/>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168CB98B-9F94-49DF-8673-9E64BC15CE4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1512895-583E-4D50-BF45-C99C457DAF1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F0ECB8D4-74CA-4ABE-A03E-62FF49B2FADF}"/>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31CE48A-C67A-46D2-9B7C-B6A47507C9B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FC34D02-195F-41B0-883D-DE845A313A8B}"/>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4D12E658-832C-4A02-8699-2AAF6ECA7D9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DC24EFA-2133-489F-850E-6BDD16F6632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CCDFB05-4620-4C1B-AFA4-7356D79CEAD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2C92111-BC86-422D-9877-2B2BA107C148}"/>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39EC546C-3C31-40D8-BC5C-E3681544E599}"/>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DC85597C-0AA3-4109-A1C2-68E5DCE4F510}"/>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4CFC31A0-E0BF-4DAF-8FE1-2F21C311EADB}"/>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7F7B6DF-F1B9-4309-BE09-1BE190181B5F}"/>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CE97E1B-CF27-4100-8352-6D3E690EF15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24950657-3ED6-45CD-9BBD-39ED0F71A380}"/>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ED9E341-FFEB-466E-9DCD-16743409C92F}"/>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D62D0F71-0824-4617-A8CC-620FF031353D}"/>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2E09BBD8-F41F-46AA-B2F5-9F0EAEEB9F1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43FD9631-D724-47D6-ADA1-04D92F96C38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E828F1C-A309-4EBE-9B04-E5AB8A21A5F3}"/>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3E4137A-5461-45B1-B869-D91D52022A2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5864B4E-8DFB-49E4-85F9-144B853893B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5DAA17D-D4B7-4C52-A747-03D3C1CD4C15}"/>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57EBD7B-F867-41CC-8805-AAF671BD5FA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93230C5D-A84A-4EED-BB62-92C8AB3488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9E4D0E78-D0AA-4C38-AA5E-77B8F01E6DC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D0F0576-FE79-4129-89CD-D6769BDFB44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38062B7-21E0-422E-8774-BB48D316B70C}"/>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E181FC5-89C3-4ACC-9005-2F5935E42665}"/>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BA456731-C0E0-4BC6-A359-84798819F72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0E6A3FC-0907-4B40-8D5B-3993F6CF4353}"/>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CA03D6B-854A-4A4C-902A-C28BD66FE93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D23D272-C683-48C6-A599-340A49C934F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4CEE9511-6E98-4A69-BB2C-AA2B6503B77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3B8B913-E3F0-46C1-98C0-89A723DF8E29}"/>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DF69A3DF-61EC-423F-BC5F-2F1482EE9F63}"/>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8FC8FD5A-7913-43EC-A8E5-4B3B367505C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B97B867-A1C7-40C4-B035-4FBB374D418B}"/>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86C0870-492B-4B82-8E16-96B8CAFEF66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324F82C-F912-4030-B58A-15F20385E98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93EFDBF1-865B-48C5-AC04-6645BEEEEB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278447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2026-10-25T01:53:12.4430000Z</dcterms:created>
  <dcterms:modified xsi:type="dcterms:W3CDTF">2026-10-25T01:53:12.4430000Z</dcterms:modified>
</coreProperties>
</file>