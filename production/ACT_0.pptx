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f6ef65695e4c5b" /><Relationship Type="http://schemas.openxmlformats.org/officeDocument/2006/relationships/extended-properties" Target="/docProps/app.xml" Id="R552f7ef62e794ebe" /><Relationship Type="http://schemas.openxmlformats.org/officeDocument/2006/relationships/officeDocument" Target="/ppt/presentation.xml" Id="R89cadd4e54924856" /></Relationships>
</file>

<file path=ppt/presentation.xml><?xml version="1.0" encoding="utf-8"?>
<p:presentation xmlns:p="http://schemas.openxmlformats.org/presentationml/2006/main">
  <p:sldMasterIdLst>
    <p:sldMasterId xmlns:r="http://schemas.openxmlformats.org/officeDocument/2006/relationships" id="2147483648" r:id="R5544167cf4d4480f"/>
  </p:sldMasterIdLst>
  <p:notesMasterIdLst>
    <p:notesMasterId xmlns:r="http://schemas.openxmlformats.org/officeDocument/2006/relationships" r:id="Re7c359dcb1ba420e"/>
  </p:notesMasterIdLst>
  <p:sldIdLst>
    <p:sldId xmlns:r="http://schemas.openxmlformats.org/officeDocument/2006/relationships" id="256" r:id="R01fee5ec5a2b4559"/>
    <p:sldId xmlns:r="http://schemas.openxmlformats.org/officeDocument/2006/relationships" id="257" r:id="R6c3643970c7445b7"/>
    <p:sldId xmlns:r="http://schemas.openxmlformats.org/officeDocument/2006/relationships" id="258" r:id="R83a0401ed77c49cb"/>
    <p:sldId xmlns:r="http://schemas.openxmlformats.org/officeDocument/2006/relationships" id="259" r:id="R0d37162803434b90"/>
    <p:sldId xmlns:r="http://schemas.openxmlformats.org/officeDocument/2006/relationships" id="260" r:id="R2e6a6f0ac98b4e02"/>
    <p:sldId xmlns:r="http://schemas.openxmlformats.org/officeDocument/2006/relationships" id="261" r:id="R45bdccd061734dd2"/>
    <p:sldId xmlns:r="http://schemas.openxmlformats.org/officeDocument/2006/relationships" id="262" r:id="R8cbab91121684ea9"/>
    <p:sldId xmlns:r="http://schemas.openxmlformats.org/officeDocument/2006/relationships" id="263" r:id="R130efbf3643e4e89"/>
    <p:sldId xmlns:r="http://schemas.openxmlformats.org/officeDocument/2006/relationships" id="264" r:id="R7ae5258e2b9549d4"/>
    <p:sldId xmlns:r="http://schemas.openxmlformats.org/officeDocument/2006/relationships" id="265" r:id="R73b2eefea16c43f0"/>
    <p:sldId xmlns:r="http://schemas.openxmlformats.org/officeDocument/2006/relationships" id="266" r:id="Rbe5af7db15c14aaf"/>
    <p:sldId xmlns:r="http://schemas.openxmlformats.org/officeDocument/2006/relationships" id="267" r:id="Rc2fe0502a3f1491c"/>
    <p:sldId xmlns:r="http://schemas.openxmlformats.org/officeDocument/2006/relationships" id="268" r:id="Rb04ee612918a45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bba2424acb49a6" /><Relationship Type="http://schemas.openxmlformats.org/officeDocument/2006/relationships/slideMaster" Target="/ppt/slideMasters/slideMaster1.xml" Id="R5544167cf4d4480f" /><Relationship Type="http://schemas.openxmlformats.org/officeDocument/2006/relationships/notesMaster" Target="/ppt/notesMasters/notesMaster1.xml" Id="Re7c359dcb1ba420e" /><Relationship Type="http://schemas.openxmlformats.org/officeDocument/2006/relationships/presProps" Target="/ppt/presProps.xml" Id="R93d400deaf1a4739" /><Relationship Type="http://schemas.openxmlformats.org/officeDocument/2006/relationships/tableStyles" Target="/ppt/tableStyles.xml" Id="Rcbb6e09b6ade448d" /><Relationship Type="http://schemas.openxmlformats.org/officeDocument/2006/relationships/slide" Target="/ppt/slides/slide1.xml" Id="R01fee5ec5a2b4559" /><Relationship Type="http://schemas.openxmlformats.org/officeDocument/2006/relationships/slide" Target="/ppt/slides/slide2.xml" Id="R6c3643970c7445b7" /><Relationship Type="http://schemas.openxmlformats.org/officeDocument/2006/relationships/slide" Target="/ppt/slides/slide3.xml" Id="R83a0401ed77c49cb" /><Relationship Type="http://schemas.openxmlformats.org/officeDocument/2006/relationships/slide" Target="/ppt/slides/slide4.xml" Id="R0d37162803434b90" /><Relationship Type="http://schemas.openxmlformats.org/officeDocument/2006/relationships/slide" Target="/ppt/slides/slide5.xml" Id="R2e6a6f0ac98b4e02" /><Relationship Type="http://schemas.openxmlformats.org/officeDocument/2006/relationships/slide" Target="/ppt/slides/slide6.xml" Id="R45bdccd061734dd2" /><Relationship Type="http://schemas.openxmlformats.org/officeDocument/2006/relationships/slide" Target="/ppt/slides/slide7.xml" Id="R8cbab91121684ea9" /><Relationship Type="http://schemas.openxmlformats.org/officeDocument/2006/relationships/slide" Target="/ppt/slides/slide8.xml" Id="R130efbf3643e4e89" /><Relationship Type="http://schemas.openxmlformats.org/officeDocument/2006/relationships/slide" Target="/ppt/slides/slide9.xml" Id="R7ae5258e2b9549d4" /><Relationship Type="http://schemas.openxmlformats.org/officeDocument/2006/relationships/slide" Target="/ppt/slides/slide10.xml" Id="R73b2eefea16c43f0" /><Relationship Type="http://schemas.openxmlformats.org/officeDocument/2006/relationships/slide" Target="/ppt/slides/slide11.xml" Id="Rbe5af7db15c14aaf" /><Relationship Type="http://schemas.openxmlformats.org/officeDocument/2006/relationships/slide" Target="/ppt/slides/slide12.xml" Id="Rc2fe0502a3f1491c" /><Relationship Type="http://schemas.openxmlformats.org/officeDocument/2006/relationships/slide" Target="/ppt/slides/slide13.xml" Id="Rb04ee612918a45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6f180161244f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14d65ab585490a" /><Relationship Type="http://schemas.openxmlformats.org/officeDocument/2006/relationships/notesMaster" Target="/ppt/notesMasters/notesMaster1.xml" Id="Rc29a9a0e1c6649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4e8049ea8c4b1c" /><Relationship Type="http://schemas.openxmlformats.org/officeDocument/2006/relationships/notesMaster" Target="/ppt/notesMasters/notesMaster1.xml" Id="Rc8f06850dbf041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b4a5f9e3594fc7" /><Relationship Type="http://schemas.openxmlformats.org/officeDocument/2006/relationships/notesMaster" Target="/ppt/notesMasters/notesMaster1.xml" Id="Rcc9ae39b556349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86a1b183bb4a89" /><Relationship Type="http://schemas.openxmlformats.org/officeDocument/2006/relationships/notesMaster" Target="/ppt/notesMasters/notesMaster1.xml" Id="R54c3e418dfa149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d2dcdf69b84e66" /><Relationship Type="http://schemas.openxmlformats.org/officeDocument/2006/relationships/notesMaster" Target="/ppt/notesMasters/notesMaster1.xml" Id="R5cc77f5bf2c545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25156dd47d48d9" /><Relationship Type="http://schemas.openxmlformats.org/officeDocument/2006/relationships/notesMaster" Target="/ppt/notesMasters/notesMaster1.xml" Id="Rf191c76d22b540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a34b96155c4e6c" /><Relationship Type="http://schemas.openxmlformats.org/officeDocument/2006/relationships/notesMaster" Target="/ppt/notesMasters/notesMaster1.xml" Id="R300afdab025c48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19548861974608" /><Relationship Type="http://schemas.openxmlformats.org/officeDocument/2006/relationships/notesMaster" Target="/ppt/notesMasters/notesMaster1.xml" Id="R053265392f8347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c4b2ba9dd1f4349" /><Relationship Type="http://schemas.openxmlformats.org/officeDocument/2006/relationships/notesMaster" Target="/ppt/notesMasters/notesMaster1.xml" Id="Rfc5bfaaa383543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a9e248771f940e5" /><Relationship Type="http://schemas.openxmlformats.org/officeDocument/2006/relationships/notesMaster" Target="/ppt/notesMasters/notesMaster1.xml" Id="Rf6b0ce4f27114a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4ba589bebd44510" /><Relationship Type="http://schemas.openxmlformats.org/officeDocument/2006/relationships/notesMaster" Target="/ppt/notesMasters/notesMaster1.xml" Id="R19591b1c7f0742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10ddb2dd7c4529" /><Relationship Type="http://schemas.openxmlformats.org/officeDocument/2006/relationships/notesMaster" Target="/ppt/notesMasters/notesMaster1.xml" Id="R941ebd22b5fa46b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948d55850f48ba" /><Relationship Type="http://schemas.openxmlformats.org/officeDocument/2006/relationships/notesMaster" Target="/ppt/notesMasters/notesMaster1.xml" Id="R44aa4013035946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59995bced84eb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f469a68f444d9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4c536f18404c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d2fc319fcd04b6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c6b3bd4d670463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f50ad47b16640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E7AB0D-1610-438B-A8F3-4501CA3D6EF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0B43277-7591-4DAF-A493-CBDC2F2CA7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4BE7C09-8F1C-49FE-8582-765B9AEA8E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5C51DE-D410-46F0-87A5-77CF91AAEF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EF2D6EA-9B7A-4198-B036-54E0D6C75C2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ED2FA5-631E-4FA4-B317-D126E8997D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5114E2-202C-4363-850B-A89634811D7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2D2EB1-C761-41CB-9EC4-BEA2D019ECA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39DF7D-6A9A-4044-A8B0-861C8167B3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FE4038-5DB2-4813-939F-01312EFA60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13b601e6094fce" /><Relationship Type="http://schemas.openxmlformats.org/officeDocument/2006/relationships/slideLayout" Target="/ppt/slideLayouts/slideLayout1.xml" Id="R1c239a2cc6c44fff" /><Relationship Type="http://schemas.openxmlformats.org/officeDocument/2006/relationships/slideLayout" Target="/ppt/slideLayouts/slideLayout2.xml" Id="R04bbdc9a8f2c4f54" /><Relationship Type="http://schemas.openxmlformats.org/officeDocument/2006/relationships/slideLayout" Target="/ppt/slideLayouts/slideLayout3.xml" Id="R687c4fc8acf84e62" /><Relationship Type="http://schemas.openxmlformats.org/officeDocument/2006/relationships/slideLayout" Target="/ppt/slideLayouts/slideLayout4.xml" Id="R583c6caa66014f5c" /><Relationship Type="http://schemas.openxmlformats.org/officeDocument/2006/relationships/slideLayout" Target="/ppt/slideLayouts/slideLayout5.xml" Id="R159a6d9da3cc4521" /><Relationship Type="http://schemas.openxmlformats.org/officeDocument/2006/relationships/slideLayout" Target="/ppt/slideLayouts/slideLayout6.xml" Id="Rb0e90a4478b143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239a2cc6c44fff"/>
    <p:sldLayoutId xmlns:r="http://schemas.openxmlformats.org/officeDocument/2006/relationships" id="2147483650" r:id="R04bbdc9a8f2c4f54"/>
    <p:sldLayoutId xmlns:r="http://schemas.openxmlformats.org/officeDocument/2006/relationships" id="2147483651" r:id="R687c4fc8acf84e62"/>
    <p:sldLayoutId xmlns:r="http://schemas.openxmlformats.org/officeDocument/2006/relationships" id="2147483652" r:id="R583c6caa66014f5c"/>
    <p:sldLayoutId xmlns:r="http://schemas.openxmlformats.org/officeDocument/2006/relationships" id="2147483653" r:id="R159a6d9da3cc4521"/>
    <p:sldLayoutId xmlns:r="http://schemas.openxmlformats.org/officeDocument/2006/relationships" id="2147483654" r:id="Rb0e90a4478b143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7b4511a311948e1" /><Relationship Type="http://schemas.openxmlformats.org/officeDocument/2006/relationships/image" Target="/ppt/media/image.png" Id="R35b715daa27e46c9" /><Relationship Type="http://schemas.openxmlformats.org/officeDocument/2006/relationships/notesSlide" Target="/ppt/notesSlides/notesSlide1.xml" Id="Rce449fa15ff844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8220db8a584d56" /><Relationship Type="http://schemas.openxmlformats.org/officeDocument/2006/relationships/notesSlide" Target="/ppt/notesSlides/notesSlide2.xml" Id="R312f52e72a4746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293a5220915467e" /><Relationship Type="http://schemas.openxmlformats.org/officeDocument/2006/relationships/notesSlide" Target="/ppt/notesSlides/notesSlide3.xml" Id="R195de286d88a42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24dea6dd03f44e6" /><Relationship Type="http://schemas.openxmlformats.org/officeDocument/2006/relationships/image" Target="/ppt/media/image2.png" Id="R44fa5a5a94bc42f4" /><Relationship Type="http://schemas.openxmlformats.org/officeDocument/2006/relationships/notesSlide" Target="/ppt/notesSlides/notesSlide4.xml" Id="R4913e348fe86409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a8fad181352464f" /><Relationship Type="http://schemas.openxmlformats.org/officeDocument/2006/relationships/notesSlide" Target="/ppt/notesSlides/notesSlide5.xml" Id="R0d7ad3e0eb384bf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75b6913a83044b7" /><Relationship Type="http://schemas.openxmlformats.org/officeDocument/2006/relationships/notesSlide" Target="/ppt/notesSlides/notesSlide6.xml" Id="R50c1b10078944fe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b84f26ff5454b85" /><Relationship Type="http://schemas.openxmlformats.org/officeDocument/2006/relationships/notesSlide" Target="/ppt/notesSlides/notesSlide7.xml" Id="R616df925bd764c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cff7ca6782b403e" /><Relationship Type="http://schemas.openxmlformats.org/officeDocument/2006/relationships/notesSlide" Target="/ppt/notesSlides/notesSlide8.xml" Id="Rd94b7d58e17c42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33d64e3f48a4937" /><Relationship Type="http://schemas.openxmlformats.org/officeDocument/2006/relationships/image" Target="/ppt/media/image3.png" Id="R0aa47a905ba945ed" /><Relationship Type="http://schemas.openxmlformats.org/officeDocument/2006/relationships/notesSlide" Target="/ppt/notesSlides/notesSlide9.xml" Id="R5d3baa969c4f4c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69befaebe5642be" /><Relationship Type="http://schemas.openxmlformats.org/officeDocument/2006/relationships/image" Target="/ppt/media/image4.png" Id="Ra007d8b1963948b6" /><Relationship Type="http://schemas.openxmlformats.org/officeDocument/2006/relationships/notesSlide" Target="/ppt/notesSlides/notesSlide10.xml" Id="R186bf652e71e485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fa4f2e90c934069" /><Relationship Type="http://schemas.openxmlformats.org/officeDocument/2006/relationships/notesSlide" Target="/ppt/notesSlides/notesSlide11.xml" Id="Rca6f3ae3674048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62f60252539450c" /><Relationship Type="http://schemas.openxmlformats.org/officeDocument/2006/relationships/image" Target="/ppt/media/image5.png" Id="Rc1b51362025f4106" /><Relationship Type="http://schemas.openxmlformats.org/officeDocument/2006/relationships/image" Target="/ppt/media/image6.png" Id="R2ea2f502f9dd4c76" /><Relationship Type="http://schemas.openxmlformats.org/officeDocument/2006/relationships/image" Target="/ppt/media/image7.png" Id="Rda5485766c734cc9" /><Relationship Type="http://schemas.openxmlformats.org/officeDocument/2006/relationships/notesSlide" Target="/ppt/notesSlides/notesSlide12.xml" Id="R176017206a424a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2c9befb5ec84493" /><Relationship Type="http://schemas.openxmlformats.org/officeDocument/2006/relationships/notesSlide" Target="/ppt/notesSlides/notesSlide13.xml" Id="R450b26e3dfe04e4d"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71AAF29-B90E-427E-A3CF-BCB14713F1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796CAEF-3748-4444-938E-39DF639FB8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8A70632-6DD7-4EAE-8046-D3E61134DA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B7E4AF85-3878-4A84-AB60-386A0C59E4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F94BEFEE-BB64-4E9B-A65F-EF74702249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AB54BAF5-1363-472A-BE2B-F1067490AB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1A3CBBC-6A04-4295-B300-0E67A3D6AF8C}"/>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ACB6F96-99BC-4B47-88F9-DBAB1499AA9A}"/>
              </a:ext>
            </a:extLst>
          </p:cNvPr>
          <p:cNvPicPr>
            <a:picLocks xmlns:a="http://schemas.openxmlformats.org/drawingml/2006/main" noChangeAspect="1"/>
          </p:cNvPicPr>
          <p:nvPr/>
        </p:nvPicPr>
        <p:blipFill>
          <a:blip xmlns:r="http://schemas.openxmlformats.org/officeDocument/2006/relationships" xmlns:a="http://schemas.openxmlformats.org/drawingml/2006/main" r:embed="R35b715daa27e46c9"/>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B3810BB4-6377-4FF7-8FCE-96E160BDB7D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4C125D9-EB10-4A67-A8F6-D59A56EFDFD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60C87E6-C443-40E8-9230-A9F9D2DCC5C1}"/>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E4A8BC96-E972-4D06-BA3A-DE47E00C17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6838411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ED68AF7-5B15-45EE-AAD6-EEE75CB520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15200A8-917C-4EEC-91CB-9743B1B4F0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50E09CE2-88E0-4C2C-AF61-9A7C95BFCC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67483FD-2752-4F99-9329-48D9CAFFE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3562B02-E4B2-4D7D-AD3A-1060FA6479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AE30A81-A8E2-47AD-A588-5080AF602B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B620FA50-250A-4BE0-93E5-0AC3ED863FF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277E24F-47D8-4DD6-A495-D508B78A27A7}"/>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4A7F115D-5C2C-4784-8F7E-8C0D58001FE0}"/>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BCB59228-10F5-471B-B3D4-528B3837619C}"/>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A3A593-9606-4FC5-B7C7-4351EDD79B7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8386FC2B-2594-49C3-A084-5D15C5D0626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590E19C-EC61-4007-808D-217155931CF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73CA1A9-02E8-4A2A-83BA-843FD278CEF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9AE8E06-76F9-4E12-BA44-4B70FC1A4C4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B82888A-2E9C-4A08-802E-0385BBEA136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E9DB40FB-E406-4482-B6CB-7DD5FBAB18FE}"/>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0CFB63F-0228-4EB8-BC94-35381649BE6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8C55B6E-9670-41D3-9A76-2D6718508D07}"/>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E4A97216-5488-49F5-B40A-0627E0F8784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D249DFD-456D-42E2-A569-6ED8DB677F1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CD90EFA0-7863-46C6-9927-7A1196C154D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D64CFFC-30BC-4DC1-964A-E9F3A1ADD97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6DB5DAA-AEC6-48C2-BEFF-3525AA729C0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0D62221-EB3E-4257-BCE1-16DCBE31072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59E8DE58-30F1-48DA-8F45-BC30321C1372}"/>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ACB877C-EDE9-47E5-8DE3-0D30F756002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B2E353C2-08A7-482F-860D-09967C003B0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D5A9BD8B-D7AA-4F7B-B436-59E0C9D81769}"/>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1154F0A9-C950-4861-A599-77091522B91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01BEC3AD-523C-4582-8DF8-84F56AF8CBB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C859FAA-51E9-4325-B575-C4EC716168C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E53B08A-38B3-434E-B817-78C53B52492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B3CBCBDD-3B78-485B-BAF7-E83632816C07}"/>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FD60DAF5-B631-486A-B57E-EA71682BF5F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2281AA6-B94B-43DB-8F25-CA7CF9E84406}"/>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B5B16EB4-6910-4D24-AEF1-477420C2515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2D2F642-78E0-4C8D-8AEB-49AC35D86B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177506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C3B3188-2F70-4412-AB7B-BF9C970943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8A069144-9818-4DE4-998A-1278E13E26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E1906AD-4325-42A1-B72E-1031D09992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74E8B878-462A-47D4-A389-8E785490DE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A0DA1D4-26F7-4F6E-897C-002902BA35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5222FA06-4F48-477C-BF1F-7A5687D12F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6D3B684-5D48-4617-A684-D31B778B831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AF0C75E-A9A4-4D59-9B9B-1959B07FB00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7E03398-839C-4853-AD77-42DCB7872DA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F25085B-2B80-4D3B-9AC4-10B70145305E}"/>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6183D95-0562-4AE8-8111-B4F5425790E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F30C803-389D-438B-BA14-CE211A56E3B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A29F0BF9-185E-44E2-A7C9-73584431DE1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963ED4E6-6282-466D-983A-66B10E0BE553}"/>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464E393-3E80-4962-BC37-B1340F607ADA}"/>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6ED1D6A-7A68-4F06-B5FA-B94B2E594D87}"/>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DB0A29A-E0DB-4581-AD4B-1A723912BFE7}"/>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D899570-2580-4D77-B5A9-9140BFD3C7CA}"/>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CB762AC5-2665-4BDB-8EE5-1209B48004D8}"/>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0A62AC8-817A-48B2-8A5D-29EC64F22674}"/>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009A73F-48EC-4A58-8817-A9758AEAB213}"/>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91AD3CE-7392-47A0-950C-F43CAEBB311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87531EE-F9FF-49A0-B9CB-A8D5EA5328D2}"/>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2DE7BFA4-CD53-478E-92C4-1E5DE458B9B8}"/>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96062F5-CE8C-4196-9B7F-AEA6CB2447DD}"/>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15B70E8E-8695-494C-A335-B6AB91F48FD5}"/>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B825EAB-2603-40C0-93DE-7FF9E31DC81C}"/>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D668E8B9-9919-4619-BF5E-62A722467C5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785DB97-1A8D-4121-B2BA-0EDD3A0F97A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43DBCDB4-342B-47BF-B665-B621ED25BA86}"/>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80621D4-81E8-4014-AD5B-3438A58B6E5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0A870D4-2CB8-4587-9721-E2EC2D2989F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BB05136-39D7-4027-9FC3-E83CE5276B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3317786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9E8AD61-EFAB-41DD-9F45-8CE5BD0AF2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4D5AC7A8-FC05-4ED3-9469-C600B0F6A1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DDC3E227-6D62-41C6-BEE4-AB30604614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5DEFC6D-9741-458A-A8DF-D2BB4A3F40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492AEEC-4FA1-4BAC-8199-1FE1DCD2C2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2964FC3E-E9E3-4E31-B4B1-8837A16535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C1B0532-DFFF-4C1A-9830-98F824DFA83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43DC04A-A574-4693-833A-5D474AA3B386}"/>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6F0EB79-D304-48D8-84C7-D48CFFB1B0A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B0CEF6B1-4DAE-429A-A3AF-48C97CE1A055}"/>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A06DB9B-F4E5-4850-8F66-CD0DDD5B937E}"/>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86D709DA-946A-4AFC-91B5-C3A992FA062F}"/>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0F9DB176-BD29-4EFF-A134-0A486AFA623B}"/>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0F80493D-5315-4BD2-86A2-B1E8285C3DBD}"/>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FF86C4D-F946-4127-9D68-38CD01B8B666}"/>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15DFF0F-CB2E-457D-8BA0-9B5B52FB590F}"/>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0EC05E8B-F6E4-4C1F-9EAB-B6F43C8FEB8E}"/>
              </a:ext>
            </a:extLst>
          </p:cNvPr>
          <p:cNvPicPr>
            <a:picLocks xmlns:a="http://schemas.openxmlformats.org/drawingml/2006/main" noChangeAspect="1"/>
          </p:cNvPicPr>
          <p:nvPr/>
        </p:nvPicPr>
        <p:blipFill>
          <a:blip xmlns:r="http://schemas.openxmlformats.org/officeDocument/2006/relationships" xmlns:a="http://schemas.openxmlformats.org/drawingml/2006/main" r:embed="R44fa5a5a94bc42f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E1746CFC-8A7D-49C1-AADD-A90B24AB7B34}"/>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959B08FE-9F70-4F83-8F13-7E408E97F5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6019005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CB758526-FD9F-4990-8C35-8820C1E178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1E63C930-DBAE-4C23-896A-D579497B36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CD2BAAA8-4BB3-4E05-9405-3D10D133E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419EE387-7440-4D8B-BAE3-0586637EF6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D59239A2-84EB-4237-B57F-20785DA4A3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396C0A74-6FA9-4CED-BE82-894DC894B2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EA3010E5-038B-4400-9E33-00E1C27686C2}"/>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143C2114-473B-44C3-B5CF-BDDDD344BE98}"/>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A1CBB312-B9C2-47B7-93B8-392EBC34D241}"/>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9B48EF5D-31B3-49AE-A515-2268B32ADB10}"/>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A811DC1F-70DD-4523-A444-8F5CCC6EB830}"/>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C146C5F4-F560-4EDE-B812-EC1516361CD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6C22B405-CA56-4D90-AA4E-349405495AC9}"/>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88582771-5FDF-45D8-8D20-93F90D379669}"/>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EFD9CF54-92F1-437A-9571-6312F61F4375}"/>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19333FF1-F8D8-41D1-B4B8-184A99600A20}"/>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425C84E5-3863-411E-9F6C-CCB126277CA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B9F409D-8659-4897-8A4C-19E4492E3EC2}"/>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5379518-A25C-42D9-A183-FD3CCC3FFE3D}"/>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0E49CD15-3467-439C-A721-141CA2F06E6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4BEDF96F-DE64-4361-8B79-A0D6E6007312}"/>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49B4909A-3186-4F33-B21C-E8E97CF8CF1E}"/>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040305E3-4E37-4975-94D7-61567A06EA4E}"/>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58BF253C-EFCD-4C1C-8CB8-DA94F7B81650}"/>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9C057399-E974-4755-9F8D-A63E1ED9DD80}"/>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DA74B25E-43C0-4831-AF5A-646A55958702}"/>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9AB752E5-BED9-477C-8B4C-2B1921C18F33}"/>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B0648134-EAE2-4F93-8713-2A3EACDD9F49}"/>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6170794C-3AE8-4D68-92FF-36F4636844FC}"/>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B61EA43E-5D0D-475F-A867-DB4FE259B14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9B031AEF-8922-4DC6-91EE-A1B91E235D5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CEF61829-5644-4A6C-8264-55A3BE3DA623}"/>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CFACF8C6-2DBF-4A37-BEDE-DB61C888F7BA}"/>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4292F04C-B37D-442A-8730-C38635C3EA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508913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265C988-2F48-416D-95E7-7CBB46450D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51FA8731-A85D-4A1B-AEA6-296C3E23DF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EF27D333-D138-460F-9CCB-552EAE1956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7E5A1A3B-AE19-45E0-AB61-F80FE3DCA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19DCE08D-46E5-4DD2-AD9E-0AE1FC473D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CA1858E2-2663-41E7-B2A4-ACCA636780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8D40D4F0-B823-4B49-9F81-AD69043BD9C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9BF9B6C-DBFF-4E2C-B757-6A20A8EF378A}"/>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78E885E5-8ACB-4079-9841-B36392965EC3}"/>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941B5319-61D4-44DE-931F-331BC015D1A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CFB4745B-CD35-4AE3-A558-AEEDA50F3FF3}"/>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2B79EF4A-2E36-4B09-844D-EBCA2BE45B83}"/>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C5E2BBB0-95F7-475E-8B7A-708A7735FCE2}"/>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2721820-189C-4E06-8D5D-E5159EBFEFCE}"/>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1099142D-476F-45BE-8BB1-4CE89A111155}"/>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CFD441AA-409C-4F60-87DB-CD29A6F1A623}"/>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6FB407CA-39BD-45E6-83BA-E74BE636858F}"/>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A2DD0FD3-E824-460A-BEF0-57FDC5A5AD55}"/>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5B3377CB-1F73-4975-B107-9514AEB2293C}"/>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54C77D11-4FE5-4D48-8C7B-665367F9BCAC}"/>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8C019722-5FF0-4805-A3A7-55A39C15152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DA56890E-97F7-439D-B4AF-F9FDF7771E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3476101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584CC2C7-8005-452F-B4AC-DDD2B7044E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A616A884-0995-44D9-9510-D976613E9B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1041F561-1832-4764-A78C-F5BD29BAD5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57A3B07-02F4-45FE-BBC3-FB60E9D836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BCFFD3AB-BCA6-48D3-8C9E-7CF054E1E4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585D65B7-62E5-485A-83A8-AF91272226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7FF3B540-91F7-4F94-89F9-BC9697F531A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BE46ED38-CCA1-4D8F-8A42-8BBFA11F5CBF}"/>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941AA89-2C49-4620-BDD7-8BB159E26C4E}"/>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2F5308C7-2ED3-488C-AFD3-093BB6ED134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58307D4-F696-42BA-809D-75D489FFAED4}"/>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2881364F-0AA0-46E1-9C91-672D079D862E}"/>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D1C4F7C3-00DF-4BA8-9FF4-B498A084F6E5}"/>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5E06E777-D1DB-4C89-BB13-32508ADC7B79}"/>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B5A9D195-167E-49B7-B02B-5C9A77E61CBC}"/>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9A9FC58D-98CE-47E3-849A-D58F7C49BBC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1D8E5B26-49F6-401B-BB05-244D1C182C20}"/>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66C70613-6334-41AE-A238-99F7CC0E31FF}"/>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53111F9B-5008-4477-B49D-2D7FF4B93B87}"/>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CFC2C27B-1BA1-4B1F-A4D6-444CC7268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7738683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E7EBAB8D-7EBD-488C-8FE7-570F3289B3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635970B6-249A-4106-9079-5192375FA6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982EC52D-40D3-4222-BC17-597834FB16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74A99B83-5D01-4B20-AB91-8BBB9A85E4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F830EB71-9EE3-4F0D-92A5-798C6F4A39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1C230F95-2079-477C-AD10-63629E4D03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334FF666-8725-4D7A-A888-3BF9F930E863}"/>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9FD74AD1-AD29-4BDD-8600-364562D82F87}"/>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A17D8F67-1B61-4A60-9AFD-828884BD66A6}"/>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2402D07E-AF9C-49EB-AB55-41F24B83F042}"/>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85B1EDA3-A222-403F-899E-5B0114F053B9}"/>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2A3CF689-251D-4A44-A394-103BB75AEC48}"/>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39F49858-13E2-4635-8769-213E9A402E5A}"/>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FBB04071-DA98-42BF-B715-4848D84CD197}"/>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6FA5F3A7-F659-43B6-B33A-D2FE60BC7496}"/>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4F87DC3B-E0A8-4F70-8D4C-A1A019CE73F4}"/>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4D6BB66E-D085-4E5B-A0E5-040BAED0CC5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7B3E950C-23C1-43F4-B241-034EFC1D0641}"/>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C5899B66-60FA-4ACD-9E63-23A816EFBF04}"/>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272CCF7-8BC7-4B8E-A3F0-25F97F1D8C0D}"/>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1876F2B5-AACF-4FC5-8309-7B1FE87EF55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6FDDD960-D115-469F-8B7E-DF0E338D640A}"/>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AEAE9514-8D30-40F6-8165-1DC594AE3319}"/>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AB671022-380A-4A7F-8752-1B4D07EACD14}"/>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9285F080-929A-4133-8230-94BD9635B9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9777352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F656A351-586E-47C1-8341-F928040FAE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E564A4FD-E88C-4E98-8631-DA5CC308B4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E07025F5-189A-4CEC-8A7C-50AB5DA30B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3954FA-B57F-4589-A0FA-6E2812D16C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042FE4B3-58CD-4E55-9A1A-5511F70192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4FBB8CFC-9E3B-45B8-AC81-716014F5D1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33A74872-9E06-4D2A-A7B2-8824CD94869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4BD2161-57FA-4EE5-9249-067DB40235E0}"/>
              </a:ext>
            </a:extLst>
          </p:cNvPr>
          <p:cNvPicPr>
            <a:picLocks xmlns:a="http://schemas.openxmlformats.org/drawingml/2006/main" noChangeAspect="1"/>
          </p:cNvPicPr>
          <p:nvPr/>
        </p:nvPicPr>
        <p:blipFill>
          <a:blip xmlns:r="http://schemas.openxmlformats.org/officeDocument/2006/relationships" xmlns:a="http://schemas.openxmlformats.org/drawingml/2006/main" r:embed="R0aa47a905ba945ed"/>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5C754820-F8F1-4E0F-8922-F92B12BA91A4}"/>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9ECEBA0-D61E-487D-AE6A-0D4D5FC6D95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8DB699-884F-45FB-AE67-B7BA05D3F067}"/>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5925EDCF-07F5-46A5-934A-ADA0C9BD4F1D}"/>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43995CD-2AB8-467E-A859-DCEFE5CB903D}"/>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35B6583E-6C31-4925-A1C2-36E8549B6A7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B8C65DAF-EBD3-473B-9CBD-707CB650ED6C}"/>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1F351EB9-0FDE-4F4B-B9F0-B14ED1A6546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AEC19E02-328A-483C-9C27-5D83320D1587}"/>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8B373475-CBD5-45FC-ACC8-1B1CF2B54181}"/>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0566D42C-01D9-45AD-AD32-E1F15393E9B2}"/>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30504CDF-0AC5-4356-A724-93B0FBC415E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3597D9D5-CD29-4EA6-AA85-0D7CF1A014D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E01EC454-706E-4385-9189-1E184E50031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C283C909-CB2F-45BF-8B60-6BAE11D808F9}"/>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19738AB-BB42-4985-9312-52218F772153}"/>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3164BC80-1B91-4BDB-9AF3-BFEEFBCADE0A}"/>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3CD9B005-D8E3-4714-B6ED-9BC6453EBFE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25B35455-A5C3-4ED0-8180-7CD90C4DDC83}"/>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E28B981E-539C-41EB-B4FF-6910D0F521A8}"/>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30F38501-DB25-4E63-8D5F-9A17706F8D6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0333C930-E5A9-4680-AEBD-A5AEE77E45B7}"/>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D49C902-DD4E-4519-A77C-6121AE04DCC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2FBFA145-C26F-4EB6-9AB6-C3736490AC1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2B54B685-C439-44A6-96B8-2C1EEBE32EAC}"/>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7DE58CFC-5EC0-4523-B59C-B9CEDD6165E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49766E6E-1F87-4713-8858-031EDC6E8B1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6A86F947-CF04-4B3F-9476-6C4AD18267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5769763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A0D4F162-0B79-4424-805F-F61830B26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262A1505-F558-4D76-8845-B1B877CEBE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A429FEFB-38D1-493C-9FBD-F9F446A972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78326172-C248-4DE7-877A-5487E78BE7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7BC62B14-7118-425F-920D-103C638F9C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993696FA-A5F4-45EF-86F2-FB7894C3BE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AC00F950-FDF4-4B4C-8AA6-525A2BD12E6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BF9A3604-168C-45AC-84FE-6542E7C26757}"/>
              </a:ext>
            </a:extLst>
          </p:cNvPr>
          <p:cNvPicPr>
            <a:picLocks xmlns:a="http://schemas.openxmlformats.org/drawingml/2006/main" noChangeAspect="1"/>
          </p:cNvPicPr>
          <p:nvPr/>
        </p:nvPicPr>
        <p:blipFill>
          <a:blip xmlns:r="http://schemas.openxmlformats.org/officeDocument/2006/relationships" xmlns:a="http://schemas.openxmlformats.org/drawingml/2006/main" r:embed="Ra007d8b1963948b6"/>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DA7F08-2F0C-4816-B01B-CFFFE2C7611C}"/>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7F1E2CFD-5146-463C-A31F-99433A5C2FAD}"/>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EF3B89F-2F9B-421A-89D0-277607805793}"/>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26139D28-517A-4DE5-B9CA-69187EE96F22}"/>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FE40771-6B2F-4CDE-A407-FB4B7C2F5678}"/>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EE54D68D-1A54-4CA3-B64A-77E40254B916}"/>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D6644F4E-441E-4040-9600-4D38366CE30C}"/>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2CEFB21-FD4A-4C97-94EE-A4CE08BD41BE}"/>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CF8F35C7-1E29-4B68-804A-CC1A43FC1AEC}"/>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46EF184B-B2EA-484D-A32C-014F09D575D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C5D63916-4FC8-41B5-A3DB-DD50CE39FD6C}"/>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DA28DF1A-4189-422B-891A-41981AF34F69}"/>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340F0F90-8D56-41A7-9536-5066D11983C5}"/>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E343054A-44A3-4E27-98D0-CD787F0A073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E6FC8B9-38CD-459A-8661-16AB490471FD}"/>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4DF3D0E9-98B7-4BB7-A982-071ABD20AA82}"/>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23A8BE-E43E-48A9-8C68-07B7576DC553}"/>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C6F9F038-94EF-4DED-98C4-93E9E00BCB52}"/>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A58994DF-AD90-4781-BC69-8D0B01BDD4A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BACCF551-FE08-4CD3-A090-0ADE3774AC6A}"/>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1D16A8E-4921-46E7-9367-1B6AF4AF2882}"/>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FF4656FD-E5A0-4373-8E24-3A2222CCE7E7}"/>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1C235917-CE30-452D-90DB-011BD4C96A4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52B885D-FF73-4A84-ABAD-868104326EF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DE053B39-523E-4A4E-9A0B-2A397A8DCAE9}"/>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A8D5A179-1F40-4821-98C8-0641C66F1194}"/>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4C2E9D54-2BAA-43B4-89C0-1BF17B922C1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66E2F672-09C2-490D-A318-B80B0D405F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655365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A46C93C5-0D72-4EB9-BD53-CCDE4E7E05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0DAD3883-C6FF-44A3-9C48-38ACDDC653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C2396F7B-7F88-40E5-9477-03CC9910A6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4F2D91B-B83F-49A1-A74B-543D34BB6A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2106B851-BA10-42AF-9FE3-5E0E086BE6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FA59B065-A2A0-4835-B1D8-370270EE1D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9C7B2051-BD94-45DD-BE50-90B4C2917E1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7EB3E9F-3746-4563-956E-F10C260F80B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2258CF91-1C54-4411-BA44-F7B51396C338}"/>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8F9776A-8C3E-4B98-BACA-990143B973E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8CA75E1-6ACB-4F1F-A2AD-0C4BCE488B7A}"/>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B8EE75BA-F4E4-47CA-92E9-DFE9B76FEBB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F5B2A24-EE06-4AA3-A7E2-0AA871921AC3}"/>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E6AA48FB-1EDF-4520-8644-72A00E38CAF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05BBCE46-EFC8-42E5-A5DA-86C04ACB6F84}"/>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4B52BA2-F4BF-4D3D-A296-3162D24F3558}"/>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46710F6-9C16-4CEF-A509-7F52D3836E6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5D4B2D1-6429-4CBE-A01B-A48F5F9025B3}"/>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D9DAE052-E96D-4712-8F12-B5278AEEFF6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1AA36266-CB94-4211-8005-71FE89ACAADA}"/>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4BB784B-F526-46DB-A6F4-C0178EE500AD}"/>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38F3CCA-729E-4EEA-9350-052354448A6D}"/>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B49C4F37-D879-40A5-9EB6-3CC88BCE8E6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E064CDA7-6A36-4750-9923-21BAB4507AEB}"/>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F24C51C-DFF4-4A9C-AD3E-3C6EDE76E07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895CD2AE-0699-4793-ACFC-9425DE7668DB}"/>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8442CEE-CF19-41A1-A1C1-AA5A68FDAC30}"/>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F331B037-D732-44F5-89FF-2C17A0010D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5439492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EC2351D-5C2D-44AE-8405-5C0B582078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3C81E2FE-6F17-4BBA-B626-7A7B0B7D49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EFCAEA3A-76D6-40B9-B2BD-2E1D3C0031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D221614-2669-43CF-A7DE-EB25208C5D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C16C466-0811-4D6F-AC1C-30CFF10500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7A2C627-84FD-4880-AC77-FB6B507F63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D71DA9AE-34B1-42A0-BEF8-C6AC2A99D98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25ECB4A-318D-44F7-84B8-0BE974E5E42B}"/>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41E644F-4AD7-43EF-A751-09E32F15C929}"/>
              </a:ext>
            </a:extLst>
          </p:cNvPr>
          <p:cNvPicPr>
            <a:picLocks xmlns:a="http://schemas.openxmlformats.org/drawingml/2006/main" noChangeAspect="1"/>
          </p:cNvPicPr>
          <p:nvPr/>
        </p:nvPicPr>
        <p:blipFill>
          <a:blip xmlns:r="http://schemas.openxmlformats.org/officeDocument/2006/relationships" xmlns:a="http://schemas.openxmlformats.org/drawingml/2006/main" r:embed="Rc1b51362025f4106"/>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455B38A3-0381-4412-A33E-459105809CF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3C4172C-7270-4F0A-AE1D-615C5C39C3CD}"/>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C885896-13E3-40E6-ACC4-CCD0E0528841}"/>
              </a:ext>
            </a:extLst>
          </p:cNvPr>
          <p:cNvPicPr>
            <a:picLocks xmlns:a="http://schemas.openxmlformats.org/drawingml/2006/main" noChangeAspect="1"/>
          </p:cNvPicPr>
          <p:nvPr/>
        </p:nvPicPr>
        <p:blipFill>
          <a:blip xmlns:r="http://schemas.openxmlformats.org/officeDocument/2006/relationships" xmlns:a="http://schemas.openxmlformats.org/drawingml/2006/main" r:embed="R2ea2f502f9dd4c7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8310DA1-C863-40D7-9C35-06520C053CA0}"/>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BF409131-4FFB-4A1E-98B2-0E3384C53D22}"/>
              </a:ext>
            </a:extLst>
          </p:cNvPr>
          <p:cNvPicPr>
            <a:picLocks xmlns:a="http://schemas.openxmlformats.org/drawingml/2006/main" noChangeAspect="1"/>
          </p:cNvPicPr>
          <p:nvPr/>
        </p:nvPicPr>
        <p:blipFill>
          <a:blip xmlns:r="http://schemas.openxmlformats.org/officeDocument/2006/relationships" xmlns:a="http://schemas.openxmlformats.org/drawingml/2006/main" r:embed="Rda5485766c734cc9"/>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28974A71-ACB1-40EA-9A6E-92F19E2D0EBC}"/>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01388554-A4C8-461C-8FA0-A3BDBAA0791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1E85F2AF-DA80-4307-9ECE-F02C0FB1F50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75F8D34-F0E0-4214-9DB2-9D9A0C44F8B1}"/>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85B3604-AA19-4519-AD23-1E855ABE9FE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165E271D-36C1-4B3A-BC13-D3C8E565465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18FC6340-51A8-4DEA-BB0D-793C17EA9E2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A5B9C1C-2B52-43E9-B820-AACB6748C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1315572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3C208D02-2693-4106-B3EF-722E7C6BB9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DA7C2228-197A-4538-A7BD-0530B68CEC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A5A31E73-B608-4237-B75C-840636887F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F9242FD-BA76-4D74-B309-2FEC90C5CC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1D1B1EEC-C4CB-4B0F-B233-EF69F7167A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62B3B06A-EE3A-40FA-9106-7A4B7787C5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B59ACE6-68C6-4ACF-98C6-2BE5625044E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12CA46DA-5716-4730-99EB-F2B71FDCFD5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B3C89F57-ABFC-4F4A-8EE0-7817E2D03AE4}"/>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501BCF88-BB50-4F63-AAEB-1333327DC50F}"/>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A525746-0A33-4D5A-9D23-E265239387E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13915A60-838B-43A3-BAE9-7B8D031283B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3356B3B-E7E4-435D-AE3E-3E303BD56884}"/>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546098-0578-4C9E-B9DB-3765E497CAE4}"/>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923404F7-3221-48A3-B84E-517808F7CC7F}"/>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24ABAD9-F43A-49C8-B0E2-7D516FCF9EC9}"/>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238181C-4B15-433F-91F0-42B3D586F61B}"/>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33EBACE-CF48-4583-890D-6AF091C7FE8B}"/>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10ECE7-0B4F-47B5-AC61-4C96072AEB14}"/>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0C8D8549-5D90-46D0-A957-54791181E16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EE3E7EAE-2151-4DCA-BC33-F3D362A9208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3F4D1672-A55D-4BD7-8D1C-BC4ADF44A13C}"/>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3641C6B-D9D4-41D6-B241-8B13C0EA6033}"/>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3D67A54B-5AB1-4B07-A6E6-026A00E2DFE4}"/>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0B550799-AF96-43AE-AC94-2176C809DA7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7A28A623-5C1A-4059-A6F1-6E2E5305D5D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D20931A-7C02-4B42-96BF-E6A477949C4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6C39A42B-F128-49FC-B8BF-71B1A2139EFD}"/>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49504D2-8E7C-4E36-9383-68EDE9D9595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08AB93A-97F9-4A24-824F-3F44C1ECB89F}"/>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1E0FE6F-E568-41CF-9BA9-6C239FBC3D60}"/>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AA8A48C-077D-44C7-A769-0072476A208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B863559-9334-4578-9E15-4D092BAFCF96}"/>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9067262C-7324-4069-9217-4607EC2420D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44270682-03E4-4F63-8DBE-77A3A87CE63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CF28F15-B1C2-4BCC-9088-8E2564EBCAD6}"/>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8023270-B411-4D03-8413-2782BD7DF954}"/>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A08CCF06-8C78-4DD0-90E1-8CC6AEDF8353}"/>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5D608A4-BC6C-4458-9ED6-57F84D1EA78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C0C0351-15CE-4A84-9A5A-D31075AEDC0A}"/>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D817865-1483-4F58-A80B-1A49F6C136C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E7CBC57-EA58-4625-999C-1DA5F55729F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CF02D25-8737-49A7-AE22-DEC2F6B3404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D837D28A-8CC9-408D-930A-E534262A0C4A}"/>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BD3EF39A-D374-4A45-9CDA-25FFEADE974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A55A5413-D88B-45DF-BFCC-D59FA8FF6917}"/>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FCE8B402-DA3D-4CF3-92B3-C3457F7E65A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8E2F3111-8250-4B24-BB87-32F27714EC44}"/>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7C02E3B8-FA06-49F2-A3E9-FE88BB99470D}"/>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97892A82-3BC3-4398-9B0F-C5C1F08EF716}"/>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400C5B32-ECAB-4C36-89E4-BFB845B5DEA4}"/>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DC10B169-3633-4B22-BB6C-63C32B8F69B3}"/>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8DAD42C-F22B-42A4-AE1E-79757BE51861}"/>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21AB3E0C-E028-49B8-B225-47A5B3B1DDA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24F05A2-6918-4A41-9A76-99FF0CF8F6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AFAF49B-E281-49D5-AF1C-8D04FC1F5EC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847CA1F7-DC28-4356-A20D-97D788ED5DD3}"/>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9AD12629-0ACD-472F-BE95-C7907D24BFC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5964C7C1-83F6-4134-B8E6-D8736A00470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EA947ECD-A0B9-4E81-93E1-92FF8ACE6BB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65FA1CF-3B08-4453-81B0-361699DA42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390228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2026-10-25T02:05:35.2510000Z</dcterms:created>
  <dcterms:modified xsi:type="dcterms:W3CDTF">2026-10-25T02:05:35.2510000Z</dcterms:modified>
</coreProperties>
</file>