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02cae274901447f" /><Relationship Type="http://schemas.openxmlformats.org/officeDocument/2006/relationships/extended-properties" Target="/docProps/app.xml" Id="Rd3e1bf7f40a44c25" /><Relationship Type="http://schemas.openxmlformats.org/officeDocument/2006/relationships/officeDocument" Target="/ppt/presentation.xml" Id="R38f69ea490c94d95" /></Relationships>
</file>

<file path=ppt/presentation.xml><?xml version="1.0" encoding="utf-8"?>
<p:presentation xmlns:p="http://schemas.openxmlformats.org/presentationml/2006/main">
  <p:sldMasterIdLst>
    <p:sldMasterId xmlns:r="http://schemas.openxmlformats.org/officeDocument/2006/relationships" id="2147483648" r:id="R0b40e61a67ff4013"/>
  </p:sldMasterIdLst>
  <p:notesMasterIdLst>
    <p:notesMasterId xmlns:r="http://schemas.openxmlformats.org/officeDocument/2006/relationships" r:id="Ra5acee28bf914051"/>
  </p:notesMasterIdLst>
  <p:sldIdLst>
    <p:sldId xmlns:r="http://schemas.openxmlformats.org/officeDocument/2006/relationships" id="256" r:id="R7d903e9e48c04f51"/>
    <p:sldId xmlns:r="http://schemas.openxmlformats.org/officeDocument/2006/relationships" id="257" r:id="R9a49d8297f79460e"/>
    <p:sldId xmlns:r="http://schemas.openxmlformats.org/officeDocument/2006/relationships" id="258" r:id="Rc39d9f80e8f943a1"/>
    <p:sldId xmlns:r="http://schemas.openxmlformats.org/officeDocument/2006/relationships" id="259" r:id="R52304537cf8f49f9"/>
    <p:sldId xmlns:r="http://schemas.openxmlformats.org/officeDocument/2006/relationships" id="260" r:id="R1c40cc61ec044fca"/>
    <p:sldId xmlns:r="http://schemas.openxmlformats.org/officeDocument/2006/relationships" id="261" r:id="R6b1159589de54e4b"/>
    <p:sldId xmlns:r="http://schemas.openxmlformats.org/officeDocument/2006/relationships" id="262" r:id="R0599683f2f994a07"/>
    <p:sldId xmlns:r="http://schemas.openxmlformats.org/officeDocument/2006/relationships" id="263" r:id="R9c2fafeadbd44e95"/>
    <p:sldId xmlns:r="http://schemas.openxmlformats.org/officeDocument/2006/relationships" id="264" r:id="Rd7aadbb018104575"/>
    <p:sldId xmlns:r="http://schemas.openxmlformats.org/officeDocument/2006/relationships" id="265" r:id="R232daff29b3f445f"/>
    <p:sldId xmlns:r="http://schemas.openxmlformats.org/officeDocument/2006/relationships" id="266" r:id="R53db9f58df214fe5"/>
    <p:sldId xmlns:r="http://schemas.openxmlformats.org/officeDocument/2006/relationships" id="267" r:id="R9741b843e2c0417f"/>
    <p:sldId xmlns:r="http://schemas.openxmlformats.org/officeDocument/2006/relationships" id="268" r:id="R6aabfefa3bdc4bb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639a925c43e4013" /><Relationship Type="http://schemas.openxmlformats.org/officeDocument/2006/relationships/slideMaster" Target="/ppt/slideMasters/slideMaster1.xml" Id="R0b40e61a67ff4013" /><Relationship Type="http://schemas.openxmlformats.org/officeDocument/2006/relationships/notesMaster" Target="/ppt/notesMasters/notesMaster1.xml" Id="Ra5acee28bf914051" /><Relationship Type="http://schemas.openxmlformats.org/officeDocument/2006/relationships/presProps" Target="/ppt/presProps.xml" Id="R4f8c416c1c7f4906" /><Relationship Type="http://schemas.openxmlformats.org/officeDocument/2006/relationships/tableStyles" Target="/ppt/tableStyles.xml" Id="R5284c7b8d6ce4490" /><Relationship Type="http://schemas.openxmlformats.org/officeDocument/2006/relationships/slide" Target="/ppt/slides/slide1.xml" Id="R7d903e9e48c04f51" /><Relationship Type="http://schemas.openxmlformats.org/officeDocument/2006/relationships/slide" Target="/ppt/slides/slide2.xml" Id="R9a49d8297f79460e" /><Relationship Type="http://schemas.openxmlformats.org/officeDocument/2006/relationships/slide" Target="/ppt/slides/slide3.xml" Id="Rc39d9f80e8f943a1" /><Relationship Type="http://schemas.openxmlformats.org/officeDocument/2006/relationships/slide" Target="/ppt/slides/slide4.xml" Id="R52304537cf8f49f9" /><Relationship Type="http://schemas.openxmlformats.org/officeDocument/2006/relationships/slide" Target="/ppt/slides/slide5.xml" Id="R1c40cc61ec044fca" /><Relationship Type="http://schemas.openxmlformats.org/officeDocument/2006/relationships/slide" Target="/ppt/slides/slide6.xml" Id="R6b1159589de54e4b" /><Relationship Type="http://schemas.openxmlformats.org/officeDocument/2006/relationships/slide" Target="/ppt/slides/slide7.xml" Id="R0599683f2f994a07" /><Relationship Type="http://schemas.openxmlformats.org/officeDocument/2006/relationships/slide" Target="/ppt/slides/slide8.xml" Id="R9c2fafeadbd44e95" /><Relationship Type="http://schemas.openxmlformats.org/officeDocument/2006/relationships/slide" Target="/ppt/slides/slide9.xml" Id="Rd7aadbb018104575" /><Relationship Type="http://schemas.openxmlformats.org/officeDocument/2006/relationships/slide" Target="/ppt/slides/slide10.xml" Id="R232daff29b3f445f" /><Relationship Type="http://schemas.openxmlformats.org/officeDocument/2006/relationships/slide" Target="/ppt/slides/slide11.xml" Id="R53db9f58df214fe5" /><Relationship Type="http://schemas.openxmlformats.org/officeDocument/2006/relationships/slide" Target="/ppt/slides/slide12.xml" Id="R9741b843e2c0417f" /><Relationship Type="http://schemas.openxmlformats.org/officeDocument/2006/relationships/slide" Target="/ppt/slides/slide13.xml" Id="R6aabfefa3bdc4bb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108877e1c604ed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ea138b51a8144e0" /><Relationship Type="http://schemas.openxmlformats.org/officeDocument/2006/relationships/notesMaster" Target="/ppt/notesMasters/notesMaster1.xml" Id="Re9caa04e9fc8449f" /></Relationships>
</file>

<file path=ppt/notesSlides/_rels/notesSlide2.xml.rels>&#65279;<?xml version="1.0" encoding="utf-8"?><Relationships xmlns="http://schemas.openxmlformats.org/package/2006/relationships"><Relationship Type="http://schemas.openxmlformats.org/officeDocument/2006/relationships/slide" Target="/ppt/slides/slide2.xml" Id="Re271408407eb401c" /><Relationship Type="http://schemas.openxmlformats.org/officeDocument/2006/relationships/notesMaster" Target="/ppt/notesMasters/notesMaster1.xml" Id="Rfc8c553b21244488" /></Relationships>
</file>

<file path=ppt/notesSlides/_rels/notesSlide3.xml.rels>&#65279;<?xml version="1.0" encoding="utf-8"?><Relationships xmlns="http://schemas.openxmlformats.org/package/2006/relationships"><Relationship Type="http://schemas.openxmlformats.org/officeDocument/2006/relationships/slide" Target="/ppt/slides/slide3.xml" Id="Rbf0b8db26e95497e" /><Relationship Type="http://schemas.openxmlformats.org/officeDocument/2006/relationships/notesMaster" Target="/ppt/notesMasters/notesMaster1.xml" Id="Ra8a148229775449c" /></Relationships>
</file>

<file path=ppt/notesSlides/_rels/notesSlide4.xml.rels>&#65279;<?xml version="1.0" encoding="utf-8"?><Relationships xmlns="http://schemas.openxmlformats.org/package/2006/relationships"><Relationship Type="http://schemas.openxmlformats.org/officeDocument/2006/relationships/slide" Target="/ppt/slides/slide4.xml" Id="R600074e0dc9b4bee" /><Relationship Type="http://schemas.openxmlformats.org/officeDocument/2006/relationships/notesMaster" Target="/ppt/notesMasters/notesMaster1.xml" Id="Rf7567b98cee44682" /></Relationships>
</file>

<file path=ppt/notesSlides/_rels/notesSlide5.xml.rels>&#65279;<?xml version="1.0" encoding="utf-8"?><Relationships xmlns="http://schemas.openxmlformats.org/package/2006/relationships"><Relationship Type="http://schemas.openxmlformats.org/officeDocument/2006/relationships/slide" Target="/ppt/slides/slide5.xml" Id="Rbc06ae87519b4a96" /><Relationship Type="http://schemas.openxmlformats.org/officeDocument/2006/relationships/notesMaster" Target="/ppt/notesMasters/notesMaster1.xml" Id="Re36196898efc4afb" /></Relationships>
</file>

<file path=ppt/notesSlides/_rels/notesSlide6.xml.rels>&#65279;<?xml version="1.0" encoding="utf-8"?><Relationships xmlns="http://schemas.openxmlformats.org/package/2006/relationships"><Relationship Type="http://schemas.openxmlformats.org/officeDocument/2006/relationships/slide" Target="/ppt/slides/slide6.xml" Id="Rfe30d217588d4605" /><Relationship Type="http://schemas.openxmlformats.org/officeDocument/2006/relationships/notesMaster" Target="/ppt/notesMasters/notesMaster1.xml" Id="R935f8d04873147e8" /></Relationships>
</file>

<file path=ppt/notesSlides/_rels/notesSlide7.xml.rels>&#65279;<?xml version="1.0" encoding="utf-8"?><Relationships xmlns="http://schemas.openxmlformats.org/package/2006/relationships"><Relationship Type="http://schemas.openxmlformats.org/officeDocument/2006/relationships/slide" Target="/ppt/slides/slide7.xml" Id="R4db28effa7954c01" /><Relationship Type="http://schemas.openxmlformats.org/officeDocument/2006/relationships/notesMaster" Target="/ppt/notesMasters/notesMaster1.xml" Id="R9a3d5117de154a86" /></Relationships>
</file>

<file path=ppt/notesSlides/_rels/notesSlide8.xml.rels>&#65279;<?xml version="1.0" encoding="utf-8"?><Relationships xmlns="http://schemas.openxmlformats.org/package/2006/relationships"><Relationship Type="http://schemas.openxmlformats.org/officeDocument/2006/relationships/slide" Target="/ppt/slides/slide8.xml" Id="R12a476cde6234817" /><Relationship Type="http://schemas.openxmlformats.org/officeDocument/2006/relationships/notesMaster" Target="/ppt/notesMasters/notesMaster1.xml" Id="R58f50ce56efc4676" /></Relationships>
</file>

<file path=ppt/notesSlides/_rels/notesSlide9.xml.rels>&#65279;<?xml version="1.0" encoding="utf-8"?><Relationships xmlns="http://schemas.openxmlformats.org/package/2006/relationships"><Relationship Type="http://schemas.openxmlformats.org/officeDocument/2006/relationships/slide" Target="/ppt/slides/slide9.xml" Id="Rdaaca9db9ed7467c" /><Relationship Type="http://schemas.openxmlformats.org/officeDocument/2006/relationships/notesMaster" Target="/ppt/notesMasters/notesMaster1.xml" Id="Rdfecee8679b64a6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d62f76e01074b02" /><Relationship Type="http://schemas.openxmlformats.org/officeDocument/2006/relationships/notesMaster" Target="/ppt/notesMasters/notesMaster1.xml" Id="R132407cce6aa4d0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a86e5983653438b" /><Relationship Type="http://schemas.openxmlformats.org/officeDocument/2006/relationships/notesMaster" Target="/ppt/notesMasters/notesMaster1.xml" Id="R810154cedf2d4e9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dbb91072f87414c" /><Relationship Type="http://schemas.openxmlformats.org/officeDocument/2006/relationships/notesMaster" Target="/ppt/notesMasters/notesMaster1.xml" Id="Rad89a82c0757415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07e3508871543a7" /><Relationship Type="http://schemas.openxmlformats.org/officeDocument/2006/relationships/notesMaster" Target="/ppt/notesMasters/notesMaster1.xml" Id="Ra48eb72ef2ba4ef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a:t>
            </a:r>
          </a:p>
          <a:p xmlns:a="http://schemas.openxmlformats.org/drawingml/2006/main">
            <a:r>
              <a:t>S04</a:t>
            </a:r>
          </a:p>
          <a:p xmlns:a="http://schemas.openxmlformats.org/drawingml/2006/main">
            <a:r>
              <a:t/>
            </a:r>
          </a:p>
          <a:p xmlns:a="http://schemas.openxmlformats.org/drawingml/2006/main">
            <a:r>
              <a:t>**Working Title:**</a:t>
            </a:r>
          </a:p>
          <a:p xmlns:a="http://schemas.openxmlformats.org/drawingml/2006/main">
            <a:r>
              <a:t>파일명을 주지 않으면 Agent는 어디부터 볼까?</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Demo에서는 파일을 직접 지정하지 않았을 때의 Search → Read → Trace를 관찰한다.</a:t>
            </a:r>
          </a:p>
          <a:p xmlns:a="http://schemas.openxmlformats.org/drawingml/2006/main">
            <a:r>
              <a:t/>
            </a:r>
          </a:p>
          <a:p xmlns:a="http://schemas.openxmlformats.org/drawingml/2006/main">
            <a:r>
              <a:t>**Opening Question:**</a:t>
            </a:r>
          </a:p>
          <a:p xmlns:a="http://schemas.openxmlformats.org/drawingml/2006/main">
            <a:r>
              <a:t>“Agent가 Test, 구현, 호출 경로를 어떻게 찾는가?”</a:t>
            </a:r>
          </a:p>
          <a:p xmlns:a="http://schemas.openxmlformats.org/drawingml/2006/main">
            <a:r>
              <a:t/>
            </a:r>
          </a:p>
          <a:p xmlns:a="http://schemas.openxmlformats.org/drawingml/2006/main">
            <a:r>
              <a:t>**Speaker Flow:**</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S05–S06에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S05–S06로 넘긴다.</a:t>
            </a:r>
          </a:p>
          <a:p xmlns:a="http://schemas.openxmlformats.org/drawingml/2006/main">
            <a:r>
              <a:t/>
            </a:r>
          </a:p>
          <a:p xmlns:a="http://schemas.openxmlformats.org/drawingml/2006/main">
            <a:r>
              <a:t>**Evidence / Source:**</a:t>
            </a:r>
          </a:p>
          <a:p xmlns:a="http://schemas.openxmlformats.org/drawingml/2006/main">
            <a:r>
              <a:t>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S05–S06에서 연다.</a:t>
            </a:r>
          </a:p>
          <a:p xmlns:a="http://schemas.openxmlformats.org/drawingml/2006/main">
            <a:r>
              <a:t/>
            </a:r>
          </a:p>
          <a:p xmlns:a="http://schemas.openxmlformats.org/drawingml/2006/main">
            <a:r>
              <a:t>**Claim Boundary:**</a:t>
            </a:r>
          </a:p>
          <a:p xmlns:a="http://schemas.openxmlformats.org/drawingml/2006/main">
            <a:r>
              <a:t>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a:t>
            </a:r>
          </a:p>
          <a:p xmlns:a="http://schemas.openxmlformats.org/drawingml/2006/main">
            <a:r>
              <a:t>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a:t>
            </a:r>
          </a:p>
          <a:p xmlns:a="http://schemas.openxmlformats.org/drawingml/2006/main">
            <a:r>
              <a:t>답변뿐 아니라 파일 발견과 호출 경로 추적을 관찰 대상으로 둔다.</a:t>
            </a:r>
          </a:p>
          <a:p xmlns:a="http://schemas.openxmlformats.org/drawingml/2006/main">
            <a:r>
              <a:t/>
            </a:r>
          </a:p>
          <a:p xmlns:a="http://schemas.openxmlformats.org/drawingml/2006/main">
            <a:r>
              <a:t>**C++ Vision Bridge:**</a:t>
            </a:r>
          </a:p>
          <a:p xmlns:a="http://schemas.openxmlformats.org/drawingml/2006/main">
            <a:r>
              <a:t>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a:t>
            </a:r>
          </a:p>
          <a:p xmlns:a="http://schemas.openxmlformats.org/drawingml/2006/main">
            <a:r>
              <a:t>DEMO-01 / WATCH. 기본 경로는 `production/ACT_0.pptx` S04–S07–S08의 정적 발표다. S04에서는 좌측 실제 요청의 재구성, 우측 가상 GoogleTest UI의 경계, 세 관찰 대상을 설명하고 S05–S06로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S05/S06에4분씩 나뉘며 S07/S08은 별도 Case다.</a:t>
            </a:r>
          </a:p>
          <a:p xmlns:a="http://schemas.openxmlformats.org/drawingml/2006/main">
            <a:r>
              <a:t/>
            </a:r>
          </a:p>
          <a:p xmlns:a="http://schemas.openxmlformats.org/drawingml/2006/main">
            <a:r>
              <a:t>**Audience Interaction:**</a:t>
            </a:r>
          </a:p>
          <a:p xmlns:a="http://schemas.openxmlformats.org/drawingml/2006/main">
            <a:r>
              <a:t>응답을 요구하지 않는다. 세 관찰 항목을 청중이 마음속으로 따라오게 한다.</a:t>
            </a:r>
          </a:p>
          <a:p xmlns:a="http://schemas.openxmlformats.org/drawingml/2006/main">
            <a:r>
              <a:t/>
            </a:r>
          </a:p>
          <a:p xmlns:a="http://schemas.openxmlformats.org/drawingml/2006/main">
            <a:r>
              <a:t>**Transition:**</a:t>
            </a:r>
          </a:p>
          <a:p xmlns:a="http://schemas.openxmlformats.org/drawingml/2006/main">
            <a:r>
              <a:t>“먼저 Crop 결과를 보고, 이어서 그 원인을 설명한 근거를 확인하겠습니다.”</a:t>
            </a:r>
          </a:p>
          <a:p xmlns:a="http://schemas.openxmlformats.org/drawingml/2006/main">
            <a:r>
              <a:t/>
            </a:r>
          </a:p>
          <a:p xmlns:a="http://schemas.openxmlformats.org/drawingml/2006/main">
            <a:r>
              <a:t>**Time Management:**</a:t>
            </a:r>
          </a:p>
          <a:p xmlns:a="http://schemas.openxmlformats.org/drawingml/2006/main">
            <a:r>
              <a:t>Lecture 2분 유지. 요청 30초, 실제/가상 화면 구분 30초, 세 Watch For 45초, 과거 CLI 범위와 S05–S06 전환 15초로 운영한다. 테스트 framework 설명이나 실제 실패 원인 공개를 이 장에 추가하지 않는다.</a:t>
            </a:r>
          </a:p>
          <a:p xmlns:a="http://schemas.openxmlformats.org/drawingml/2006/main">
            <a:r>
              <a:t/>
            </a:r>
          </a:p>
          <a:p xmlns:a="http://schemas.openxmlformats.org/drawingml/2006/main">
            <a:r>
              <a:t>**Fallback:**</a:t>
            </a:r>
          </a:p>
          <a:p xmlns:a="http://schemas.openxmlformats.org/drawingml/2006/main">
            <a:r>
              <a:t>정적 기본 경로 — `production/ACT_0.pptx` S04 또는 `production/preview/act0/S04.png`. 이번 수정본과 PNG의 일치 여부는 제작 단계에서 확인한다. 화면 사용이 불가능하면 실제 요청의 조건과 세 관찰 항목을 말로 제시하고 S05–S06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a:t>
            </a:r>
          </a:p>
          <a:p xmlns:a="http://schemas.openxmlformats.org/drawingml/2006/main">
            <a:r>
              <a:t>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Crop은 기대한 폭보다 한 열을 더 포함했다</a:t>
            </a:r>
          </a:p>
          <a:p xmlns:a="http://schemas.openxmlformats.org/drawingml/2006/main">
            <a:r>
              <a:t/>
            </a:r>
          </a:p>
          <a:p xmlns:a="http://schemas.openxmlformats.org/drawingml/2006/main">
            <a:r>
              <a:t>**Slide ID:**</a:t>
            </a:r>
          </a:p>
          <a:p xmlns:a="http://schemas.openxmlformats.org/drawingml/2006/main">
            <a:r>
              <a:t>S05</a:t>
            </a:r>
          </a:p>
          <a:p xmlns:a="http://schemas.openxmlformats.org/drawingml/2006/main">
            <a:r>
              <a:t/>
            </a:r>
          </a:p>
          <a:p xmlns:a="http://schemas.openxmlformats.org/drawingml/2006/main">
            <a:r>
              <a:t>**Working Title:**</a:t>
            </a:r>
          </a:p>
          <a:p xmlns:a="http://schemas.openxmlformats.org/drawingml/2006/main">
            <a:r>
              <a:t>Crop은 기대한 폭보다 한 열을 더 포함했다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crop(image,1,3)의 끝 좌표 제외 명세는 원본 열1·2, 값2·3과 폭2를 기대한다. 기존 구현은 값4까지 포함해 폭3이 됐다.</a:t>
            </a:r>
          </a:p>
          <a:p xmlns:a="http://schemas.openxmlformats.org/drawingml/2006/main">
            <a:r>
              <a:t/>
            </a:r>
          </a:p>
          <a:p xmlns:a="http://schemas.openxmlformats.org/drawingml/2006/main">
            <a:r>
              <a:t>**Opening Question:**</a:t>
            </a:r>
          </a:p>
          <a:p xmlns:a="http://schemas.openxmlformats.org/drawingml/2006/main">
            <a:r>
              <a:t>“끝 좌표3을 제외해야 한다면 어떤 값이 남아야 하나요?”</a:t>
            </a:r>
          </a:p>
          <a:p xmlns:a="http://schemas.openxmlformats.org/drawingml/2006/main">
            <a:r>
              <a:t/>
            </a:r>
          </a:p>
          <a:p xmlns:a="http://schemas.openxmlformats.org/drawingml/2006/main">
            <a:r>
              <a:t>**Speaker Flow:**</a:t>
            </a:r>
          </a:p>
          <a:p xmlns:a="http://schemas.openxmlformats.org/drawingml/2006/main">
            <a:r>
              <a:t>1. (0:00–0:30 / Demo) S04에서 관찰할 질문을 이어 받고, 이번에는 먼저 발견한 결과만 본다고 안내한다. 기존 두 Vector 초기화와 공통인 질문은 의도한 개수/범위와 실제 결과의 대조다. C++ 메모리 할당 사건으로 바꾸지 않는다.</a:t>
            </a:r>
          </a:p>
          <a:p xmlns:a="http://schemas.openxmlformats.org/drawingml/2006/main">
            <a:r>
              <a:t>2. (0:30–2:00 / Demo) 원본 ((1,2,3,4),(5,6,7,8)) 중 첫 행만 발췌했음을 밝힌다. 열index1·2의 값2·3과 폭2가 끝 좌표 제외 명세의 기대다. 구현은 값4까지 포함해 폭3이다. 색은 선택 범위를 나타내며 숫자는 픽셀 값이다.</a:t>
            </a:r>
          </a:p>
          <a:p xmlns:a="http://schemas.openxmlformats.org/drawingml/2006/main">
            <a:r>
              <a:t>3. (2:00–3:30 / Demo) 기대2·3과 구현2·3·4에서 추가된4만 가리킨다. 구현의 끝 좌표 포함이 현상이라는 결론만 회수하고 상세 Test·호출 경로는 다음 장으로 남긴다.</a:t>
            </a:r>
          </a:p>
          <a:p xmlns:a="http://schemas.openxmlformats.org/drawingml/2006/main">
            <a:r>
              <a:t>4. (3:30–4:00 / Demo) 새 실행이나 수정이 아닌 TRIAL-001·STATE-00의 재구성이라고 닫고 이 설명을 뒷받침한 자료를 S06에서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a:t>
            </a:r>
          </a:p>
          <a:p xmlns:a="http://schemas.openxmlformats.org/drawingml/2006/main">
            <a:r>
              <a:t/>
            </a:r>
          </a:p>
          <a:p xmlns:a="http://schemas.openxmlformats.org/drawingml/2006/main">
            <a:r>
              <a:t>**Claim Boundary:**</a:t>
            </a:r>
          </a:p>
          <a:p xmlns:a="http://schemas.openxmlformats.org/drawingml/2006/main">
            <a:r>
              <a:t>FROZEN WITH SCOPE — TRIAL-001·STATE-00의 Python Crop 한 건. 첫 행 발췌 재구성이며 코드 수정·C++ 할당/오버런·현재 Desktop 검증이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끝 좌표를 하나 더 포함하면 기대한 폭과 값이 달라지는 현상을 본다.</a:t>
            </a:r>
          </a:p>
          <a:p xmlns:a="http://schemas.openxmlformats.org/drawingml/2006/main">
            <a:r>
              <a:t/>
            </a:r>
          </a:p>
          <a:p xmlns:a="http://schemas.openxmlformats.org/drawingml/2006/main">
            <a:r>
              <a:t>**Advanced Insight:**</a:t>
            </a:r>
          </a:p>
          <a:p xmlns:a="http://schemas.openxmlformats.org/drawingml/2006/main">
            <a:r>
              <a:t>의도한 범위와 실제 결과를 명세에 대조하고 메모리 할당·capacity 문제로 일반화하지 않는다.</a:t>
            </a:r>
          </a:p>
          <a:p xmlns:a="http://schemas.openxmlformats.org/drawingml/2006/main">
            <a:r>
              <a:t/>
            </a:r>
          </a:p>
          <a:p xmlns:a="http://schemas.openxmlformats.org/drawingml/2006/main">
            <a:r>
              <a:t>**C++ Vision Bridge:**</a:t>
            </a:r>
          </a:p>
          <a:p xmlns:a="http://schemas.openxmlformats.org/drawingml/2006/main">
            <a:r>
              <a:t>S02의 원소 수 확인 질문만 회수한다. 실제 사례는 Python Crop이며 C++ 실행·할당 오류가 아니다.</a:t>
            </a:r>
          </a:p>
          <a:p xmlns:a="http://schemas.openxmlformats.org/drawingml/2006/main">
            <a:r>
              <a:t/>
            </a:r>
          </a:p>
          <a:p xmlns:a="http://schemas.openxmlformats.org/drawingml/2006/main">
            <a:r>
              <a:t>**Demo Operation:**</a:t>
            </a:r>
          </a:p>
          <a:p xmlns:a="http://schemas.openxmlformats.org/drawingml/2006/main">
            <a:r>
              <a:t>첫 행 입력1·2·3·4와 열index0–3, 기대2·3/폭2와 구현2·3·4/폭3을 크게 대비한다. 원본 두 행 중 첫 행만 발췌한 도식임을 표시한다. 정적 경로 production/ACT_0.pptx의 S05 / production/preview/act0/S05.png.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차이를 무엇을 근거로 설명했는지, 테스트·명세·구현을 함께 보겠습니다.”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production/preview/full/S05.png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테스트·명세·구현을 연결해 원인을 설명했다</a:t>
            </a:r>
          </a:p>
          <a:p xmlns:a="http://schemas.openxmlformats.org/drawingml/2006/main">
            <a:r>
              <a:t/>
            </a:r>
          </a:p>
          <a:p xmlns:a="http://schemas.openxmlformats.org/drawingml/2006/main">
            <a:r>
              <a:t>**Slide ID:**</a:t>
            </a:r>
          </a:p>
          <a:p xmlns:a="http://schemas.openxmlformats.org/drawingml/2006/main">
            <a:r>
              <a:t>S06</a:t>
            </a:r>
          </a:p>
          <a:p xmlns:a="http://schemas.openxmlformats.org/drawingml/2006/main">
            <a:r>
              <a:t/>
            </a:r>
          </a:p>
          <a:p xmlns:a="http://schemas.openxmlformats.org/drawingml/2006/main">
            <a:r>
              <a:t>**Working Title:**</a:t>
            </a:r>
          </a:p>
          <a:p xmlns:a="http://schemas.openxmlformats.org/drawingml/2006/main">
            <a:r>
              <a:t>테스트·명세·구현을 연결해 원인을 설명했다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실패 테스트와 끝 좌표 제외 명세, 끝 좌표까지 포함한 row[x_start : x_end + 1] 구현을 대조해 실패를 설명했다. 관련 코드는 cli.main→pipeline.process_image→transform.crop 호출 관계로 연결됐다.</a:t>
            </a:r>
          </a:p>
          <a:p xmlns:a="http://schemas.openxmlformats.org/drawingml/2006/main">
            <a:r>
              <a:t/>
            </a:r>
          </a:p>
          <a:p xmlns:a="http://schemas.openxmlformats.org/drawingml/2006/main">
            <a:r>
              <a:t>**Opening Question:**</a:t>
            </a:r>
          </a:p>
          <a:p xmlns:a="http://schemas.openxmlformats.org/drawingml/2006/main">
            <a:r>
              <a:t>“어떤 자료를 연결했기에 Crop 실패 원인을 설명할 수 있었나요?”</a:t>
            </a:r>
          </a:p>
          <a:p xmlns:a="http://schemas.openxmlformats.org/drawingml/2006/main">
            <a:r>
              <a:t/>
            </a:r>
          </a:p>
          <a:p xmlns:a="http://schemas.openxmlformats.org/drawingml/2006/main">
            <a:r>
              <a:t>**Speaker Flow:**</a:t>
            </a:r>
          </a:p>
          <a:p xmlns:a="http://schemas.openxmlformats.org/drawingml/2006/main">
            <a:r>
              <a:t>1. (0:00–0:30 / Demo) S05의 폭 차이를 설명한 근거를 확인하는 장임을 밝힌다. 세 열의 화살표는 설명을 위한 관계이며 실제 파일 접근 시간순이 아니다.</a:t>
            </a:r>
          </a:p>
          <a:p xmlns:a="http://schemas.openxmlformats.org/drawingml/2006/main">
            <a:r>
              <a:t>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xmlns:a="http://schemas.openxmlformats.org/drawingml/2006/main">
            <a:r>
              <a:t>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xmlns:a="http://schemas.openxmlformats.org/drawingml/2006/main">
            <a:r>
              <a:t>4. (3:30–4:00 / Demo) 실패·관련 구현·명세·호출 관계를 연결해 설명했으며 코드 수정은 없었다고 닫는다. 같은 전체 테스트의 다른 오류는 원인이 달랐다는 S07로 이동한다.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a:t>
            </a:r>
          </a:p>
          <a:p xmlns:a="http://schemas.openxmlformats.org/drawingml/2006/main">
            <a:r>
              <a:t/>
            </a:r>
          </a:p>
          <a:p xmlns:a="http://schemas.openxmlformats.org/drawingml/2006/main">
            <a:r>
              <a:t>**Claim Boundary:**</a:t>
            </a:r>
          </a:p>
          <a:p xmlns:a="http://schemas.openxmlformats.org/drawingml/2006/main">
            <a:r>
              <a:t>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답만 듣는 대신 테스트·명세·구현이 어떻게 원인 설명을 뒷받침하는지 본다.</a:t>
            </a:r>
          </a:p>
          <a:p xmlns:a="http://schemas.openxmlformats.org/drawingml/2006/main">
            <a:r>
              <a:t/>
            </a:r>
          </a:p>
          <a:p xmlns:a="http://schemas.openxmlformats.org/drawingml/2006/main">
            <a:r>
              <a:t>**Advanced Insight:**</a:t>
            </a:r>
          </a:p>
          <a:p xmlns:a="http://schemas.openxmlformats.org/drawingml/2006/main">
            <a:r>
              <a:t>코드 호출 관계·근거 연결·Agent 접근 시간순과 독립 발견 주장을 구분한다.</a:t>
            </a:r>
          </a:p>
          <a:p xmlns:a="http://schemas.openxmlformats.org/drawingml/2006/main">
            <a:r>
              <a:t/>
            </a:r>
          </a:p>
          <a:p xmlns:a="http://schemas.openxmlformats.org/drawingml/2006/main">
            <a:r>
              <a:t>**C++ Vision Bridge:**</a:t>
            </a:r>
          </a:p>
          <a:p xmlns:a="http://schemas.openxmlformats.org/drawingml/2006/main">
            <a:r>
              <a:t>N/A. 실제 Python 조사 근거를 C++ Trial로 바꾸지 않는다.</a:t>
            </a:r>
          </a:p>
          <a:p xmlns:a="http://schemas.openxmlformats.org/drawingml/2006/main">
            <a:r>
              <a:t/>
            </a:r>
          </a:p>
          <a:p xmlns:a="http://schemas.openxmlformats.org/drawingml/2006/main">
            <a:r>
              <a:t>**Demo Operation:**</a:t>
            </a:r>
          </a:p>
          <a:p xmlns:a="http://schemas.openxmlformats.org/drawingml/2006/main">
            <a:r>
              <a:t>실패 테스트/명세/구현 세 근거를 가로로 연결하고, 하단에 관련 코드 호출 관계를 별도로 둔다. 본문의 연결은 설명 관계이며 실제 탐색 순서가 아니다. 정적 경로 production/ACT_0.pptx의 S06 / production/preview/act0/S06.png.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“같은 전체 테스트 실행에서 나온 다른 오류는, 이 Crop 결함과 원인이 달랐습니다.”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production/preview/full/S06.png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다른 테스트 오류는 임시 폴더 생성에서 발생했다</a:t>
            </a:r>
          </a:p>
          <a:p xmlns:a="http://schemas.openxmlformats.org/drawingml/2006/main">
            <a:r>
              <a:t/>
            </a:r>
          </a:p>
          <a:p xmlns:a="http://schemas.openxmlformats.org/drawingml/2006/main">
            <a:r>
              <a:t>**Slide ID:**</a:t>
            </a:r>
          </a:p>
          <a:p xmlns:a="http://schemas.openxmlformats.org/drawingml/2006/main">
            <a:r>
              <a:t>S07</a:t>
            </a:r>
          </a:p>
          <a:p xmlns:a="http://schemas.openxmlformats.org/drawingml/2006/main">
            <a:r>
              <a:t/>
            </a:r>
          </a:p>
          <a:p xmlns:a="http://schemas.openxmlformats.org/drawingml/2006/main">
            <a:r>
              <a:t>**Working Title:**</a:t>
            </a:r>
          </a:p>
          <a:p xmlns:a="http://schemas.openxmlformats.org/drawingml/2006/main">
            <a:r>
              <a:t>다른 테스트 오류는 임시 폴더 생성에서 발생했다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TRIAL-001 전체 테스트의 환경 오류3건은 읽기 전용 실행 조건이 임시 디렉터리 생성을 막아 발생했다. Crop 결함과 별개이며 Agent도 그 권한 제한을 해제하지 않았다.</a:t>
            </a:r>
          </a:p>
          <a:p xmlns:a="http://schemas.openxmlformats.org/drawingml/2006/main">
            <a:r>
              <a:t/>
            </a:r>
          </a:p>
          <a:p xmlns:a="http://schemas.openxmlformats.org/drawingml/2006/main">
            <a:r>
              <a:t>**Opening Question:**</a:t>
            </a:r>
          </a:p>
          <a:p xmlns:a="http://schemas.openxmlformats.org/drawingml/2006/main">
            <a:r>
              <a:t>“테스트가 임시 폴더를 만들려는데 쓰기 권한이 없으면 어떻게 될까요?”</a:t>
            </a:r>
          </a:p>
          <a:p xmlns:a="http://schemas.openxmlformats.org/drawingml/2006/main">
            <a:r>
              <a:t/>
            </a:r>
          </a:p>
          <a:p xmlns:a="http://schemas.openxmlformats.org/drawingml/2006/main">
            <a:r>
              <a:t>**Speaker Flow:**</a:t>
            </a:r>
          </a:p>
          <a:p xmlns:a="http://schemas.openxmlformats.org/drawingml/2006/main">
            <a:r>
              <a:t>1. (0:00–0:30 / Case) 같은 전체 테스트 실행 중 나온 환경 오류3건을 별도 사건으로 연다. Crop 실패1건의 추가 증거도 Product 결함3건도 아니라고 화면의 별도 표시로 구분한다.</a:t>
            </a:r>
          </a:p>
          <a:p xmlns:a="http://schemas.openxmlformats.org/drawingml/2006/main">
            <a:r>
              <a:t>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xmlns:a="http://schemas.openxmlformats.org/drawingml/2006/main">
            <a:r>
              <a:t>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a:t>
            </a:r>
          </a:p>
          <a:p xmlns:a="http://schemas.openxmlformats.org/drawingml/2006/main">
            <a:r>
              <a:t/>
            </a:r>
          </a:p>
          <a:p xmlns:a="http://schemas.openxmlformats.org/drawingml/2006/main">
            <a:r>
              <a:t>**Claim Boundary:**</a:t>
            </a:r>
          </a:p>
          <a:p xmlns:a="http://schemas.openxmlformats.org/drawingml/2006/main">
            <a:r>
              <a:t>FROZEN WITH SCOPE — TRIAL-001 실행 환경 제한의 관찰. Product/Crop 결함이나 성공한 환경 복구, 현재 Desktop 동작의 근거가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테스트가 실패하는 이유에는 코드 결함 외 실행 조건도 있음을 이해한다.</a:t>
            </a:r>
          </a:p>
          <a:p xmlns:a="http://schemas.openxmlformats.org/drawingml/2006/main">
            <a:r>
              <a:t/>
            </a:r>
          </a:p>
          <a:p xmlns:a="http://schemas.openxmlformats.org/drawingml/2006/main">
            <a:r>
              <a:t>**Advanced Insight:**</a:t>
            </a:r>
          </a:p>
          <a:p xmlns:a="http://schemas.openxmlformats.org/drawingml/2006/main">
            <a:r>
              <a:t>제품 결함과 실행 제한을 분리하고, 제한 관찰과 권한 변경·해결을 구분한다.</a:t>
            </a:r>
          </a:p>
          <a:p xmlns:a="http://schemas.openxmlformats.org/drawingml/2006/main">
            <a:r>
              <a:t/>
            </a:r>
          </a:p>
          <a:p xmlns:a="http://schemas.openxmlformats.org/drawingml/2006/main">
            <a:r>
              <a:t>**C++ Vision Bridge:**</a:t>
            </a:r>
          </a:p>
          <a:p xmlns:a="http://schemas.openxmlformats.org/drawingml/2006/main">
            <a:r>
              <a:t>N/A. 제조 현장/Windows에서 같은 오류가 관찰된 것으로 바꾸지 않는다.</a:t>
            </a:r>
          </a:p>
          <a:p xmlns:a="http://schemas.openxmlformats.org/drawingml/2006/main">
            <a:r>
              <a:t/>
            </a:r>
          </a:p>
          <a:p xmlns:a="http://schemas.openxmlformats.org/drawingml/2006/main">
            <a:r>
              <a:t>**Demo Operation:**</a:t>
            </a:r>
          </a:p>
          <a:p xmlns:a="http://schemas.openxmlformats.org/drawingml/2006/main">
            <a:r>
              <a:t>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S07 / production/preview/act0/S07.png.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“두 원인을 판단할 때 필요했던 정보들을 한곳에 모아보겠습니다.”</a:t>
            </a:r>
          </a:p>
          <a:p xmlns:a="http://schemas.openxmlformats.org/drawingml/2006/main">
            <a:r>
              <a:t/>
            </a:r>
          </a:p>
          <a:p xmlns:a="http://schemas.openxmlformats.org/drawingml/2006/main">
            <a:r>
              <a:t>**Time Management:**</a:t>
            </a:r>
          </a:p>
          <a:p xmlns:a="http://schemas.openxmlformats.org/drawingml/2006/main">
            <a:r>
              <a:t>Case 3분 = 3분.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production/preview/full/S07.png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원인 판단에는 코드와 실행 환경 정보가 필요했다</a:t>
            </a:r>
          </a:p>
          <a:p xmlns:a="http://schemas.openxmlformats.org/drawingml/2006/main">
            <a:r>
              <a:t/>
            </a:r>
          </a:p>
          <a:p xmlns:a="http://schemas.openxmlformats.org/drawingml/2006/main">
            <a:r>
              <a:t>**Slide ID:**</a:t>
            </a:r>
          </a:p>
          <a:p xmlns:a="http://schemas.openxmlformats.org/drawingml/2006/main">
            <a:r>
              <a:t>S08</a:t>
            </a:r>
          </a:p>
          <a:p xmlns:a="http://schemas.openxmlformats.org/drawingml/2006/main">
            <a:r>
              <a:t/>
            </a:r>
          </a:p>
          <a:p xmlns:a="http://schemas.openxmlformats.org/drawingml/2006/main">
            <a:r>
              <a:t>**Working Title:**</a:t>
            </a:r>
          </a:p>
          <a:p xmlns:a="http://schemas.openxmlformats.org/drawingml/2006/main">
            <a:r>
              <a:t>원인 판단에는 코드와 실행 환경 정보가 필요했다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Repository의 테스트·명세·구현/호출 관계와 실행 환경의 로그·권한 정보를 함께 보아 원인을 구분한다. 이번 원인 판단에 쓰는 정보를 Context로 묶는 교육용 도식이다.</a:t>
            </a:r>
          </a:p>
          <a:p xmlns:a="http://schemas.openxmlformats.org/drawingml/2006/main">
            <a:r>
              <a:t/>
            </a:r>
          </a:p>
          <a:p xmlns:a="http://schemas.openxmlformats.org/drawingml/2006/main">
            <a:r>
              <a:t>**Opening Question:**</a:t>
            </a:r>
          </a:p>
          <a:p xmlns:a="http://schemas.openxmlformats.org/drawingml/2006/main">
            <a:r>
              <a:t>“이번 조사에서는 파일 외에 어떤 정보까지 필요했나요?”</a:t>
            </a:r>
          </a:p>
          <a:p xmlns:a="http://schemas.openxmlformats.org/drawingml/2006/main">
            <a:r>
              <a:t/>
            </a:r>
          </a:p>
          <a:p xmlns:a="http://schemas.openxmlformats.org/drawingml/2006/main">
            <a:r>
              <a:t>**Speaker Flow:**</a:t>
            </a:r>
          </a:p>
          <a:p xmlns:a="http://schemas.openxmlformats.org/drawingml/2006/main">
            <a:r>
              <a:t>1. (0:00–0:25 / Case) 앞의 두 문제에서 실제로 살펴본 자료를 한 장으로 모은다고 안내한다. 환경 오류의 원인은 재설명하지 않는다.</a:t>
            </a:r>
          </a:p>
          <a:p xmlns:a="http://schemas.openxmlformats.org/drawingml/2006/main">
            <a:r>
              <a:t>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xmlns:a="http://schemas.openxmlformats.org/drawingml/2006/main">
            <a:r>
              <a:t>3. (1:25–2:00 / Case) 원인을 판단하는 데 쓰는 정보를 이번 장에서 Context로 묶는다. ACT2의 저장 범위·Routing·항상 읽을 정보 설계를 여기서 미리 강의하지 않는다. 이제 같은 자료를 누가 찾고 전달하는지 S09로 넘긴다.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a:t>
            </a:r>
          </a:p>
          <a:p xmlns:a="http://schemas.openxmlformats.org/drawingml/2006/main">
            <a:r>
              <a:t/>
            </a:r>
          </a:p>
          <a:p xmlns:a="http://schemas.openxmlformats.org/drawingml/2006/main">
            <a:r>
              <a:t>**Claim Boundary:**</a:t>
            </a:r>
          </a:p>
          <a:p xmlns:a="http://schemas.openxmlformats.org/drawingml/2006/main">
            <a:r>
              <a:t>TEACHING MODEL — TRIAL-001에서 살펴본 정보를 묶은 해석이며 새 실행·제품 우열이 아니다. Repository 접근은 실행 권한 확장을 뜻하지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Context가 단지 복사한 코드 조각만을 의미하지 않음을 이번 사건으로 이해한다.</a:t>
            </a:r>
          </a:p>
          <a:p xmlns:a="http://schemas.openxmlformats.org/drawingml/2006/main">
            <a:r>
              <a:t/>
            </a:r>
          </a:p>
          <a:p xmlns:a="http://schemas.openxmlformats.org/drawingml/2006/main">
            <a:r>
              <a:t>**Advanced Insight:**</a:t>
            </a:r>
          </a:p>
          <a:p xmlns:a="http://schemas.openxmlformats.org/drawingml/2006/main">
            <a:r>
              <a:t>저장소에 있는 사실과 도구·권한이 제공하는 실행 조건의 출처를 구분한다.</a:t>
            </a:r>
          </a:p>
          <a:p xmlns:a="http://schemas.openxmlformats.org/drawingml/2006/main">
            <a:r>
              <a:t/>
            </a:r>
          </a:p>
          <a:p xmlns:a="http://schemas.openxmlformats.org/drawingml/2006/main">
            <a:r>
              <a:t>**C++ Vision Bridge:**</a:t>
            </a:r>
          </a:p>
          <a:p xmlns:a="http://schemas.openxmlformats.org/drawingml/2006/main">
            <a:r>
              <a:t>N/A. 일반화된 새 C++ 규칙·장비 사례는 추가하지 않는다.</a:t>
            </a:r>
          </a:p>
          <a:p xmlns:a="http://schemas.openxmlformats.org/drawingml/2006/main">
            <a:r>
              <a:t/>
            </a:r>
          </a:p>
          <a:p xmlns:a="http://schemas.openxmlformats.org/drawingml/2006/main">
            <a:r>
              <a:t>**Demo Operation:**</a:t>
            </a:r>
          </a:p>
          <a:p xmlns:a="http://schemas.openxmlformats.org/drawingml/2006/main">
            <a:r>
              <a:t>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S08 / production/preview/act0/S08.png.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자료를 사람이 직접 골라 대화창에 넣는다면, 답을 받기 전에 어떤 일을 해야 할까요?”</a:t>
            </a:r>
          </a:p>
          <a:p xmlns:a="http://schemas.openxmlformats.org/drawingml/2006/main">
            <a:r>
              <a:t/>
            </a:r>
          </a:p>
          <a:p xmlns:a="http://schemas.openxmlformats.org/drawingml/2006/main">
            <a:r>
              <a:t>**Time Management:**</a:t>
            </a:r>
          </a:p>
          <a:p xmlns:a="http://schemas.openxmlformats.org/drawingml/2006/main">
            <a:r>
              <a:t>Case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production/preview/full/S08.png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Chatbot에 이 자료를 직접 전달한다면?</a:t>
            </a:r>
          </a:p>
          <a:p xmlns:a="http://schemas.openxmlformats.org/drawingml/2006/main">
            <a:r>
              <a:t/>
            </a:r>
          </a:p>
          <a:p xmlns:a="http://schemas.openxmlformats.org/drawingml/2006/main">
            <a:r>
              <a:t>**Slide ID:**</a:t>
            </a:r>
          </a:p>
          <a:p xmlns:a="http://schemas.openxmlformats.org/drawingml/2006/main">
            <a:r>
              <a:t>S09</a:t>
            </a:r>
          </a:p>
          <a:p xmlns:a="http://schemas.openxmlformats.org/drawingml/2006/main">
            <a:r>
              <a:t/>
            </a:r>
          </a:p>
          <a:p xmlns:a="http://schemas.openxmlformats.org/drawingml/2006/main">
            <a:r>
              <a:t>**Working Title:**</a:t>
            </a:r>
          </a:p>
          <a:p xmlns:a="http://schemas.openxmlformats.org/drawingml/2006/main">
            <a:r>
              <a:t>Chatbot에 이 자료를 직접 전달한다면?</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xmlns:a="http://schemas.openxmlformats.org/drawingml/2006/main">
            <a:r>
              <a:t/>
            </a:r>
          </a:p>
          <a:p xmlns:a="http://schemas.openxmlformats.org/drawingml/2006/main">
            <a:r>
              <a:t>**Opening Question:**</a:t>
            </a:r>
          </a:p>
          <a:p xmlns:a="http://schemas.openxmlformats.org/drawingml/2006/main">
            <a:r>
              <a:t>“답을 받기 전에 누가 필요한 자료를 찾아 골라 전달하나요?”</a:t>
            </a:r>
          </a:p>
          <a:p xmlns:a="http://schemas.openxmlformats.org/drawingml/2006/main">
            <a:r>
              <a:t/>
            </a:r>
          </a:p>
          <a:p xmlns:a="http://schemas.openxmlformats.org/drawingml/2006/main">
            <a:r>
              <a:t>**Speaker Flow:**</a:t>
            </a:r>
          </a:p>
          <a:p xmlns:a="http://schemas.openxmlformats.org/drawingml/2006/main">
            <a:r>
              <a:t>1. (0:00–0:30 / Lecture) S08의 같은 다섯 자료를 유지하되, 사람이 직접 골라 대화창에 첨부하는 방식이라는 가정을 읽는다. 모든 Chatbot 기능을 정의하거나 실제 비교한 결과가 아니다.</a:t>
            </a:r>
          </a:p>
          <a:p xmlns:a="http://schemas.openxmlformats.org/drawingml/2006/main">
            <a:r>
              <a:t>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xmlns:a="http://schemas.openxmlformats.org/drawingml/2006/main">
            <a:r>
              <a:t>3. (1:30–2:00 / Lecture) 답을 받기 전 관련 자료를 찾아 연결하는 일이 있다는 메시지만 회수한다. 같은 위치·자료 카드를 유지한 다음 S10에서 수집 주체가 달라지는 것을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a:t>
            </a:r>
          </a:p>
          <a:p xmlns:a="http://schemas.openxmlformats.org/drawingml/2006/main">
            <a:r>
              <a:t/>
            </a:r>
          </a:p>
          <a:p xmlns:a="http://schemas.openxmlformats.org/drawingml/2006/main">
            <a:r>
              <a:t>**Claim Boundary:**</a:t>
            </a:r>
          </a:p>
          <a:p xmlns:a="http://schemas.openxmlformats.org/drawingml/2006/main">
            <a:r>
              <a:t>TEACHING MODEL — 실제 Chatbot 비교 실행·성능·불가능성 주장이 아니다. 환경 로그·권한 정보까지 전달하면 원인 분석 단서도 전달된다.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답변 전에도 사람이 관련 자료를 찾아 연결하는 일이 있음을 본다.</a:t>
            </a:r>
          </a:p>
          <a:p xmlns:a="http://schemas.openxmlformats.org/drawingml/2006/main">
            <a:r>
              <a:t/>
            </a:r>
          </a:p>
          <a:p xmlns:a="http://schemas.openxmlformats.org/drawingml/2006/main">
            <a:r>
              <a:t>**Advanced Insight:**</a:t>
            </a:r>
          </a:p>
          <a:p xmlns:a="http://schemas.openxmlformats.org/drawingml/2006/main">
            <a:r>
              <a:t>정보가 전달되지 않은 상태와 도구의 문제 해결 능력을 구분한다.</a:t>
            </a:r>
          </a:p>
          <a:p xmlns:a="http://schemas.openxmlformats.org/drawingml/2006/main">
            <a:r>
              <a:t/>
            </a:r>
          </a:p>
          <a:p xmlns:a="http://schemas.openxmlformats.org/drawingml/2006/main">
            <a:r>
              <a:t>**C++ Vision Bridge:**</a:t>
            </a:r>
          </a:p>
          <a:p xmlns:a="http://schemas.openxmlformats.org/drawingml/2006/main">
            <a:r>
              <a:t>Contextual cue — 큰 저장소에서 필요한 자료를 찾는 상황에만 연결한다.</a:t>
            </a:r>
          </a:p>
          <a:p xmlns:a="http://schemas.openxmlformats.org/drawingml/2006/main">
            <a:r>
              <a:t/>
            </a:r>
          </a:p>
          <a:p xmlns:a="http://schemas.openxmlformats.org/drawingml/2006/main">
            <a:r>
              <a:t>**Demo Operation:**</a:t>
            </a:r>
          </a:p>
          <a:p xmlns:a="http://schemas.openxmlformats.org/drawingml/2006/main">
            <a:r>
              <a:t>S08의 같은 다섯 자료 이름·색을 왼쪽에 유지하고 사람의 찾기/선택/전달을 거쳐 교육용 대화창으로 들어가는 흐름으로 보여준다. 누락된 자료를 도구 능력 부족으로 표현하지 않는다. 정적 경로 production/ACT_0.pptx의 S09 / production/preview/act0/S09.png.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“방금 본 Agent 조사에서는, 이 자료를 찾고 연결하는 일을 일부 맡겼습니다.”</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production/preview/full/S09.png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Agent가 자료를 직접 찾아 연결했다</a:t>
            </a:r>
          </a:p>
          <a:p xmlns:a="http://schemas.openxmlformats.org/drawingml/2006/main">
            <a:r>
              <a:t/>
            </a:r>
          </a:p>
          <a:p xmlns:a="http://schemas.openxmlformats.org/drawingml/2006/main">
            <a:r>
              <a:t>**Slide ID:**</a:t>
            </a:r>
          </a:p>
          <a:p xmlns:a="http://schemas.openxmlformats.org/drawingml/2006/main">
            <a:r>
              <a:t>S10</a:t>
            </a:r>
          </a:p>
          <a:p xmlns:a="http://schemas.openxmlformats.org/drawingml/2006/main">
            <a:r>
              <a:t/>
            </a:r>
          </a:p>
          <a:p xmlns:a="http://schemas.openxmlformats.org/drawingml/2006/main">
            <a:r>
              <a:t>**Working Title:**</a:t>
            </a:r>
          </a:p>
          <a:p xmlns:a="http://schemas.openxmlformats.org/drawingml/2006/main">
            <a:r>
              <a:t>Agent가 자료를 직접 찾아 연결했다</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TRIAL-001에서 Agent가 허용된 파일·도구 범위의 테스트·코드·명세·실행 결과를 조사하고 Crop 원인과 실행 제한을 구분했다. 목표·검토 책임은 사람에게 남으며 접근 전 승인된 도구·계정·자료·권한 범위를 확인한다.</a:t>
            </a:r>
          </a:p>
          <a:p xmlns:a="http://schemas.openxmlformats.org/drawingml/2006/main">
            <a:r>
              <a:t/>
            </a:r>
          </a:p>
          <a:p xmlns:a="http://schemas.openxmlformats.org/drawingml/2006/main">
            <a:r>
              <a:t>**Opening Question:**</a:t>
            </a:r>
          </a:p>
          <a:p xmlns:a="http://schemas.openxmlformats.org/drawingml/2006/main">
            <a:r>
              <a:t>“방금 Agent는 허용된 환경에서 어떤 자료를 직접 찾아 연결했나요?”</a:t>
            </a:r>
          </a:p>
          <a:p xmlns:a="http://schemas.openxmlformats.org/drawingml/2006/main">
            <a:r>
              <a:t/>
            </a:r>
          </a:p>
          <a:p xmlns:a="http://schemas.openxmlformats.org/drawingml/2006/main">
            <a:r>
              <a:t>**Speaker Flow:**</a:t>
            </a:r>
          </a:p>
          <a:p xmlns:a="http://schemas.openxmlformats.org/drawingml/2006/main">
            <a:r>
              <a:t>1. (0:00–0:30 / Lecture) S09의 같은 다섯 자료와 배치를 가리킨다. 가운데 주체가 사람의 선택·전달에서 Agent의 허용된 조사로 바뀌고 오른쪽은 관찰된 조사 내용이다. 새 제품 실행이 아니다.</a:t>
            </a:r>
          </a:p>
          <a:p xmlns:a="http://schemas.openxmlformats.org/drawingml/2006/main">
            <a:r>
              <a:t>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xmlns:a="http://schemas.openxmlformats.org/drawingml/2006/main">
            <a:r>
              <a:t>3. (1:10–1:50 / Lecture) 화면 하단의 접근 전 승인된 도구·계정·자료·권한 확인을 짚는다. Repository 접근과 실제 도구/실행 권한은 별개다. 조직의 실제 허용·금지 목록이나 제품 보안 보장을 새로 확정하지 않는다.</a:t>
            </a:r>
          </a:p>
          <a:p xmlns:a="http://schemas.openxmlformats.org/drawingml/2006/main">
            <a:r>
              <a:t>4. (1:50–2:00 / Lecture) “이 교육에서는 어디에서 Repository를 열까요?”로 S11의 기존 Codex 진입 안내를 연다. Task 의도와 접근의 차이는 S12에 남긴다.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이전 S07 삽화의 파일/provenance는 prototype/image-illustration-pilot/assets/S07.png 및 PROMPTS.md에 보존한다. 현행 화면은 같은 자료·수집 주체·결과를 연결하는 Native 도식이며 과거 삽화를 실행 화면으로 재사용하지 않는다.</a:t>
            </a:r>
          </a:p>
          <a:p xmlns:a="http://schemas.openxmlformats.org/drawingml/2006/main">
            <a:r>
              <a:t/>
            </a:r>
          </a:p>
          <a:p xmlns:a="http://schemas.openxmlformats.org/drawingml/2006/main">
            <a:r>
              <a:t>**Claim Boundary:**</a:t>
            </a:r>
          </a:p>
          <a:p xmlns:a="http://schemas.openxmlformats.org/drawingml/2006/main">
            <a:r>
              <a:t>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관련 파일을 모두 직접 복사하기 전에 허용된 Repository 조사를 요청할 수 있음을 본다.</a:t>
            </a:r>
          </a:p>
          <a:p xmlns:a="http://schemas.openxmlformats.org/drawingml/2006/main">
            <a:r>
              <a:t/>
            </a:r>
          </a:p>
          <a:p xmlns:a="http://schemas.openxmlformats.org/drawingml/2006/main">
            <a:r>
              <a:t>**Advanced Insight:**</a:t>
            </a:r>
          </a:p>
          <a:p xmlns:a="http://schemas.openxmlformats.org/drawingml/2006/main">
            <a:r>
              <a:t>Context 수집 역할의 일부와 목표 설정·권한·수용 판단 책임을 분리한다.</a:t>
            </a:r>
          </a:p>
          <a:p xmlns:a="http://schemas.openxmlformats.org/drawingml/2006/main">
            <a:r>
              <a:t/>
            </a:r>
          </a:p>
          <a:p xmlns:a="http://schemas.openxmlformats.org/drawingml/2006/main">
            <a:r>
              <a:t>**C++ Vision Bridge:**</a:t>
            </a:r>
          </a:p>
          <a:p xmlns:a="http://schemas.openxmlformats.org/drawingml/2006/main">
            <a:r>
              <a:t>Contextual cue — 저장소의 모듈·테스트·명세 조사에만 연결한다.</a:t>
            </a:r>
          </a:p>
          <a:p xmlns:a="http://schemas.openxmlformats.org/drawingml/2006/main">
            <a:r>
              <a:t/>
            </a:r>
          </a:p>
          <a:p xmlns:a="http://schemas.openxmlformats.org/drawingml/2006/main">
            <a:r>
              <a:t>**Demo Operation:**</a:t>
            </a:r>
          </a:p>
          <a:p xmlns:a="http://schemas.openxmlformats.org/drawingml/2006/main">
            <a:r>
              <a:t>S09와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S10 / production/preview/act0/S10.png.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“그렇다면 이 교육에서는 어디에서 Repository를 열까요?”</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production/preview/full/S10.png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Repository 작업은 Codex에서 시작한다</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S12로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S12에 간다.</a:t>
            </a:r>
          </a:p>
          <a:p xmlns:a="http://schemas.openxmlformats.org/drawingml/2006/main">
            <a:r>
              <a:t/>
            </a:r>
          </a:p>
          <a:p xmlns:a="http://schemas.openxmlformats.org/drawingml/2006/main">
            <a:r>
              <a:t>Time Management: Lecture 1분. 메뉴 위치 15초, Codex 선택 15초, 허용 폴더 15초, 조사 요청·S12 연결 15초다. S09–S10에서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production/preview/act0/S11.png 또는 production/preview/full/S11.png의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S12로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Repository 접근과 Task 의도는 별개다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S11은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S13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S13의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정리·S13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S13으로 간다. Agent의 제안 가능성을 부정하지 않는다. 정적 경로는 production/preview/act0/S12.png 및 production/preview/full/S12.png이며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Repository를 보면 내가 원하는 것까지 알까?</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S12에서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S14의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S13 또는 production/preview/act0/S13.png의 동일 도식을 사용한다. 질문이 없으면 판정의 ?와 두 질문을 남긴 채 기존 Transition으로 S14에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b7f8b88fec04fa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cc791ba929d410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655b149fad142e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4ad662da9c7432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31b7488393e44f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4b99dc0f5b643a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8529E1C-7629-41FA-A2B1-F4C4DE7D04E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6B1BC80-7B67-4730-8744-C83083BBC6A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F1AC956-D375-41B5-9134-C3B13313045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566FECF-7A17-42E1-BBA8-A8B893C028E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725DF36-0584-46D1-AF85-21EA2AE4A3A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19E2726-3E0D-4737-861E-710E9F874D2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046B830-2C0D-4C54-AEE2-4D692D5C25F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65F60E8-4AAA-4799-8DBE-A2A34D4C5FC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F4F69E8-65DC-49E2-9848-9E36F78D3C7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C07741F-AC6B-46F3-86B4-E856354BD33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9fe54448ab4402f" /><Relationship Type="http://schemas.openxmlformats.org/officeDocument/2006/relationships/slideLayout" Target="/ppt/slideLayouts/slideLayout1.xml" Id="R42d0cc1845ae4f4f" /><Relationship Type="http://schemas.openxmlformats.org/officeDocument/2006/relationships/slideLayout" Target="/ppt/slideLayouts/slideLayout2.xml" Id="R97190c90aa7d4324" /><Relationship Type="http://schemas.openxmlformats.org/officeDocument/2006/relationships/slideLayout" Target="/ppt/slideLayouts/slideLayout3.xml" Id="R7a69a4ef9da5431f" /><Relationship Type="http://schemas.openxmlformats.org/officeDocument/2006/relationships/slideLayout" Target="/ppt/slideLayouts/slideLayout4.xml" Id="R01d15ddceae54c4e" /><Relationship Type="http://schemas.openxmlformats.org/officeDocument/2006/relationships/slideLayout" Target="/ppt/slideLayouts/slideLayout5.xml" Id="R515d6ddebad04068" /><Relationship Type="http://schemas.openxmlformats.org/officeDocument/2006/relationships/slideLayout" Target="/ppt/slideLayouts/slideLayout6.xml" Id="Rb27b4182983e49e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2d0cc1845ae4f4f"/>
    <p:sldLayoutId xmlns:r="http://schemas.openxmlformats.org/officeDocument/2006/relationships" id="2147483650" r:id="R97190c90aa7d4324"/>
    <p:sldLayoutId xmlns:r="http://schemas.openxmlformats.org/officeDocument/2006/relationships" id="2147483651" r:id="R7a69a4ef9da5431f"/>
    <p:sldLayoutId xmlns:r="http://schemas.openxmlformats.org/officeDocument/2006/relationships" id="2147483652" r:id="R01d15ddceae54c4e"/>
    <p:sldLayoutId xmlns:r="http://schemas.openxmlformats.org/officeDocument/2006/relationships" id="2147483653" r:id="R515d6ddebad04068"/>
    <p:sldLayoutId xmlns:r="http://schemas.openxmlformats.org/officeDocument/2006/relationships" id="2147483654" r:id="Rb27b4182983e49e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a0f9b0d25214366" /><Relationship Type="http://schemas.openxmlformats.org/officeDocument/2006/relationships/image" Target="/ppt/media/image.png" Id="R8f286b0ac15447b6" /><Relationship Type="http://schemas.openxmlformats.org/officeDocument/2006/relationships/notesSlide" Target="/ppt/notesSlides/notesSlide1.xml" Id="R0c35e8ae4fb549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e24f63ee0054897" /><Relationship Type="http://schemas.openxmlformats.org/officeDocument/2006/relationships/notesSlide" Target="/ppt/notesSlides/notesSlide2.xml" Id="R4784760244e349a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31e1420427347a1" /><Relationship Type="http://schemas.openxmlformats.org/officeDocument/2006/relationships/notesSlide" Target="/ppt/notesSlides/notesSlide3.xml" Id="R371e7bf111984cc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78ca1a7303a4641" /><Relationship Type="http://schemas.openxmlformats.org/officeDocument/2006/relationships/image" Target="/ppt/media/image2.png" Id="R6a1392c2a4da4dfa" /><Relationship Type="http://schemas.openxmlformats.org/officeDocument/2006/relationships/notesSlide" Target="/ppt/notesSlides/notesSlide4.xml" Id="R151689bc4c94403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3d682c10fe04b5c" /><Relationship Type="http://schemas.openxmlformats.org/officeDocument/2006/relationships/notesSlide" Target="/ppt/notesSlides/notesSlide5.xml" Id="R68b87e4e6953476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df908e8690846c7" /><Relationship Type="http://schemas.openxmlformats.org/officeDocument/2006/relationships/notesSlide" Target="/ppt/notesSlides/notesSlide6.xml" Id="R10f0e1c2a89f438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9c6c3f3880b4650" /><Relationship Type="http://schemas.openxmlformats.org/officeDocument/2006/relationships/notesSlide" Target="/ppt/notesSlides/notesSlide7.xml" Id="R39fa824f0eae48a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c80bf6f60564bb3" /><Relationship Type="http://schemas.openxmlformats.org/officeDocument/2006/relationships/notesSlide" Target="/ppt/notesSlides/notesSlide8.xml" Id="R0343233f7e81498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16b0815116440d1" /><Relationship Type="http://schemas.openxmlformats.org/officeDocument/2006/relationships/notesSlide" Target="/ppt/notesSlides/notesSlide9.xml" Id="Rac3ca027f8e1413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d63617225d2449b" /><Relationship Type="http://schemas.openxmlformats.org/officeDocument/2006/relationships/notesSlide" Target="/ppt/notesSlides/notesSlide10.xml" Id="R1756a64b1f19458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42cc85449ed4a2f" /><Relationship Type="http://schemas.openxmlformats.org/officeDocument/2006/relationships/notesSlide" Target="/ppt/notesSlides/notesSlide11.xml" Id="R3b2d97a8e52b4df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646bc9e9c55543f9" /><Relationship Type="http://schemas.openxmlformats.org/officeDocument/2006/relationships/image" Target="/ppt/media/image3.png" Id="R7460a3a85fdf4b54" /><Relationship Type="http://schemas.openxmlformats.org/officeDocument/2006/relationships/image" Target="/ppt/media/image4.png" Id="R5a576aaa36f94794" /><Relationship Type="http://schemas.openxmlformats.org/officeDocument/2006/relationships/image" Target="/ppt/media/image5.png" Id="R1d78430758bf4881" /><Relationship Type="http://schemas.openxmlformats.org/officeDocument/2006/relationships/notesSlide" Target="/ppt/notesSlides/notesSlide12.xml" Id="R12abb2221bf842d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3ada56a34bd45b0" /><Relationship Type="http://schemas.openxmlformats.org/officeDocument/2006/relationships/notesSlide" Target="/ppt/notesSlides/notesSlide13.xml" Id="R9ae655ad7a274dd2"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932D7208-A1DB-4F89-84F0-CA6B800870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0B940792-64F0-409C-8826-76BBC7C5255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F59DC35C-401D-4658-AE2E-B44998FB2D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7654EBB3-8A2F-4D29-8519-59516DD638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DD8605E7-F5EE-49D5-AFC4-467C2024FD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A3C72848-838C-4320-88B1-98253DABEE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90526278-9B48-409E-ABAB-5CBDDE10DBC6}"/>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1CB660B3-36EA-4F49-A8F5-9AAA5AE82BC2}"/>
              </a:ext>
            </a:extLst>
          </p:cNvPr>
          <p:cNvPicPr>
            <a:picLocks xmlns:a="http://schemas.openxmlformats.org/drawingml/2006/main" noChangeAspect="1"/>
          </p:cNvPicPr>
          <p:nvPr/>
        </p:nvPicPr>
        <p:blipFill>
          <a:blip xmlns:r="http://schemas.openxmlformats.org/officeDocument/2006/relationships" xmlns:a="http://schemas.openxmlformats.org/drawingml/2006/main" r:embed="R8f286b0ac15447b6"/>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F527B6A6-3DA3-4F05-AFE3-1C470AA6BB62}"/>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27A29C5F-A898-436B-96F2-580DA0B52797}"/>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72A95BEB-A9C3-4F6C-BBA3-6BE18B45E729}"/>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AB673D29-83BB-408B-AB3B-2AC646D3A9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580289154"/>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B11C9415-8BFB-460D-B9DD-64E8D5DE66C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E80207AE-47BA-48CA-9558-FF26EEE67D8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0B893FA8-BF74-45DC-885F-65523A5A46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A18B027E-B669-49F3-BB66-0A7C0EB00DF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74988231-487A-4787-BD71-174E2E3B00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71F9E414-8D43-4332-A165-A9D8790ED7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7E01D221-E00C-4870-9E4B-5AFA96D0AC7D}"/>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7A5A2B8B-758D-4B27-AB23-F4268B24F2E2}"/>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19A7FE48-6A72-41F7-A998-F8614540BCA7}"/>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F299CE62-F86D-4C80-A27D-E4388AE65926}"/>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1E2A129-BE16-442F-A5A3-C40B9A7D95B8}"/>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883C42E3-8587-46A7-A840-10728F748716}"/>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5FFEAE32-5BA4-4BC7-8823-47E5F8F4AF75}"/>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10723614-A70B-4224-A11A-8C8E76D282CA}"/>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F3827F47-6627-4CBE-AC7F-14EB97511EB1}"/>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3413BF36-ABAB-4997-A073-BA7748E424DD}"/>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358BE110-D450-4C82-8AFA-DCE3A73CC71B}"/>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81091DA8-73AD-4687-8D6E-1F33E4A4547C}"/>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075A8DB5-EB76-4BF2-A3F9-232D1D9CE1BF}"/>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E267C4BC-5421-4BD2-A52F-2DFB09A34DB3}"/>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DF94BCBC-B854-4061-BD60-5664E46EAF1E}"/>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6769AF12-0CFC-43C0-94DD-778C7620C7B1}"/>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EC5BB1A6-719B-41AC-B79E-B57783465BA8}"/>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6CB676F6-DA9D-43FF-9379-6FF3DD17BE3F}"/>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04B90CED-2E6F-4603-9B7D-4E27B1B528AD}"/>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6205D7A6-5F51-4477-9212-26CF9E9EB8B1}"/>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8401EEDC-524F-4F49-A402-9211C1766996}"/>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32C2FC64-A077-4D91-B668-D56740184235}"/>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FE8DCA10-5433-4B9A-A8DD-476557B890EA}"/>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CFA318D7-0ED8-4F88-AB51-B790568FF0F4}"/>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6F55DAD5-D51A-466C-8AAA-F571C8183FC4}"/>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3C3DB5D2-610E-49EB-B31E-B37032F62697}"/>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0C225F0A-C43B-4FE9-A842-D1FEA32C0AC1}"/>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38E6C742-F889-4B52-BE52-E8516C21B424}"/>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7DE5F85F-6F1E-4A69-8B16-CBE4638A95E1}"/>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399ED2FB-7102-4372-ABBF-969F22219B8C}"/>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4EF9224B-7E95-418E-9CD2-652916C73ECF}"/>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0B9D4CC1-8F06-43A9-8B00-FAFEBAF04F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112281598"/>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CEB7DCB1-8CF3-4B98-808E-CA3B3FDDBF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47DD3DB4-0547-47B2-B0D2-902CD66FD1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97EFE5C1-BE91-4B6C-9FA2-947B55C3C8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2295B2A8-DFEC-46DF-A8C3-3B5C554B98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CF650C75-4212-4579-98F1-86BBCA62B8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972C8569-9F82-455E-A61F-8951CFECAD7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4B66512F-61F5-4A80-B634-EE9F36B42111}"/>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2AB57BE8-4C0E-4FE4-AB14-58AE72AFDAB5}"/>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D6C12DA5-C7AD-4B7F-997E-5AFEDC6B54CE}"/>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D97E9B5D-DDB3-4C78-AC6A-BD2A12052D51}"/>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85653E99-8F55-4353-9456-3026A0B6E83A}"/>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1BA5E7D9-53CE-4F25-9815-7DDFA8252162}"/>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BDD7B992-A1AD-41B5-8F01-3AFBED2F0AE1}"/>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3A3648EC-45F8-4046-A895-0199BB0736DA}"/>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DC123F92-B85B-454E-808D-B426A72712D7}"/>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E3F0BF1A-1C17-4C52-B262-DC279138EF97}"/>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BA416AFB-DA88-421C-8E0E-DEB92C201172}"/>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3A26C189-41BB-4B2B-98A2-C78D0D17BEAA}"/>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4D497EFA-4774-48A6-841D-2C0957E1188D}"/>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715666B4-718B-43F1-B503-3F93050A513C}"/>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0B476A02-9851-4694-9072-4F7412E9F585}"/>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339C2C91-6B11-441D-BEDB-1FCA5C7D4D8C}"/>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1BC09C3C-914E-4D62-9937-3BA323F21FA0}"/>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6BE66671-D421-4F46-BCD6-D5C49637597C}"/>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23162B34-3189-416D-B48F-9DD1AE659096}"/>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5375DA06-95B0-4EC7-82EF-04A2D5B82F07}"/>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A0F92EE9-2F72-4E0F-8242-F0ABB0C5EB92}"/>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4DCD8ACA-C139-45E9-B833-27E19F59873F}"/>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7042EF33-A0E0-4CEB-B6BD-796B719D2A01}"/>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D3832B48-59BB-4B14-B630-4AF72C2F9558}"/>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EFF1FF87-80CA-4BE1-AB4A-815B8DE43FDF}"/>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086A6FC0-4792-4A91-B7C7-7FFEA9751EE2}"/>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553A8C5D-F8BF-4019-9BF0-8A01EEE425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708363250"/>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A1226BE1-B891-40BA-8E94-37133F0D42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3BE045E3-E33D-4F1A-8688-3BF2B40F93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6D7AA469-873C-402B-9554-DC1CAA39CB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343F8320-DAFD-41A4-9AE0-5192C58CDF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33766C7B-1EBC-4D60-9DCA-BA5321A9FA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443F8E0F-67AD-477B-9E7B-E0D90EBA23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324D3F44-8630-43F7-B42A-86F58A3C8417}"/>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7A2FDAA2-551E-48C8-B760-2906DF552735}"/>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C2A460DB-75D7-479D-9E7A-EF2D89AD3ECB}"/>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389B29CF-3E1E-44CD-9C0D-CE45D7F5A901}"/>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C429F0EA-0A86-4E42-8627-F9B7E0BBDE61}"/>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F94B78F3-375C-44D2-95A3-B3D61D44B87A}"/>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400CDA89-99A3-42A6-A78A-CC29F71FB977}"/>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77EE2B5E-4B31-4A60-B6D5-BF42F63CC3D9}"/>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3145B4C9-7CEE-483F-AF9B-ABA671C11F5F}"/>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608C886E-A0E6-4D47-A877-246749C80494}"/>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DBF373C2-7A6F-444E-A52C-AFA9B0AC3CD4}"/>
              </a:ext>
            </a:extLst>
          </p:cNvPr>
          <p:cNvPicPr>
            <a:picLocks xmlns:a="http://schemas.openxmlformats.org/drawingml/2006/main" noChangeAspect="1"/>
          </p:cNvPicPr>
          <p:nvPr/>
        </p:nvPicPr>
        <p:blipFill>
          <a:blip xmlns:r="http://schemas.openxmlformats.org/officeDocument/2006/relationships" xmlns:a="http://schemas.openxmlformats.org/drawingml/2006/main" r:embed="R6a1392c2a4da4dfa"/>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1446F2F0-22EB-44E9-B0B6-451160CAA7BE}"/>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D4AF5D36-D952-45BD-ADC2-EBD423091F2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60784777"/>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591F6845-1901-4600-A402-9DAF014DFE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5">
            <a:extLst xmlns:a="http://schemas.openxmlformats.org/drawingml/2006/main">
              <a:ext uri="{FF2B5EF4-FFF2-40B4-BE49-F238E27FC236}">
                <a16:creationId xmlns:a16="http://schemas.microsoft.com/office/drawing/2014/main" id="{7FF86647-DBC4-45F2-90A1-80844078CD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Crop은 기대한 폭보다 한 열을 더 포함했다">
            <a:extLst xmlns:a="http://schemas.openxmlformats.org/drawingml/2006/main">
              <a:ext uri="{FF2B5EF4-FFF2-40B4-BE49-F238E27FC236}">
                <a16:creationId xmlns:a16="http://schemas.microsoft.com/office/drawing/2014/main" id="{77BA857D-F28E-404B-8BCF-710BBD7009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B7705ADD-24D1-4621-962B-58D1473209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STATE-00 테스트·소스의 첫 행을 발췌한 재구성 · CLI 0.154.0">
            <a:extLst xmlns:a="http://schemas.openxmlformats.org/drawingml/2006/main">
              <a:ext uri="{FF2B5EF4-FFF2-40B4-BE49-F238E27FC236}">
                <a16:creationId xmlns:a16="http://schemas.microsoft.com/office/drawing/2014/main" id="{23427D77-5441-49F2-8483-E12E0DE5FF2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STATE-00 테스트·소스의 첫 행을 발췌한 재구성 · CLI 0.154.0</a:t>
            </a:r>
          </a:p>
        </p:txBody>
      </p:sp>
      <p:sp>
        <p:nvSpPr>
          <p:cNvPr id="6" name="실제 실행 Screenshot 아님 · 코드 수정 없음 · C++ 할당·capacity·버퍼 오버런 사례 아">
            <a:extLst xmlns:a="http://schemas.openxmlformats.org/drawingml/2006/main">
              <a:ext uri="{FF2B5EF4-FFF2-40B4-BE49-F238E27FC236}">
                <a16:creationId xmlns:a16="http://schemas.microsoft.com/office/drawing/2014/main" id="{D4A9A38C-99EF-4976-9C44-B3E0652113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Screenshot 아님 · 코드 수정 없음 · C++ 할당·capacity·버퍼 오버런 사례 아님</a:t>
            </a:r>
          </a:p>
        </p:txBody>
      </p:sp>
      <p:sp>
        <p:nvSpPr>
          <p:cNvPr id="7" name="crop(image, 1, 3) · 명세는 끝 좌표 3을 제외">
            <a:extLst xmlns:a="http://schemas.openxmlformats.org/drawingml/2006/main">
              <a:ext uri="{FF2B5EF4-FFF2-40B4-BE49-F238E27FC236}">
                <a16:creationId xmlns:a16="http://schemas.microsoft.com/office/drawing/2014/main" id="{8A91D0AA-906A-44FA-825C-A36D661BD599}"/>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6D36F92E-F590-4ECD-8002-FF91BF51C70A}"/>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1A4785B3-FD20-443A-885B-0D4971B3B6C7}"/>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4868CC7C-76A1-4494-B05A-6ACB2E3DFD05}"/>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9719FB61-0074-4841-8FA9-97AB9A983329}"/>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DCB1E35C-3729-463C-AEEE-0DF621E86058}"/>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0E4738C0-2744-44B9-AE82-78B8919AA901}"/>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6F2B6A48-DFEA-45B4-A418-9B615EC2B1B6}"/>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6B50BA01-9EA9-45AC-8228-EEA8883179B6}"/>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9B85355E-C120-4CCB-BFB9-7EAE217DC5A7}"/>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D228990A-8239-43B2-923B-9A0183298CB8}"/>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130EE844-ADC5-4833-B706-2D40D3ABDB15}"/>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721A603F-3B5B-4108-AA2F-12BB735CEDF8}"/>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859ACE00-818B-4495-9A05-A59BB92FD060}"/>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D7BB0D04-FE67-4CF6-8217-3C5F4374ADFA}"/>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A3485839-8942-45AC-B33F-7F42D77E3C78}"/>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5EF2C256-2105-4252-A53E-9D000FF5D84C}"/>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B8A8CA9F-FFC6-4251-88A8-EB3ACC53CF0A}"/>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047FF976-B263-40D4-9CE6-44EA434AD184}"/>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86531DC5-C1EB-4896-86EE-E239B905D015}"/>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347688AD-D7F7-43DF-83E1-079C2FC1C869}"/>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2C011DE3-3032-495C-B17C-3BF73C7378F4}"/>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D9CEE4E5-59A9-41C8-857E-AF0C568952F2}"/>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44A5C0EB-C2C4-4940-AA21-DC3FEE79191F}"/>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F055F12E-2812-4EA1-BE2B-66D61187D1E7}"/>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53062811-35ED-462B-A9E7-60BE78181C1F}"/>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8CB03466-CACE-4BF1-9B9C-C438D22824FB}"/>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6207E65E-8AF2-4B5C-B02B-4662BD5A94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27182235"/>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07222E5A-6704-45D4-B77A-CE78C7578A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6">
            <a:extLst xmlns:a="http://schemas.openxmlformats.org/drawingml/2006/main">
              <a:ext uri="{FF2B5EF4-FFF2-40B4-BE49-F238E27FC236}">
                <a16:creationId xmlns:a16="http://schemas.microsoft.com/office/drawing/2014/main" id="{1DB93BFF-72CD-4001-81A1-5E70BA0EEF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테스트·명세·구현을 연결해 원인을 설명했다">
            <a:extLst xmlns:a="http://schemas.openxmlformats.org/drawingml/2006/main">
              <a:ext uri="{FF2B5EF4-FFF2-40B4-BE49-F238E27FC236}">
                <a16:creationId xmlns:a16="http://schemas.microsoft.com/office/drawing/2014/main" id="{775DA263-F5B5-4AF1-9DBA-5B39EF5B34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F46C5666-7992-4353-AE01-B18AA6853B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발견한 테스트·명세·구현의 관계를 재구성 · Codex CLI 0.154.0">
            <a:extLst xmlns:a="http://schemas.openxmlformats.org/drawingml/2006/main">
              <a:ext uri="{FF2B5EF4-FFF2-40B4-BE49-F238E27FC236}">
                <a16:creationId xmlns:a16="http://schemas.microsoft.com/office/drawing/2014/main" id="{2FCA1101-8E08-43C5-B74B-D038DDB9F58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발견한 테스트·명세·구현의 관계를 재구성 · Codex CLI 0.154.0</a:t>
            </a:r>
          </a:p>
        </p:txBody>
      </p:sp>
      <p:sp>
        <p:nvSpPr>
          <p:cNvPr id="6" name="자료 관계도이며 Agent의 시간순 접근 로그가 아님 · README에도 결함 안내가 있었음 · 코드 수정 ">
            <a:extLst xmlns:a="http://schemas.openxmlformats.org/drawingml/2006/main">
              <a:ext uri="{FF2B5EF4-FFF2-40B4-BE49-F238E27FC236}">
                <a16:creationId xmlns:a16="http://schemas.microsoft.com/office/drawing/2014/main" id="{A2FF1821-0A7B-404C-96D9-8A4A490704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자료 관계도이며 Agent의 시간순 접근 로그가 아님 · README에도 결함 안내가 있었음 · 코드 수정 없음</a:t>
            </a:r>
          </a:p>
        </p:txBody>
      </p:sp>
      <p:sp>
        <p:nvSpPr>
          <p:cNvPr id="7" name="앞의 폭 2 / 폭 3 차이를 설명한 근거">
            <a:extLst xmlns:a="http://schemas.openxmlformats.org/drawingml/2006/main">
              <a:ext uri="{FF2B5EF4-FFF2-40B4-BE49-F238E27FC236}">
                <a16:creationId xmlns:a16="http://schemas.microsoft.com/office/drawing/2014/main" id="{1A7F813E-7C9B-4841-A830-2C8C617D68C7}"/>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27CF307B-6B1A-4E31-BCE1-C339F5F0264C}"/>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4615783D-7296-49F5-A55C-2C353F424790}"/>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596C408A-58E0-40FA-81C8-A4F56F128A41}"/>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7CA551CD-9AF1-450B-8469-FEA57EBA6F15}"/>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691C1D4A-D4B7-48C0-8432-D6C1402581B1}"/>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BA198DD4-BDBC-40FF-A125-168DE9E5680E}"/>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B726A16B-B17B-4AC7-8534-5F105C0FFF3A}"/>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E95DE7BA-33FE-4F7A-869B-BCECE387EF63}"/>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708A12ED-3CFD-4DE2-846D-E763B794657B}"/>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9943A2F0-3D47-45E4-B826-AF7A2B8A6DC0}"/>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E752DC59-A52D-482E-9D6B-67B1D22FCE49}"/>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6619FCDB-7A58-4969-9FA6-9E1E13BA8168}"/>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864D3A55-4A3B-4EFB-9195-9A2C0C3FBADC}"/>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265E70FD-140B-4984-8076-5B2A804EBB86}"/>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395A7D73-1164-414F-BE05-9C3F9D1438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35940091"/>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83E7E9F7-2A7C-4F8E-89F2-03A7A391F5E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7">
            <a:extLst xmlns:a="http://schemas.openxmlformats.org/drawingml/2006/main">
              <a:ext uri="{FF2B5EF4-FFF2-40B4-BE49-F238E27FC236}">
                <a16:creationId xmlns:a16="http://schemas.microsoft.com/office/drawing/2014/main" id="{F507A536-CAB0-40B4-91EE-DFD2C55642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D70774C9-DB9A-472D-9981-F8C0951344B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5275E711-253F-4325-B044-DF41F434D9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전체 테스트 기록의 실행 환경 제한 · Codex CLI 0.154.0">
            <a:extLst xmlns:a="http://schemas.openxmlformats.org/drawingml/2006/main">
              <a:ext uri="{FF2B5EF4-FFF2-40B4-BE49-F238E27FC236}">
                <a16:creationId xmlns:a16="http://schemas.microsoft.com/office/drawing/2014/main" id="{1479DA15-F4F2-4FB2-B86B-166DB67697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전체 테스트 기록의 실행 환경 제한 · Codex CLI 0.154.0</a:t>
            </a:r>
          </a:p>
        </p:txBody>
      </p:sp>
      <p:sp>
        <p:nvSpPr>
          <p:cNvPr id="6" name="Crop 결함과 별개 · 실행 제한을 관찰했으며 권한을 해제하거나 코드를 수정하지 않음">
            <a:extLst xmlns:a="http://schemas.openxmlformats.org/drawingml/2006/main">
              <a:ext uri="{FF2B5EF4-FFF2-40B4-BE49-F238E27FC236}">
                <a16:creationId xmlns:a16="http://schemas.microsoft.com/office/drawing/2014/main" id="{17E45F0C-DC2D-4A85-91E9-2AC930CF687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Crop 결함과 별개 · 실행 제한을 관찰했으며 권한을 해제하거나 코드를 수정하지 않음</a:t>
            </a:r>
          </a:p>
        </p:txBody>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B80E19E0-F3E9-4316-9AA1-717C9576AC9E}"/>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D73F9A18-BFF8-4260-A050-01F7C726A1CE}"/>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521CF062-F463-4524-84CD-EADB7DA2C85F}"/>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1AC46322-1398-472E-B34C-89A2C628566A}"/>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948982C8-CF76-4C61-AA32-A02897F7A62E}"/>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37625382-A2CE-4A46-821B-117D65EC3C25}"/>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B47433ED-77A0-4E74-9B6C-B063FF6958EC}"/>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441AF713-BC85-4F88-9DDB-F14118472E42}"/>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C742C462-1531-4723-BA51-27A34E74E214}"/>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C2A74AD-57F4-4B8A-BAC0-900CA9886634}"/>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7A8B607B-8F12-4C38-9D62-D83CE78CC7D3}"/>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01987094-06BB-4988-BDAB-A79758C49507}"/>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8E3B3FE7-3185-47E7-ACE1-EB332662A747}"/>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7974EB5F-C976-40A7-9CA0-C80573CB00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30213322"/>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375938A8-289A-4B6B-BB71-529B38BC45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8">
            <a:extLst xmlns:a="http://schemas.openxmlformats.org/drawingml/2006/main">
              <a:ext uri="{FF2B5EF4-FFF2-40B4-BE49-F238E27FC236}">
                <a16:creationId xmlns:a16="http://schemas.microsoft.com/office/drawing/2014/main" id="{6ECCDBFA-EA65-4D5E-AD2F-10C34941CA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D2DC3105-9C51-4A0D-8FA6-66A62BECCF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FA5C063A-752D-4DEA-8E7B-8CB58304A8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TRIAL-001에서 살펴본 정보를 묶은 교육용 도식">
            <a:extLst xmlns:a="http://schemas.openxmlformats.org/drawingml/2006/main">
              <a:ext uri="{FF2B5EF4-FFF2-40B4-BE49-F238E27FC236}">
                <a16:creationId xmlns:a16="http://schemas.microsoft.com/office/drawing/2014/main" id="{4F7D8014-5BC0-4FB2-A36C-F9C7D406388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TRIAL-001에서 살펴본 정보를 묶은 교육용 도식</a:t>
            </a:r>
          </a:p>
        </p:txBody>
      </p:sp>
      <p:sp>
        <p:nvSpPr>
          <p:cNvPr id="6" name="파일은 Repository에서, 실행 조건은 도구·권한에서 확인 · Repository 접근이 권한을 늘리지">
            <a:extLst xmlns:a="http://schemas.openxmlformats.org/drawingml/2006/main">
              <a:ext uri="{FF2B5EF4-FFF2-40B4-BE49-F238E27FC236}">
                <a16:creationId xmlns:a16="http://schemas.microsoft.com/office/drawing/2014/main" id="{74CA2811-FF88-4659-A7FF-99395D39C19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파일은 Repository에서, 실행 조건은 도구·권한에서 확인 · Repository 접근이 권한을 늘리지는 않음</a:t>
            </a:r>
          </a:p>
        </p:txBody>
      </p:sp>
      <p:sp>
        <p:nvSpPr>
          <p:cNvPr id="7" name="앞선 두 문제를 판단할 때, 무엇을 살펴봤을까?">
            <a:extLst xmlns:a="http://schemas.openxmlformats.org/drawingml/2006/main">
              <a:ext uri="{FF2B5EF4-FFF2-40B4-BE49-F238E27FC236}">
                <a16:creationId xmlns:a16="http://schemas.microsoft.com/office/drawing/2014/main" id="{7682E108-BE0F-4C5A-8E64-E8433E80FA9C}"/>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29A49E0A-C135-4322-962E-09AB537AF395}"/>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73436F1F-ADD4-443B-859D-9347BA39C1DC}"/>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12873147-E760-4649-9B74-7232B939F1CC}"/>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4F8177F9-58AF-4AFA-9533-E1AE074928A4}"/>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6875FDED-0AB3-4870-9C41-3E9A30D9B83E}"/>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0A21906B-7A88-4C59-8A79-D829B75D0340}"/>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EA5C203C-78BE-4374-AB62-F596929F2D6F}"/>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F3266FD2-A69C-431E-8A7A-5F35B40AB462}"/>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3077B637-7349-4029-A04A-3BCC08E29F46}"/>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6719DC2C-D96E-45F3-ABF7-F3BF48627107}"/>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2ECFB396-0F5F-4856-8050-6B058F60DF54}"/>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AC755A2E-9334-413A-8771-881655694581}"/>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113580FB-39A2-4C6C-91AD-1A33E01C356B}"/>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3866138D-EA9F-4DF1-98C1-D1D96253B8B0}"/>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942A240E-946C-4532-AA2E-C7D0D5AF18B9}"/>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C266E75F-1191-49CE-91A4-4FD864F5445F}"/>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691FBE14-48F0-4111-8606-FD9DC9BCDECB}"/>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C2A46576-DA0D-47D1-AB50-64AE6C37A7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70753888"/>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0 · 사람의 자료 선택·전달">
            <a:extLst xmlns:a="http://schemas.openxmlformats.org/drawingml/2006/main">
              <a:ext uri="{FF2B5EF4-FFF2-40B4-BE49-F238E27FC236}">
                <a16:creationId xmlns:a16="http://schemas.microsoft.com/office/drawing/2014/main" id="{DF98583C-6A72-4BC1-ACC7-D7BCE5B1767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09">
            <a:extLst xmlns:a="http://schemas.openxmlformats.org/drawingml/2006/main">
              <a:ext uri="{FF2B5EF4-FFF2-40B4-BE49-F238E27FC236}">
                <a16:creationId xmlns:a16="http://schemas.microsoft.com/office/drawing/2014/main" id="{054776AD-10A6-4EC6-8F5E-1EB7013ECEE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Chatbot에 이 자료를 직접 전달한다면?">
            <a:extLst xmlns:a="http://schemas.openxmlformats.org/drawingml/2006/main">
              <a:ext uri="{FF2B5EF4-FFF2-40B4-BE49-F238E27FC236}">
                <a16:creationId xmlns:a16="http://schemas.microsoft.com/office/drawing/2014/main" id="{F4744690-CD30-4C93-B0DE-8115F83FD9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1F163682-6A8B-4A59-91F1-1475573DD61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자료를 직접 선택·첨부하는 대화 방식의 가정">
            <a:extLst xmlns:a="http://schemas.openxmlformats.org/drawingml/2006/main">
              <a:ext uri="{FF2B5EF4-FFF2-40B4-BE49-F238E27FC236}">
                <a16:creationId xmlns:a16="http://schemas.microsoft.com/office/drawing/2014/main" id="{E08A656B-6BF7-400D-B4A8-07616AA2A2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자료를 직접 선택·첨부하는 대화 방식의 가정</a:t>
            </a:r>
          </a:p>
        </p:txBody>
      </p:sp>
      <p:sp>
        <p:nvSpPr>
          <p:cNvPr id="6" name="실제 Chatbot 비교 실행 아님 · 자료 전달 방식의 차이이며 제품 능력·효율 우위를 입증하지 않음">
            <a:extLst xmlns:a="http://schemas.openxmlformats.org/drawingml/2006/main">
              <a:ext uri="{FF2B5EF4-FFF2-40B4-BE49-F238E27FC236}">
                <a16:creationId xmlns:a16="http://schemas.microsoft.com/office/drawing/2014/main" id="{15035C85-4EA5-4937-81F3-8DE35341A3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Chatbot 비교 실행 아님 · 자료 전달 방식의 차이이며 제품 능력·효율 우위를 입증하지 않음</a:t>
            </a:r>
          </a:p>
        </p:txBody>
      </p:sp>
      <p:sp>
        <p:nvSpPr>
          <p:cNvPr id="7" name="답을 받기 전, 사람이 관련 자료를 찾아 전달하는 방식">
            <a:extLst xmlns:a="http://schemas.openxmlformats.org/drawingml/2006/main">
              <a:ext uri="{FF2B5EF4-FFF2-40B4-BE49-F238E27FC236}">
                <a16:creationId xmlns:a16="http://schemas.microsoft.com/office/drawing/2014/main" id="{201A7232-E7D9-4179-8676-D9B3BC11F17F}"/>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sp>
        <p:nvSpPr>
          <p:cNvPr id="8" name="필요한 정보">
            <a:extLst xmlns:a="http://schemas.openxmlformats.org/drawingml/2006/main">
              <a:ext uri="{FF2B5EF4-FFF2-40B4-BE49-F238E27FC236}">
                <a16:creationId xmlns:a16="http://schemas.microsoft.com/office/drawing/2014/main" id="{9F8AD096-1874-4900-BF20-95CDC08EC28A}"/>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9" name="">
            <a:extLst xmlns:a="http://schemas.openxmlformats.org/drawingml/2006/main">
              <a:ext uri="{FF2B5EF4-FFF2-40B4-BE49-F238E27FC236}">
                <a16:creationId xmlns:a16="http://schemas.microsoft.com/office/drawing/2014/main" id="{A3E364EF-BE5F-4025-99E3-9FCA1189E58D}"/>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실패 테스트">
            <a:extLst xmlns:a="http://schemas.openxmlformats.org/drawingml/2006/main">
              <a:ext uri="{FF2B5EF4-FFF2-40B4-BE49-F238E27FC236}">
                <a16:creationId xmlns:a16="http://schemas.microsoft.com/office/drawing/2014/main" id="{09B36F02-02F9-4C5E-B7D1-3C3E79586A6E}"/>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1" name="">
            <a:extLst xmlns:a="http://schemas.openxmlformats.org/drawingml/2006/main">
              <a:ext uri="{FF2B5EF4-FFF2-40B4-BE49-F238E27FC236}">
                <a16:creationId xmlns:a16="http://schemas.microsoft.com/office/drawing/2014/main" id="{1B7E3D53-2D62-4F6E-B3AD-09D3350AA18B}"/>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2" name="">
            <a:extLst xmlns:a="http://schemas.openxmlformats.org/drawingml/2006/main">
              <a:ext uri="{FF2B5EF4-FFF2-40B4-BE49-F238E27FC236}">
                <a16:creationId xmlns:a16="http://schemas.microsoft.com/office/drawing/2014/main" id="{A78F52C2-67DE-4030-9D77-2A6F69418D84}"/>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62A4905D-411F-45DF-AFDB-3F6EE168DBF9}"/>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4" name="">
            <a:extLst xmlns:a="http://schemas.openxmlformats.org/drawingml/2006/main">
              <a:ext uri="{FF2B5EF4-FFF2-40B4-BE49-F238E27FC236}">
                <a16:creationId xmlns:a16="http://schemas.microsoft.com/office/drawing/2014/main" id="{87A53E20-AA10-419C-A4AD-51D177732747}"/>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5" name="">
            <a:extLst xmlns:a="http://schemas.openxmlformats.org/drawingml/2006/main">
              <a:ext uri="{FF2B5EF4-FFF2-40B4-BE49-F238E27FC236}">
                <a16:creationId xmlns:a16="http://schemas.microsoft.com/office/drawing/2014/main" id="{D873553B-5D80-4CFE-86B0-32D58104C29D}"/>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구현·호출 관계">
            <a:extLst xmlns:a="http://schemas.openxmlformats.org/drawingml/2006/main">
              <a:ext uri="{FF2B5EF4-FFF2-40B4-BE49-F238E27FC236}">
                <a16:creationId xmlns:a16="http://schemas.microsoft.com/office/drawing/2014/main" id="{0411AC31-9ABF-41FB-B0B9-1AA1FF4F77A0}"/>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7" name="">
            <a:extLst xmlns:a="http://schemas.openxmlformats.org/drawingml/2006/main">
              <a:ext uri="{FF2B5EF4-FFF2-40B4-BE49-F238E27FC236}">
                <a16:creationId xmlns:a16="http://schemas.microsoft.com/office/drawing/2014/main" id="{B85279CB-2912-49AC-A608-BA3473C27F8E}"/>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8" name="">
            <a:extLst xmlns:a="http://schemas.openxmlformats.org/drawingml/2006/main">
              <a:ext uri="{FF2B5EF4-FFF2-40B4-BE49-F238E27FC236}">
                <a16:creationId xmlns:a16="http://schemas.microsoft.com/office/drawing/2014/main" id="{C1F9D6DE-F59D-4EBD-A5F8-8501DE4C3835}"/>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실행 로그">
            <a:extLst xmlns:a="http://schemas.openxmlformats.org/drawingml/2006/main">
              <a:ext uri="{FF2B5EF4-FFF2-40B4-BE49-F238E27FC236}">
                <a16:creationId xmlns:a16="http://schemas.microsoft.com/office/drawing/2014/main" id="{D4107A91-446A-4503-9EDD-458921C8BF80}"/>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0" name="">
            <a:extLst xmlns:a="http://schemas.openxmlformats.org/drawingml/2006/main">
              <a:ext uri="{FF2B5EF4-FFF2-40B4-BE49-F238E27FC236}">
                <a16:creationId xmlns:a16="http://schemas.microsoft.com/office/drawing/2014/main" id="{D1F7B603-1928-4FD5-9466-58EF6BC75038}"/>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1" name="">
            <a:extLst xmlns:a="http://schemas.openxmlformats.org/drawingml/2006/main">
              <a:ext uri="{FF2B5EF4-FFF2-40B4-BE49-F238E27FC236}">
                <a16:creationId xmlns:a16="http://schemas.microsoft.com/office/drawing/2014/main" id="{EF575B2E-B6B6-4714-9CE7-C8BC9AF7C6D6}"/>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2" name="읽기·쓰기 권한">
            <a:extLst xmlns:a="http://schemas.openxmlformats.org/drawingml/2006/main">
              <a:ext uri="{FF2B5EF4-FFF2-40B4-BE49-F238E27FC236}">
                <a16:creationId xmlns:a16="http://schemas.microsoft.com/office/drawing/2014/main" id="{C3089F23-DB73-4DF9-B305-59A678F2F290}"/>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3" name="">
            <a:extLst xmlns:a="http://schemas.openxmlformats.org/drawingml/2006/main">
              <a:ext uri="{FF2B5EF4-FFF2-40B4-BE49-F238E27FC236}">
                <a16:creationId xmlns:a16="http://schemas.microsoft.com/office/drawing/2014/main" id="{39AEA1F0-5EC7-4673-81C8-8F327BED1F5B}"/>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4" name="">
            <a:extLst xmlns:a="http://schemas.openxmlformats.org/drawingml/2006/main">
              <a:ext uri="{FF2B5EF4-FFF2-40B4-BE49-F238E27FC236}">
                <a16:creationId xmlns:a16="http://schemas.microsoft.com/office/drawing/2014/main" id="{43C52CD5-3A15-4A04-B92C-77BA1843EEB8}"/>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B76629F6-72A4-49D5-808B-772C19B0C08A}"/>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9939C410-2C2F-4AB4-9560-07C649D550D6}"/>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사람">
            <a:extLst xmlns:a="http://schemas.openxmlformats.org/drawingml/2006/main">
              <a:ext uri="{FF2B5EF4-FFF2-40B4-BE49-F238E27FC236}">
                <a16:creationId xmlns:a16="http://schemas.microsoft.com/office/drawing/2014/main" id="{F3F0D746-0912-414B-BCF2-3DCAAB4A0F6A}"/>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8" name="찾고 · 고르고 · 전달">
            <a:extLst xmlns:a="http://schemas.openxmlformats.org/drawingml/2006/main">
              <a:ext uri="{FF2B5EF4-FFF2-40B4-BE49-F238E27FC236}">
                <a16:creationId xmlns:a16="http://schemas.microsoft.com/office/drawing/2014/main" id="{CE994B7E-B51F-4CFC-90B7-19CE936E8B57}"/>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29" name="">
            <a:extLst xmlns:a="http://schemas.openxmlformats.org/drawingml/2006/main">
              <a:ext uri="{FF2B5EF4-FFF2-40B4-BE49-F238E27FC236}">
                <a16:creationId xmlns:a16="http://schemas.microsoft.com/office/drawing/2014/main" id="{62C1A5C5-FA63-467B-8325-06B4D6C551F4}"/>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0" name="">
            <a:extLst xmlns:a="http://schemas.openxmlformats.org/drawingml/2006/main">
              <a:ext uri="{FF2B5EF4-FFF2-40B4-BE49-F238E27FC236}">
                <a16:creationId xmlns:a16="http://schemas.microsoft.com/office/drawing/2014/main" id="{6DDA0549-3986-45CB-9D84-D6EB8E2291A9}"/>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대화창 · 교육용 가정">
            <a:extLst xmlns:a="http://schemas.openxmlformats.org/drawingml/2006/main">
              <a:ext uri="{FF2B5EF4-FFF2-40B4-BE49-F238E27FC236}">
                <a16:creationId xmlns:a16="http://schemas.microsoft.com/office/drawing/2014/main" id="{95058896-3FB4-4465-918B-B28388BBB141}"/>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2" name="">
            <a:extLst xmlns:a="http://schemas.openxmlformats.org/drawingml/2006/main">
              <a:ext uri="{FF2B5EF4-FFF2-40B4-BE49-F238E27FC236}">
                <a16:creationId xmlns:a16="http://schemas.microsoft.com/office/drawing/2014/main" id="{389C2D03-205A-493F-9545-F4F107FF4773}"/>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찾아 둔 자료와 질문을 전달&#10;코드 · 테스트 · 명세&#10;실행 로그 · 권한 정보">
            <a:extLst xmlns:a="http://schemas.openxmlformats.org/drawingml/2006/main">
              <a:ext uri="{FF2B5EF4-FFF2-40B4-BE49-F238E27FC236}">
                <a16:creationId xmlns:a16="http://schemas.microsoft.com/office/drawing/2014/main" id="{8C897404-7F83-4D0C-8FCE-4DA83A55019E}"/>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4" name="어떤 자료를 골라 연결할지, 답을 받기 전에 판단해야 한다">
            <a:extLst xmlns:a="http://schemas.openxmlformats.org/drawingml/2006/main">
              <a:ext uri="{FF2B5EF4-FFF2-40B4-BE49-F238E27FC236}">
                <a16:creationId xmlns:a16="http://schemas.microsoft.com/office/drawing/2014/main" id="{C3F8547D-9F80-4D44-A368-BE2B017AA0AC}"/>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5" name="Legacy module connection">
            <a:extLst xmlns:a="http://schemas.openxmlformats.org/drawingml/2006/main">
              <a:ext uri="{FF2B5EF4-FFF2-40B4-BE49-F238E27FC236}">
                <a16:creationId xmlns:a16="http://schemas.microsoft.com/office/drawing/2014/main" id="{FBE81C0C-22D0-42EF-8A96-E2B60817BFA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447079013"/>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0 · Agent의 허용된 조사">
            <a:extLst xmlns:a="http://schemas.openxmlformats.org/drawingml/2006/main">
              <a:ext uri="{FF2B5EF4-FFF2-40B4-BE49-F238E27FC236}">
                <a16:creationId xmlns:a16="http://schemas.microsoft.com/office/drawing/2014/main" id="{A0FEA483-1F6C-429D-93CE-5375E8FAF78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0">
            <a:extLst xmlns:a="http://schemas.openxmlformats.org/drawingml/2006/main">
              <a:ext uri="{FF2B5EF4-FFF2-40B4-BE49-F238E27FC236}">
                <a16:creationId xmlns:a16="http://schemas.microsoft.com/office/drawing/2014/main" id="{799DC664-5919-48C1-9C86-7A5A115A63E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Agent가 자료를 직접 찾아 연결했다">
            <a:extLst xmlns:a="http://schemas.openxmlformats.org/drawingml/2006/main">
              <a:ext uri="{FF2B5EF4-FFF2-40B4-BE49-F238E27FC236}">
                <a16:creationId xmlns:a16="http://schemas.microsoft.com/office/drawing/2014/main" id="{41324730-F104-40F3-BC0A-5CB7FCDDDC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5C7720A2-D9DD-4EB0-B8AA-CB0B26F097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단일 CLI 조사와 연결한 교육용 도식 · Codex CLI 0.154.0">
            <a:extLst xmlns:a="http://schemas.openxmlformats.org/drawingml/2006/main">
              <a:ext uri="{FF2B5EF4-FFF2-40B4-BE49-F238E27FC236}">
                <a16:creationId xmlns:a16="http://schemas.microsoft.com/office/drawing/2014/main" id="{DE957FAB-46C8-42F8-87D5-E70C03C07C4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단일 CLI 조사와 연결한 교육용 도식 · Codex CLI 0.154.0</a:t>
            </a:r>
          </a:p>
        </p:txBody>
      </p:sp>
      <p:sp>
        <p:nvSpPr>
          <p:cNvPr id="6" name="권한 제한을 해제하지 않음 · 목표·검토 책임은 개발자에게 남음 · 현재 Desktop 미검증">
            <a:extLst xmlns:a="http://schemas.openxmlformats.org/drawingml/2006/main">
              <a:ext uri="{FF2B5EF4-FFF2-40B4-BE49-F238E27FC236}">
                <a16:creationId xmlns:a16="http://schemas.microsoft.com/office/drawing/2014/main" id="{44BACB47-8C22-4474-A3E8-1936544B17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권한 제한을 해제하지 않음 · 목표·검토 책임은 개발자에게 남음 · 현재 Desktop 미검증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DA028799-DC76-4287-8F9E-8323F3FC552E}"/>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sp>
        <p:nvSpPr>
          <p:cNvPr id="8" name="필요한 정보">
            <a:extLst xmlns:a="http://schemas.openxmlformats.org/drawingml/2006/main">
              <a:ext uri="{FF2B5EF4-FFF2-40B4-BE49-F238E27FC236}">
                <a16:creationId xmlns:a16="http://schemas.microsoft.com/office/drawing/2014/main" id="{3346DCCC-ACF4-4AD6-B7E2-4612346D43E6}"/>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9" name="">
            <a:extLst xmlns:a="http://schemas.openxmlformats.org/drawingml/2006/main">
              <a:ext uri="{FF2B5EF4-FFF2-40B4-BE49-F238E27FC236}">
                <a16:creationId xmlns:a16="http://schemas.microsoft.com/office/drawing/2014/main" id="{2EDD21D9-A287-4DF9-962E-479D026A7441}"/>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실패 테스트">
            <a:extLst xmlns:a="http://schemas.openxmlformats.org/drawingml/2006/main">
              <a:ext uri="{FF2B5EF4-FFF2-40B4-BE49-F238E27FC236}">
                <a16:creationId xmlns:a16="http://schemas.microsoft.com/office/drawing/2014/main" id="{9D9CCA03-6D57-48D0-BEF6-4CC7898925C8}"/>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1" name="">
            <a:extLst xmlns:a="http://schemas.openxmlformats.org/drawingml/2006/main">
              <a:ext uri="{FF2B5EF4-FFF2-40B4-BE49-F238E27FC236}">
                <a16:creationId xmlns:a16="http://schemas.microsoft.com/office/drawing/2014/main" id="{42A42246-001F-471B-B092-AAE87345D121}"/>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2" name="">
            <a:extLst xmlns:a="http://schemas.openxmlformats.org/drawingml/2006/main">
              <a:ext uri="{FF2B5EF4-FFF2-40B4-BE49-F238E27FC236}">
                <a16:creationId xmlns:a16="http://schemas.microsoft.com/office/drawing/2014/main" id="{5B019103-BDB0-4F7F-8B07-DC53C3547E64}"/>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DFC3CE8F-01AF-46CA-8307-B33B82235515}"/>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4" name="">
            <a:extLst xmlns:a="http://schemas.openxmlformats.org/drawingml/2006/main">
              <a:ext uri="{FF2B5EF4-FFF2-40B4-BE49-F238E27FC236}">
                <a16:creationId xmlns:a16="http://schemas.microsoft.com/office/drawing/2014/main" id="{F4E7352F-848E-4B55-8CDF-1C7ED0AB0417}"/>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5" name="">
            <a:extLst xmlns:a="http://schemas.openxmlformats.org/drawingml/2006/main">
              <a:ext uri="{FF2B5EF4-FFF2-40B4-BE49-F238E27FC236}">
                <a16:creationId xmlns:a16="http://schemas.microsoft.com/office/drawing/2014/main" id="{1FFC92F2-A8E9-44AA-9024-AEEE99D1DCFF}"/>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구현·호출 관계">
            <a:extLst xmlns:a="http://schemas.openxmlformats.org/drawingml/2006/main">
              <a:ext uri="{FF2B5EF4-FFF2-40B4-BE49-F238E27FC236}">
                <a16:creationId xmlns:a16="http://schemas.microsoft.com/office/drawing/2014/main" id="{12551E60-2F42-4A47-8BA8-71AAB0D737AD}"/>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7" name="">
            <a:extLst xmlns:a="http://schemas.openxmlformats.org/drawingml/2006/main">
              <a:ext uri="{FF2B5EF4-FFF2-40B4-BE49-F238E27FC236}">
                <a16:creationId xmlns:a16="http://schemas.microsoft.com/office/drawing/2014/main" id="{1DF05FE9-CA57-43E7-AA69-AB1E17C6A2CF}"/>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8" name="">
            <a:extLst xmlns:a="http://schemas.openxmlformats.org/drawingml/2006/main">
              <a:ext uri="{FF2B5EF4-FFF2-40B4-BE49-F238E27FC236}">
                <a16:creationId xmlns:a16="http://schemas.microsoft.com/office/drawing/2014/main" id="{7F9455E0-0AF4-4534-B4B5-04EEE5D2662F}"/>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실행 로그">
            <a:extLst xmlns:a="http://schemas.openxmlformats.org/drawingml/2006/main">
              <a:ext uri="{FF2B5EF4-FFF2-40B4-BE49-F238E27FC236}">
                <a16:creationId xmlns:a16="http://schemas.microsoft.com/office/drawing/2014/main" id="{CC9650BA-3B0F-4AF8-878F-94355460A18F}"/>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0" name="">
            <a:extLst xmlns:a="http://schemas.openxmlformats.org/drawingml/2006/main">
              <a:ext uri="{FF2B5EF4-FFF2-40B4-BE49-F238E27FC236}">
                <a16:creationId xmlns:a16="http://schemas.microsoft.com/office/drawing/2014/main" id="{9123E44E-0566-4DDE-B667-8BF680B0A5A4}"/>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1" name="">
            <a:extLst xmlns:a="http://schemas.openxmlformats.org/drawingml/2006/main">
              <a:ext uri="{FF2B5EF4-FFF2-40B4-BE49-F238E27FC236}">
                <a16:creationId xmlns:a16="http://schemas.microsoft.com/office/drawing/2014/main" id="{098D1191-F46A-4C99-8680-1FCD66E31BFA}"/>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2" name="읽기·쓰기 권한">
            <a:extLst xmlns:a="http://schemas.openxmlformats.org/drawingml/2006/main">
              <a:ext uri="{FF2B5EF4-FFF2-40B4-BE49-F238E27FC236}">
                <a16:creationId xmlns:a16="http://schemas.microsoft.com/office/drawing/2014/main" id="{88BC8E56-987E-481E-B011-2BA00DD53E3A}"/>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3" name="">
            <a:extLst xmlns:a="http://schemas.openxmlformats.org/drawingml/2006/main">
              <a:ext uri="{FF2B5EF4-FFF2-40B4-BE49-F238E27FC236}">
                <a16:creationId xmlns:a16="http://schemas.microsoft.com/office/drawing/2014/main" id="{7E2F7D8F-7D4B-432A-9AD8-6F2A21661B5B}"/>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4" name="">
            <a:extLst xmlns:a="http://schemas.openxmlformats.org/drawingml/2006/main">
              <a:ext uri="{FF2B5EF4-FFF2-40B4-BE49-F238E27FC236}">
                <a16:creationId xmlns:a16="http://schemas.microsoft.com/office/drawing/2014/main" id="{59BABDE9-5BA3-483D-AA2C-0C49C63B25BE}"/>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65DBD6CD-832D-4A30-9E27-F00B402BC1FB}"/>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6" name="">
            <a:extLst xmlns:a="http://schemas.openxmlformats.org/drawingml/2006/main">
              <a:ext uri="{FF2B5EF4-FFF2-40B4-BE49-F238E27FC236}">
                <a16:creationId xmlns:a16="http://schemas.microsoft.com/office/drawing/2014/main" id="{36F97779-3D76-4CF0-86CC-7E1D65B6FEA9}"/>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Agent">
            <a:extLst xmlns:a="http://schemas.openxmlformats.org/drawingml/2006/main">
              <a:ext uri="{FF2B5EF4-FFF2-40B4-BE49-F238E27FC236}">
                <a16:creationId xmlns:a16="http://schemas.microsoft.com/office/drawing/2014/main" id="{B5820194-8843-43CE-93DF-2491D40AD37F}"/>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8" name="허용 범위에서 조사">
            <a:extLst xmlns:a="http://schemas.openxmlformats.org/drawingml/2006/main">
              <a:ext uri="{FF2B5EF4-FFF2-40B4-BE49-F238E27FC236}">
                <a16:creationId xmlns:a16="http://schemas.microsoft.com/office/drawing/2014/main" id="{2DB55039-60CE-4B01-BE71-425328763A07}"/>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29" name="">
            <a:extLst xmlns:a="http://schemas.openxmlformats.org/drawingml/2006/main">
              <a:ext uri="{FF2B5EF4-FFF2-40B4-BE49-F238E27FC236}">
                <a16:creationId xmlns:a16="http://schemas.microsoft.com/office/drawing/2014/main" id="{6FB762F1-C02E-4709-B798-E3E56D1DDF44}"/>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0" name="">
            <a:extLst xmlns:a="http://schemas.openxmlformats.org/drawingml/2006/main">
              <a:ext uri="{FF2B5EF4-FFF2-40B4-BE49-F238E27FC236}">
                <a16:creationId xmlns:a16="http://schemas.microsoft.com/office/drawing/2014/main" id="{D1719656-FA00-4213-9823-D42093D25E3C}"/>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관찰된 조사 내용">
            <a:extLst xmlns:a="http://schemas.openxmlformats.org/drawingml/2006/main">
              <a:ext uri="{FF2B5EF4-FFF2-40B4-BE49-F238E27FC236}">
                <a16:creationId xmlns:a16="http://schemas.microsoft.com/office/drawing/2014/main" id="{71FB0AA4-C3F8-4399-A1AF-89CF79E85880}"/>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2" name="">
            <a:extLst xmlns:a="http://schemas.openxmlformats.org/drawingml/2006/main">
              <a:ext uri="{FF2B5EF4-FFF2-40B4-BE49-F238E27FC236}">
                <a16:creationId xmlns:a16="http://schemas.microsoft.com/office/drawing/2014/main" id="{56407A50-3030-4473-BBA5-E916A103D6E4}"/>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실패 테스트 · 관련 코드&#10;Crop 명세와 구현 차이&#10;실행 중 권한 제한">
            <a:extLst xmlns:a="http://schemas.openxmlformats.org/drawingml/2006/main">
              <a:ext uri="{FF2B5EF4-FFF2-40B4-BE49-F238E27FC236}">
                <a16:creationId xmlns:a16="http://schemas.microsoft.com/office/drawing/2014/main" id="{10CFDEF8-65B3-46BD-8AAA-289647CAEBB5}"/>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4" name="접근 전: 승인된 도구·계정·자료·권한 범위를 확인한다">
            <a:extLst xmlns:a="http://schemas.openxmlformats.org/drawingml/2006/main">
              <a:ext uri="{FF2B5EF4-FFF2-40B4-BE49-F238E27FC236}">
                <a16:creationId xmlns:a16="http://schemas.microsoft.com/office/drawing/2014/main" id="{59F156ED-DC19-46EE-ACE7-CA0E97503E52}"/>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5" name="Legacy module connection">
            <a:extLst xmlns:a="http://schemas.openxmlformats.org/drawingml/2006/main">
              <a:ext uri="{FF2B5EF4-FFF2-40B4-BE49-F238E27FC236}">
                <a16:creationId xmlns:a16="http://schemas.microsoft.com/office/drawing/2014/main" id="{744A7169-9423-48A5-AA5E-3E07DCA185F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03796364"/>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917C9FF6-EC58-4A10-BD2C-8B452C02479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1">
            <a:extLst xmlns:a="http://schemas.openxmlformats.org/drawingml/2006/main">
              <a:ext uri="{FF2B5EF4-FFF2-40B4-BE49-F238E27FC236}">
                <a16:creationId xmlns:a16="http://schemas.microsoft.com/office/drawing/2014/main" id="{7A4ACDC9-E2C2-4CA0-85A2-606B1A51FB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Repository 작업은 Codex에서 시작한다">
            <a:extLst xmlns:a="http://schemas.openxmlformats.org/drawingml/2006/main">
              <a:ext uri="{FF2B5EF4-FFF2-40B4-BE49-F238E27FC236}">
                <a16:creationId xmlns:a16="http://schemas.microsoft.com/office/drawing/2014/main" id="{3DF2F3CC-6BB7-43E1-9F54-8F38EB840B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FF3B9C04-1C07-467D-90DA-33A61CFAC4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CA34AF45-1F0E-488A-909E-065FBED851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BB3C6663-F06B-4DB0-9E3E-2FBA21CE570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6F1E8046-EA20-4157-800E-D66DDA472621}"/>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6DA877A5-2AFC-4A1A-BED1-E29F3F70593C}"/>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558759AC-AF33-4C2E-8EB0-107AC0A7D641}"/>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D84F64C4-ED11-46F0-AA44-ADC54E9F3779}"/>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BEF089DD-F475-40F9-9085-4526770D1A0D}"/>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8ACE9200-4ACC-45AB-BA1C-899FDDB707A7}"/>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3B3BA098-979A-4B53-8B0A-4234B331E8B9}"/>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C61C6EF8-A45C-4102-982B-DDC1749DEE3D}"/>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3F23C5B8-F8A1-47A8-AD6E-1A650CEF6693}"/>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7FC2F121-FCCC-4D78-8E76-73D81DC7BD20}"/>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0564230B-252B-4DB7-A87C-42D88E8B73D1}"/>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85B5CC8-388C-4864-BDE9-3EBDC7D5C92E}"/>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3AFFA714-4B0A-4371-A27A-631050FD171E}"/>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6820B1CA-3AF2-4937-8F30-A58B458F3883}"/>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8AD3947D-473C-4D88-A304-0E5B2C9B4916}"/>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4541BD36-A240-472F-9737-147A239EE938}"/>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331CC1E4-C490-495F-98A4-34597AFE7772}"/>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5733403A-889B-4706-BD9D-929B8E782D89}"/>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67F4E994-5EFA-48CB-95D9-D3779EE26BE1}"/>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38B7FB1B-4B3E-4B84-A889-32A0C4EC4819}"/>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52F4A31A-7F34-4174-A189-89652CA2A392}"/>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53A811D2-081E-4451-A121-14E43412792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330834729"/>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D5C78DBB-A976-47CF-9412-F668D6E210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2">
            <a:extLst xmlns:a="http://schemas.openxmlformats.org/drawingml/2006/main">
              <a:ext uri="{FF2B5EF4-FFF2-40B4-BE49-F238E27FC236}">
                <a16:creationId xmlns:a16="http://schemas.microsoft.com/office/drawing/2014/main" id="{3CE36008-308D-4C01-A4AD-92C6066A399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Repository 접근과 Task 의도는 별개다">
            <a:extLst xmlns:a="http://schemas.openxmlformats.org/drawingml/2006/main">
              <a:ext uri="{FF2B5EF4-FFF2-40B4-BE49-F238E27FC236}">
                <a16:creationId xmlns:a16="http://schemas.microsoft.com/office/drawing/2014/main" id="{73656A58-4BA6-454E-8551-DE532E7130C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EEA7F316-EB6D-4066-B4FA-4E62E79EE3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0547718C-293E-4D39-BD58-E98814F018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39379DFE-5136-48C1-A891-8D564BC1A4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251941D9-C8F9-4130-86B5-9990E821DA30}"/>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256C152C-5B78-4FE3-ADB4-3A0C1CC2EE9E}"/>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7C577E53-2C86-4C67-A4E3-22C9286ECC04}"/>
              </a:ext>
            </a:extLst>
          </p:cNvPr>
          <p:cNvPicPr>
            <a:picLocks xmlns:a="http://schemas.openxmlformats.org/drawingml/2006/main" noChangeAspect="1"/>
          </p:cNvPicPr>
          <p:nvPr/>
        </p:nvPicPr>
        <p:blipFill>
          <a:blip xmlns:r="http://schemas.openxmlformats.org/officeDocument/2006/relationships" xmlns:a="http://schemas.openxmlformats.org/drawingml/2006/main" r:embed="R7460a3a85fdf4b54"/>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6D40DB2D-F26F-45C7-A022-8C899311B5AE}"/>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521A7E0F-1F01-4259-B2D6-4CDC2C9BC390}"/>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CD2B1366-3F5B-45EC-94DA-23C145905D51}"/>
              </a:ext>
            </a:extLst>
          </p:cNvPr>
          <p:cNvPicPr>
            <a:picLocks xmlns:a="http://schemas.openxmlformats.org/drawingml/2006/main" noChangeAspect="1"/>
          </p:cNvPicPr>
          <p:nvPr/>
        </p:nvPicPr>
        <p:blipFill>
          <a:blip xmlns:r="http://schemas.openxmlformats.org/officeDocument/2006/relationships" xmlns:a="http://schemas.openxmlformats.org/drawingml/2006/main" r:embed="R5a576aaa36f94794"/>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FEAEA8B6-B5D5-4222-B3B1-7EAEBF72836E}"/>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F5FED8FA-379E-469D-B097-3F8E3F65F083}"/>
              </a:ext>
            </a:extLst>
          </p:cNvPr>
          <p:cNvPicPr>
            <a:picLocks xmlns:a="http://schemas.openxmlformats.org/drawingml/2006/main" noChangeAspect="1"/>
          </p:cNvPicPr>
          <p:nvPr/>
        </p:nvPicPr>
        <p:blipFill>
          <a:blip xmlns:r="http://schemas.openxmlformats.org/officeDocument/2006/relationships" xmlns:a="http://schemas.openxmlformats.org/drawingml/2006/main" r:embed="R1d78430758bf4881"/>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838CE0A9-7CF1-4121-A9DA-B43C0CD92C79}"/>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BC77485D-6F13-4F2B-AFDB-0E17A7E1241F}"/>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575077DB-FB8D-40BE-B4E1-BD941C4643FE}"/>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DF300033-B9CD-4D72-BE23-0CB81448937A}"/>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A406ED74-8A16-4187-BA81-E1B06BB7D342}"/>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01224C50-3FC3-42FD-82E3-F2CCA8ED779A}"/>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ECCF2F6A-2433-44B7-855F-7AE972495D59}"/>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8A1266A1-18C0-40A8-971C-638355D5F9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764334163"/>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4E542011-385B-4C2C-A9C9-ED420800B5C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3">
            <a:extLst xmlns:a="http://schemas.openxmlformats.org/drawingml/2006/main">
              <a:ext uri="{FF2B5EF4-FFF2-40B4-BE49-F238E27FC236}">
                <a16:creationId xmlns:a16="http://schemas.microsoft.com/office/drawing/2014/main" id="{7C3E8A6A-EE1B-4833-8726-573C21AAB3B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Repository를 보면 내가 원하는 것까지 알까?">
            <a:extLst xmlns:a="http://schemas.openxmlformats.org/drawingml/2006/main">
              <a:ext uri="{FF2B5EF4-FFF2-40B4-BE49-F238E27FC236}">
                <a16:creationId xmlns:a16="http://schemas.microsoft.com/office/drawing/2014/main" id="{898C08F3-2800-499A-9988-B6FCF805830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475E2DE3-8C6D-4D06-8ADF-24D87CE39C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96E17267-955B-4E9C-B084-FCABE1A259E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DCFEB3B1-A8D9-4631-9DCF-0E074D0C086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E917CA20-D90F-409F-AEF3-3901AEDC7E2E}"/>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F59E378F-4DDF-4ACC-90FB-66721287A6BC}"/>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8A112544-3F62-467F-840C-5B4381B28D85}"/>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12B3245B-5DB2-4B74-A206-9551770418FB}"/>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935EEEBC-B5E2-450D-8640-7F7999C5D90C}"/>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5B458EA8-F582-41A1-B449-AE37BA37E921}"/>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C01379AF-F53E-4C60-92AC-67BB9B2C4332}"/>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677EFBE-FA0B-4B0A-8B4D-4214255FEA61}"/>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F7C040D8-7442-4FC4-A64C-AB39B90110E9}"/>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680BB345-AC8B-4F7B-B2F6-26BBB5C5E714}"/>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26F0BC55-AD2F-47A8-8BF3-CEEE2E6E23FA}"/>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5959F064-ED9D-4389-9471-DD11E47480F9}"/>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706D493A-14C1-4A11-9929-DB67F9DC92B6}"/>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A3E5F426-808A-482F-BAF0-095E54BBF703}"/>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D63B2331-5FDF-4AE7-9A2D-668A1E58124D}"/>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63428D91-C7C5-41EC-AB37-68D560F954A8}"/>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6887F0E0-F196-4CE7-90FF-F1C41B324CB9}"/>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D26D6205-98E4-44EF-BB7F-70C323D27367}"/>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6BDD1708-7128-4C1A-819D-58AFD63465C9}"/>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56FC4AB0-D3A7-4EB4-8701-817903DDD988}"/>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2A6341E6-6F62-4E2D-A283-8EC20B71171E}"/>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099BA7D7-2EDF-4E07-9DA2-877D0B1EC556}"/>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D836EF73-8E1A-4AF7-84CD-9448FFD9E68D}"/>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5E7BD8D6-D558-484B-ADC6-B0A38C9821F1}"/>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2D5EF7A5-4A32-48AD-AF0E-2B9453150FFA}"/>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5ED081D2-94A3-4EAA-964B-6838D0A3AAC2}"/>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F57B6D1D-F260-48BB-9676-6A577DB50389}"/>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BE557C33-B8CB-4FD6-9B74-0994C48DFD59}"/>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9186B2BE-0EC7-465D-BC08-8641F5C8B5E3}"/>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071B411F-382C-4C1F-B241-494FBB2EF785}"/>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366C1BA8-BC12-4E07-902C-1116F844A958}"/>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AFBF2C36-7291-4EC7-8769-58ACC3F24E5B}"/>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924BFED8-24AD-4931-953E-7D1120DACE43}"/>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085F8429-710F-4D77-A4FF-344E2B4D5CE3}"/>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21D62139-D823-4FBF-843F-20380C6F2ECC}"/>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86F433D8-727C-43FA-B1D4-AF6F91D0C302}"/>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EB3F3950-4DC2-44BA-8BEB-F14E771C9816}"/>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AEE8A812-147E-45CC-90CC-3033981D66B2}"/>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55A63803-DA58-45E9-A0C8-854AA578275D}"/>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D1F18450-8137-465A-858E-BCEF2A36BE65}"/>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CC872712-1428-475E-99B8-D78FA259BDE8}"/>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DA933E10-F199-4FFD-A426-07C6355447E3}"/>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9CCE445B-EAE7-421D-94F3-3D7BC6E1DED4}"/>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D7677EF6-989D-4F34-B08F-05D366E7C079}"/>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8DB8BE14-9A47-4338-A302-370CEFC45A1A}"/>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5FF62A91-686E-4F75-933F-11FA04E9C2A7}"/>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670B2D49-2EAF-4220-A821-1E3680782636}"/>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E6DE95AE-7F60-45EF-A891-A5CF5020DD04}"/>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4B3C60BD-2DD7-4D39-A4BB-8FA5A87ACF41}"/>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0B5069AA-BC3A-4FA0-8659-957BD25504C5}"/>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84AE19A1-2F30-4999-9649-DA9B88416441}"/>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14931FDD-BBFE-4928-AB66-988FB7CB1636}"/>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86F2EA44-FB1A-4DD8-A5FA-FEC48CC40AB8}"/>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ACE1F1AC-CB82-4BAE-9218-5F7B4C6CF802}"/>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DEF566F1-F7CF-45A1-819B-D00E3DA0A3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59462910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2026-10-25T01:33:23.4130000Z</dcterms:created>
  <dcterms:modified xsi:type="dcterms:W3CDTF">2026-10-25T01:33:23.4130000Z</dcterms:modified>
</coreProperties>
</file>