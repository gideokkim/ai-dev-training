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c17147bac774ec1" /><Relationship Type="http://schemas.openxmlformats.org/officeDocument/2006/relationships/extended-properties" Target="/docProps/app.xml" Id="Rbe0f9d0f704746e3" /><Relationship Type="http://schemas.openxmlformats.org/officeDocument/2006/relationships/officeDocument" Target="/ppt/presentation.xml" Id="Rce06cc2d58f74fa5" /></Relationships>
</file>

<file path=ppt/presentation.xml><?xml version="1.0" encoding="utf-8"?>
<p:presentation xmlns:p="http://schemas.openxmlformats.org/presentationml/2006/main">
  <p:sldMasterIdLst>
    <p:sldMasterId xmlns:r="http://schemas.openxmlformats.org/officeDocument/2006/relationships" id="2147483648" r:id="Raef144a93ee54e13"/>
  </p:sldMasterIdLst>
  <p:notesMasterIdLst>
    <p:notesMasterId xmlns:r="http://schemas.openxmlformats.org/officeDocument/2006/relationships" r:id="R819d33106aef4e6f"/>
  </p:notesMasterIdLst>
  <p:sldIdLst>
    <p:sldId xmlns:r="http://schemas.openxmlformats.org/officeDocument/2006/relationships" id="256" r:id="Rc4ebd88fd8eb4c2b"/>
    <p:sldId xmlns:r="http://schemas.openxmlformats.org/officeDocument/2006/relationships" id="257" r:id="R22a67a715e804677"/>
    <p:sldId xmlns:r="http://schemas.openxmlformats.org/officeDocument/2006/relationships" id="258" r:id="R7cbafd7dedfc4505"/>
    <p:sldId xmlns:r="http://schemas.openxmlformats.org/officeDocument/2006/relationships" id="259" r:id="R82468d67d1ea4472"/>
    <p:sldId xmlns:r="http://schemas.openxmlformats.org/officeDocument/2006/relationships" id="260" r:id="Rd060e73b045a43df"/>
    <p:sldId xmlns:r="http://schemas.openxmlformats.org/officeDocument/2006/relationships" id="261" r:id="R319f4fda8bf94dea"/>
    <p:sldId xmlns:r="http://schemas.openxmlformats.org/officeDocument/2006/relationships" id="262" r:id="Rba9536dc1c44425e"/>
    <p:sldId xmlns:r="http://schemas.openxmlformats.org/officeDocument/2006/relationships" id="263" r:id="R0a7bc861bce84833"/>
    <p:sldId xmlns:r="http://schemas.openxmlformats.org/officeDocument/2006/relationships" id="264" r:id="Rd53bd395b98b4c4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a789a67120e4eb2" /><Relationship Type="http://schemas.openxmlformats.org/officeDocument/2006/relationships/slideMaster" Target="/ppt/slideMasters/slideMaster1.xml" Id="Raef144a93ee54e13" /><Relationship Type="http://schemas.openxmlformats.org/officeDocument/2006/relationships/notesMaster" Target="/ppt/notesMasters/notesMaster1.xml" Id="R819d33106aef4e6f" /><Relationship Type="http://schemas.openxmlformats.org/officeDocument/2006/relationships/presProps" Target="/ppt/presProps.xml" Id="R3d755427e3a14da5" /><Relationship Type="http://schemas.openxmlformats.org/officeDocument/2006/relationships/tableStyles" Target="/ppt/tableStyles.xml" Id="R729e081c52a84189" /><Relationship Type="http://schemas.openxmlformats.org/officeDocument/2006/relationships/slide" Target="/ppt/slides/slide1.xml" Id="Rc4ebd88fd8eb4c2b" /><Relationship Type="http://schemas.openxmlformats.org/officeDocument/2006/relationships/slide" Target="/ppt/slides/slide2.xml" Id="R22a67a715e804677" /><Relationship Type="http://schemas.openxmlformats.org/officeDocument/2006/relationships/slide" Target="/ppt/slides/slide3.xml" Id="R7cbafd7dedfc4505" /><Relationship Type="http://schemas.openxmlformats.org/officeDocument/2006/relationships/slide" Target="/ppt/slides/slide4.xml" Id="R82468d67d1ea4472" /><Relationship Type="http://schemas.openxmlformats.org/officeDocument/2006/relationships/slide" Target="/ppt/slides/slide5.xml" Id="Rd060e73b045a43df" /><Relationship Type="http://schemas.openxmlformats.org/officeDocument/2006/relationships/slide" Target="/ppt/slides/slide6.xml" Id="R319f4fda8bf94dea" /><Relationship Type="http://schemas.openxmlformats.org/officeDocument/2006/relationships/slide" Target="/ppt/slides/slide7.xml" Id="Rba9536dc1c44425e" /><Relationship Type="http://schemas.openxmlformats.org/officeDocument/2006/relationships/slide" Target="/ppt/slides/slide8.xml" Id="R0a7bc861bce84833" /><Relationship Type="http://schemas.openxmlformats.org/officeDocument/2006/relationships/slide" Target="/ppt/slides/slide9.xml" Id="Rd53bd395b98b4c4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8d1afe0cfaf47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5405475a4304061" /><Relationship Type="http://schemas.openxmlformats.org/officeDocument/2006/relationships/notesMaster" Target="/ppt/notesMasters/notesMaster1.xml" Id="Rd2fd48b8393f42df" /></Relationships>
</file>

<file path=ppt/notesSlides/_rels/notesSlide2.xml.rels>&#65279;<?xml version="1.0" encoding="utf-8"?><Relationships xmlns="http://schemas.openxmlformats.org/package/2006/relationships"><Relationship Type="http://schemas.openxmlformats.org/officeDocument/2006/relationships/slide" Target="/ppt/slides/slide2.xml" Id="R9e24b49b8bf54107" /><Relationship Type="http://schemas.openxmlformats.org/officeDocument/2006/relationships/notesMaster" Target="/ppt/notesMasters/notesMaster1.xml" Id="R1d35e10df2db47b9" /></Relationships>
</file>

<file path=ppt/notesSlides/_rels/notesSlide3.xml.rels>&#65279;<?xml version="1.0" encoding="utf-8"?><Relationships xmlns="http://schemas.openxmlformats.org/package/2006/relationships"><Relationship Type="http://schemas.openxmlformats.org/officeDocument/2006/relationships/slide" Target="/ppt/slides/slide3.xml" Id="Rc201382159924e80" /><Relationship Type="http://schemas.openxmlformats.org/officeDocument/2006/relationships/notesMaster" Target="/ppt/notesMasters/notesMaster1.xml" Id="R57e9c3a17ada4276"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fccf4b005b41a9" /><Relationship Type="http://schemas.openxmlformats.org/officeDocument/2006/relationships/notesMaster" Target="/ppt/notesMasters/notesMaster1.xml" Id="R787da9e19bcd4f5a" /></Relationships>
</file>

<file path=ppt/notesSlides/_rels/notesSlide5.xml.rels>&#65279;<?xml version="1.0" encoding="utf-8"?><Relationships xmlns="http://schemas.openxmlformats.org/package/2006/relationships"><Relationship Type="http://schemas.openxmlformats.org/officeDocument/2006/relationships/slide" Target="/ppt/slides/slide5.xml" Id="R408d349aee5947d4" /><Relationship Type="http://schemas.openxmlformats.org/officeDocument/2006/relationships/notesMaster" Target="/ppt/notesMasters/notesMaster1.xml" Id="Rd914b6a1bd4f4595" /></Relationships>
</file>

<file path=ppt/notesSlides/_rels/notesSlide6.xml.rels>&#65279;<?xml version="1.0" encoding="utf-8"?><Relationships xmlns="http://schemas.openxmlformats.org/package/2006/relationships"><Relationship Type="http://schemas.openxmlformats.org/officeDocument/2006/relationships/slide" Target="/ppt/slides/slide6.xml" Id="Rfcf4c8a99cf94b4c" /><Relationship Type="http://schemas.openxmlformats.org/officeDocument/2006/relationships/notesMaster" Target="/ppt/notesMasters/notesMaster1.xml" Id="R80200437e0904aae" /></Relationships>
</file>

<file path=ppt/notesSlides/_rels/notesSlide7.xml.rels>&#65279;<?xml version="1.0" encoding="utf-8"?><Relationships xmlns="http://schemas.openxmlformats.org/package/2006/relationships"><Relationship Type="http://schemas.openxmlformats.org/officeDocument/2006/relationships/slide" Target="/ppt/slides/slide7.xml" Id="R2e1d2d216cf149f5" /><Relationship Type="http://schemas.openxmlformats.org/officeDocument/2006/relationships/notesMaster" Target="/ppt/notesMasters/notesMaster1.xml" Id="Ra08e7bf852fc4b6c" /></Relationships>
</file>

<file path=ppt/notesSlides/_rels/notesSlide8.xml.rels>&#65279;<?xml version="1.0" encoding="utf-8"?><Relationships xmlns="http://schemas.openxmlformats.org/package/2006/relationships"><Relationship Type="http://schemas.openxmlformats.org/officeDocument/2006/relationships/slide" Target="/ppt/slides/slide8.xml" Id="Rb6e65b68f0f04067" /><Relationship Type="http://schemas.openxmlformats.org/officeDocument/2006/relationships/notesMaster" Target="/ppt/notesMasters/notesMaster1.xml" Id="Rbc97adb6d5714cd2" /></Relationships>
</file>

<file path=ppt/notesSlides/_rels/notesSlide9.xml.rels>&#65279;<?xml version="1.0" encoding="utf-8"?><Relationships xmlns="http://schemas.openxmlformats.org/package/2006/relationships"><Relationship Type="http://schemas.openxmlformats.org/officeDocument/2006/relationships/slide" Target="/ppt/slides/slide9.xml" Id="Rf8a3809bd2074b08" /><Relationship Type="http://schemas.openxmlformats.org/officeDocument/2006/relationships/notesMaster" Target="/ppt/notesMasters/notesMaster1.xml" Id="Rd69dc899af6e4d5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TRIAL-001 기록과 STATE-00 테스트를 재구성한 화면임을 밝힌다. 입력의 숫자는 픽셀 값이며 색은 영역 구분용이다.</a:t>
            </a:r>
          </a:p>
          <a:p xmlns:a="http://schemas.openxmlformats.org/drawingml/2006/main">
            <a:r>
              <a:t>2. (1:00–3:00) `crop(image, 1, 3)`의 끝 좌표 제외 계약을 짚고 입력, 기대 두 열, 구현에 포함된 세 번째 열을 차례로 가리킨다. 결과 tuple은 원본 소스에 근거한 정적 재구성이다.</a:t>
            </a:r>
          </a:p>
          <a:p xmlns:a="http://schemas.openxmlformats.org/drawingml/2006/main">
            <a:r>
              <a:t>3. (3:00–5:00) 실패 테스트명과 `cli.main → pipeline.process_image → transform.crop` 호출 경로를 연결한다. 오른쪽 01–03은 설명 순서이며 Agent의 실제 파일 접근 시각 순서가 아니다.</a:t>
            </a:r>
          </a:p>
          <a:p xmlns:a="http://schemas.openxmlformats.org/drawingml/2006/main">
            <a:r>
              <a:t>4. (5:00–7:00) `row[x_start : x_end + 1]`에서 끝 좌표를 포함하게 되는 지점을 짚는다. 코드를 고치거나 새 Test를 실행하지 않는다.</a:t>
            </a:r>
          </a:p>
          <a:p xmlns:a="http://schemas.openxmlformats.org/drawingml/2006/main">
            <a:r>
              <a:t>5. (7:00–8:00) 읽기 전용 단일 CLI 조사 범위를 확인하고 S06의 관찰과 환경 한계 분리로 넘어간다.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입력 ((1,2,3,4),(5,6,7,8)); 기대 ((2,3),(6,7)); 코드에 따른 결과 ((2,3,4),(6,7,8)). 마지막 배열은 새 실행 기록이 아닌 정적 재구성이다.</a:t>
            </a:r>
          </a:p>
          <a:p xmlns:a="http://schemas.openxmlformats.org/drawingml/2006/main">
            <a:r>
              <a:t/>
            </a:r>
          </a:p>
          <a:p xmlns:a="http://schemas.openxmlformats.org/drawingml/2006/main">
            <a:r>
              <a:t>Claim Boundary: Codex CLI 0.154.0의 단일 읽기 전용 조사. 코드 수정 없음. 테스트 배열·구현에 따른 도식이며 screenshot이 아니다. 호출 화살표는 제품 호출 관계이고 Agent 접근 순서가 아니다. README에 기존 결함 안내가 있으므로 아무 힌트 없이 독자 발견했다고 말하지 않는다. 현재 Desktop, 계정, 반복 재현성과 보편적 탐색 능력은 미검증이다.</a:t>
            </a:r>
          </a:p>
          <a:p xmlns:a="http://schemas.openxmlformats.org/drawingml/2006/main">
            <a:r>
              <a:t/>
            </a:r>
          </a:p>
          <a:p xmlns:a="http://schemas.openxmlformats.org/drawingml/2006/main">
            <a:r>
              <a:t>Beginner Explanation: 파일명을 미리 주지 않은 한 번의 조사에서 실패 Test와 관련 구현·호출 경로가 찾아졌다.</a:t>
            </a:r>
          </a:p>
          <a:p xmlns:a="http://schemas.openxmlformats.org/drawingml/2006/main">
            <a:r>
              <a:t/>
            </a:r>
          </a:p>
          <a:p xmlns:a="http://schemas.openxmlformats.org/drawingml/2006/main">
            <a:r>
              <a:t>Advanced Insight: 찾은 경로와 설명은 그 run에서 확인된 범위다. 설명과 수정, 검증은 다른 단계이며 이 Trial에서는 코드를 바꾸지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자료만 사용한다. `production/ACT_0.pptx` S05 / `production/preview/act0/S05.png`의 입력 → 기대/구현 결과 → 실패 Test/호출 경로/구현 순서로 가리킨다. Live/HYBRID는 비활성. 기존 DEMO-01 원본 기록은 `demos/runbooks/demo-01.md` 및 `plan/DEMO_MATRIX.md`. 마지막 1분에는 S06 handoff로 이동한다.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발견 사실을 다음 장에서 Repository 관찰과 실행 환경 제한으로 나눈다.</a:t>
            </a:r>
          </a:p>
          <a:p xmlns:a="http://schemas.openxmlformats.org/drawingml/2006/main">
            <a:r>
              <a:t/>
            </a:r>
          </a:p>
          <a:p xmlns:a="http://schemas.openxmlformats.org/drawingml/2006/main">
            <a:r>
              <a:t>Time Management: Demo 8분 유지. 1분 출처, 2분 배열, 2분 Test/호출 경로, 2분 구현 차이, 1분 범위와 전환. 초과 시 파일 경로 반복 설명을 줄인다. 새 실행 또는 수정은 하지 않는다.</a:t>
            </a:r>
          </a:p>
          <a:p xmlns:a="http://schemas.openxmlformats.org/drawingml/2006/main">
            <a:r>
              <a:t/>
            </a:r>
          </a:p>
          <a:p xmlns:a="http://schemas.openxmlformats.org/drawingml/2006/main">
            <a:r>
              <a:t>Fallback: 승인된 정적 도식 — `production/ACT_0.pptx` S05와 `production/preview/act0/S05.png`를 사용한다. 새 제작본 삽입·렌더 대조는 통합 단계에서 수행한다. 원본 Trial 캡처나 Live 결과로 표현하지 않는다. 발표용 시각 방향은 사용자 승인 완료이며 Windows·교육장·실제 운영 검증은 별도다.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“어떤 결과가 Repository 관찰이고, 어떤 결과가 실행 환경 제한인가?”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왼쪽 “코드에서 확인한 문제”와 오른쪽 “실행 환경에서 생긴 제한”을 서로 다른 원인으로 읽는다.</a:t>
            </a:r>
          </a:p>
          <a:p xmlns:a="http://schemas.openxmlformats.org/drawingml/2006/main">
            <a:r>
              <a:t>2. **SHOW (0:45–2:15):** 왼쪽에서 한 열이 더 포함된 crop 동작과 테스트·호출 경로·계약의 연결을 짚는다. 조사 결과이며 코드는 그대로였음을 말한다.</a:t>
            </a:r>
          </a:p>
          <a:p xmlns:a="http://schemas.openxmlformats.org/drawingml/2006/main">
            <a:r>
              <a:t>3. **SHOW (2:15–3:30):** 오른쪽에서 읽기 전용 권한으로 임시 디렉터리 생성이 막힌 세 오류를 설명한다. crop 결함의 세 추가 증거가 아니다.</a:t>
            </a:r>
          </a:p>
          <a:p xmlns:a="http://schemas.openxmlformats.org/drawingml/2006/main">
            <a:r>
              <a:t>4. **INTERPRET / TRANSFER (3:30–5:00):** 아래의 전체 기록 7개 통과 + crop 실패 + 환경 오류 3건을 확인하고 관찰 사실과 실행 조건을 분리하는 판단으로 마무리한다.</a:t>
            </a:r>
          </a:p>
          <a:p xmlns:a="http://schemas.openxmlformats.org/drawingml/2006/main">
            <a:r>
              <a:t/>
            </a:r>
          </a:p>
          <a:p xmlns:a="http://schemas.openxmlformats.org/drawingml/2006/main">
            <a:r>
              <a:t>Evidence / Source: TRIAL-001의 full suite 기록: 7 passing tests, 기대한 crop failure, 임시 디렉터리를 만들 수 없어 발생한 3 errors. Focused command 기록: 2 passing tests와 같은 crop failure. Working tree는 변경되지 않았다.</a:t>
            </a:r>
          </a:p>
          <a:p xmlns:a="http://schemas.openxmlformats.org/drawingml/2006/main">
            <a:r>
              <a:t/>
            </a:r>
          </a:p>
          <a:p xmlns:a="http://schemas.openxmlformats.org/drawingml/2006/main">
            <a:r>
              <a:t>Claim Boundary: 세 errors는 read-only 환경의 temp-directory 제한이며 crop bug의 근거가 아니다. TRIAL-001은 코드 수정을 수행하지 않았다. Trial 범위 밖의 테스트 결과, 제품 동작 또는 반복성을 추론하지 않는다.</a:t>
            </a:r>
          </a:p>
          <a:p xmlns:a="http://schemas.openxmlformats.org/drawingml/2006/main">
            <a:r>
              <a:t/>
            </a:r>
          </a:p>
          <a:p xmlns:a="http://schemas.openxmlformats.org/drawingml/2006/main">
            <a:r>
              <a:t>Beginner Explanation: 기능의 관찰 결과와 실행 환경의 제한을 서로 다른 원인으로 적는다.</a:t>
            </a:r>
          </a:p>
          <a:p xmlns:a="http://schemas.openxmlformats.org/drawingml/2006/main">
            <a:r>
              <a:t/>
            </a:r>
          </a:p>
          <a:p xmlns:a="http://schemas.openxmlformats.org/drawingml/2006/main">
            <a:r>
              <a:t>Advanced Insight: 실제 결함 징후, 권한·환경 오류, 미측정 사항을 분류해 후속 판단이 잘못된 원인에 고정되지 않게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S06의 흰 관찰 영역과 amber 환경 제한 영역을 순서대로 설명한다. 0:00–0:45 구분, 0:45–2:15 crop 관찰, 2:15–3:30 환경, 3:30–5:00 기록의 범위와 전환이다. 새 테스트나 제품 실행은 하지 않는다.</a:t>
            </a:r>
          </a:p>
          <a:p xmlns:a="http://schemas.openxmlformats.org/drawingml/2006/main">
            <a:r>
              <a:t/>
            </a:r>
          </a:p>
          <a:p xmlns:a="http://schemas.openxmlformats.org/drawingml/2006/main">
            <a:r>
              <a:t>Audience Interaction: 질문은 결과 해석을 위한 Case cue다. 응답을 받거나 환경 오류를 해결하게 하지 않는다.</a:t>
            </a:r>
          </a:p>
          <a:p xmlns:a="http://schemas.openxmlformats.org/drawingml/2006/main">
            <a:r>
              <a:t/>
            </a:r>
          </a:p>
          <a:p xmlns:a="http://schemas.openxmlformats.org/drawingml/2006/main">
            <a:r>
              <a:t>Transition: “Context를 찾는 주체가 바뀌면 무엇이 달라질까요?”라는 질문으로 S07에 연결한다.</a:t>
            </a:r>
          </a:p>
          <a:p xmlns:a="http://schemas.openxmlformats.org/drawingml/2006/main">
            <a:r>
              <a:t/>
            </a:r>
          </a:p>
          <a:p xmlns:a="http://schemas.openxmlformats.org/drawingml/2006/main">
            <a:r>
              <a:t>Time Management: Repo observation과 environment limitation에 시간을 나눠 쓴다. 원인 경계를 줄여 말하더라도 3 errors를 crop 결함으로 부르지 않는다.</a:t>
            </a:r>
          </a:p>
          <a:p xmlns:a="http://schemas.openxmlformats.org/drawingml/2006/main">
            <a:r>
              <a:t/>
            </a:r>
          </a:p>
          <a:p xmlns:a="http://schemas.openxmlformats.org/drawingml/2006/main">
            <a:r>
              <a:t>Fallback: 정적 기본 경로 — `production/ACT_0.pptx` S06 또는 `production/preview/act0/S06.png`. 새 제작본 렌더 검토는 통합 단계에서 수행한다. 화면을 사용할 수 없으면 기록된 숫자와 코드 문제/환경 제한 두 범주만 말로 설명한다. S05에서 이어지는 복귀 cue: “기록된 결과에서, 코드 문제와 실행 제한을 나눠 보겠습니다.” 운영 시간·Windows·room visibility는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(0:00–0:30):** 왼쪽 Repository → 개발자 선택·복사 → AI 관계로 S02를 짧게 회수한다.</a:t>
            </a:r>
          </a:p>
          <a:p xmlns:a="http://schemas.openxmlformats.org/drawingml/2006/main">
            <a:r>
              <a:t>2. **TRANSFER (0:30–1:30):** 오른쪽 개발자 조사 요청 → Agent ↔ Repository로 시선을 옮긴다. 바뀌는 것은 Context를 찾는 주체의 일부이며 목표와 검증 책임을 전부 넘긴다는 뜻이 아니다.</a:t>
            </a:r>
          </a:p>
          <a:p xmlns:a="http://schemas.openxmlformats.org/drawingml/2006/main">
            <a:r>
              <a:t>3. **ACCESS BOUNDARY (1:30–2:15):**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**TRANSFER / TRANSITION (2:15–3:00):** 필요하면 큰 C++ 저장소에서도 모듈·테스트·계약을 찾는 상황을 한 문장으로만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좌·우 관계의 변화에 집중한다. Trial 상세와 수치를 반복하지 않는다. 기존 관계 재설명과 선택적 C++ 해설을 줄여 접근 범위 확인 45초를 배치한다. C++ 연결은 선택적인 한 문장에 한정하고 Lecture 3분 안에 S08로 이동한다. 실제 시간 적합성은 리허설 전까지 UNVERIFIED다.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정리한다. 이어 이 구분을 각자가 맡기고 싶은 작업에 대입할 질문을 남긴다.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S09의 개인 적용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“내가 지금 맡기고 싶은 일의 원하는 결과까지 코드에 적혀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화면 상단의 “내 작업에 적용할 질문”을 짚고, 각자가 지금 맡기고 싶은 일 하나를 떠올리게 한다. “지금 이 저장소에 어떤 일을 맡기고 싶은가?”와 “그 원하는 결과까지 코드에 적혀 있는가?”를 차례로 읽는다. S08의 구분을 자기 작업에 대입하며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02744ceb7294bc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120b4eb1bc54a4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306573995fc433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bb492ae8a324b3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ec5bb50e2c7427f"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927ccb1a45a467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DA9C8E8-C066-45B7-90B6-29505CF2E48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4774CD75-C310-4BB9-ABAE-9538E2AAF41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673BEE1-032B-440E-A12F-71677456EC3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211EF1E-F6E8-4778-B559-9382E72515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78DE9B5-FFAE-45FF-8C64-06761A3339A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F0E31D4-1371-4F6E-AC49-29FF2BCCA58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6A99AEA-94E1-43EF-B6BD-97C09464A32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EC044E9-8F35-4541-89A1-C83275DF67F3}"/>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95F725F-CFED-4E30-87C6-DA488F5FDC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83FEB3E-86FC-449A-AC9F-AAEC8F58CD2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98e9d75a74f4d5e" /><Relationship Type="http://schemas.openxmlformats.org/officeDocument/2006/relationships/slideLayout" Target="/ppt/slideLayouts/slideLayout1.xml" Id="R02f97e90de89499a" /><Relationship Type="http://schemas.openxmlformats.org/officeDocument/2006/relationships/slideLayout" Target="/ppt/slideLayouts/slideLayout2.xml" Id="R40560a5ee7d54532" /><Relationship Type="http://schemas.openxmlformats.org/officeDocument/2006/relationships/slideLayout" Target="/ppt/slideLayouts/slideLayout3.xml" Id="R92c0b664abe14957" /><Relationship Type="http://schemas.openxmlformats.org/officeDocument/2006/relationships/slideLayout" Target="/ppt/slideLayouts/slideLayout4.xml" Id="Rf7ee358e457d412a" /><Relationship Type="http://schemas.openxmlformats.org/officeDocument/2006/relationships/slideLayout" Target="/ppt/slideLayouts/slideLayout5.xml" Id="R0dddd886338a4cf3" /><Relationship Type="http://schemas.openxmlformats.org/officeDocument/2006/relationships/slideLayout" Target="/ppt/slideLayouts/slideLayout6.xml" Id="R9b1d6e6fc9134e6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2f97e90de89499a"/>
    <p:sldLayoutId xmlns:r="http://schemas.openxmlformats.org/officeDocument/2006/relationships" id="2147483650" r:id="R40560a5ee7d54532"/>
    <p:sldLayoutId xmlns:r="http://schemas.openxmlformats.org/officeDocument/2006/relationships" id="2147483651" r:id="R92c0b664abe14957"/>
    <p:sldLayoutId xmlns:r="http://schemas.openxmlformats.org/officeDocument/2006/relationships" id="2147483652" r:id="Rf7ee358e457d412a"/>
    <p:sldLayoutId xmlns:r="http://schemas.openxmlformats.org/officeDocument/2006/relationships" id="2147483653" r:id="R0dddd886338a4cf3"/>
    <p:sldLayoutId xmlns:r="http://schemas.openxmlformats.org/officeDocument/2006/relationships" id="2147483654" r:id="R9b1d6e6fc9134e6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49a86bbd7cc47ae" /><Relationship Type="http://schemas.openxmlformats.org/officeDocument/2006/relationships/image" Target="/ppt/media/image.png" Id="R9033169864fa455e" /><Relationship Type="http://schemas.openxmlformats.org/officeDocument/2006/relationships/notesSlide" Target="/ppt/notesSlides/notesSlide1.xml" Id="R3f71638191b74c38"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366ebdc863a4329" /><Relationship Type="http://schemas.openxmlformats.org/officeDocument/2006/relationships/notesSlide" Target="/ppt/notesSlides/notesSlide2.xml" Id="R48224b3b794649e3"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cc084a8bc904dd7" /><Relationship Type="http://schemas.openxmlformats.org/officeDocument/2006/relationships/notesSlide" Target="/ppt/notesSlides/notesSlide3.xml" Id="R8bd2a4673ffa48a7"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f4b6047f5f648a0" /><Relationship Type="http://schemas.openxmlformats.org/officeDocument/2006/relationships/image" Target="/ppt/media/image2.png" Id="Rfdad71179e7b4c59" /><Relationship Type="http://schemas.openxmlformats.org/officeDocument/2006/relationships/notesSlide" Target="/ppt/notesSlides/notesSlide4.xml" Id="Rbb1155ce34b24d74"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dba9b50370294897" /><Relationship Type="http://schemas.openxmlformats.org/officeDocument/2006/relationships/notesSlide" Target="/ppt/notesSlides/notesSlide5.xml" Id="Rc529cfed423f48f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1744dc31e184a4a" /><Relationship Type="http://schemas.openxmlformats.org/officeDocument/2006/relationships/notesSlide" Target="/ppt/notesSlides/notesSlide6.xml" Id="R8a69bc1e51ed46e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b6ae46a65984b2d" /><Relationship Type="http://schemas.openxmlformats.org/officeDocument/2006/relationships/image" Target="/ppt/media/image3.png" Id="R717ea0f2aa5049cb" /><Relationship Type="http://schemas.openxmlformats.org/officeDocument/2006/relationships/notesSlide" Target="/ppt/notesSlides/notesSlide7.xml" Id="R43748552944e4268"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d1b1278ff2749f5" /><Relationship Type="http://schemas.openxmlformats.org/officeDocument/2006/relationships/notesSlide" Target="/ppt/notesSlides/notesSlide8.xml" Id="R3c588a5dcbe8429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0296e7735104cbe" /><Relationship Type="http://schemas.openxmlformats.org/officeDocument/2006/relationships/notesSlide" Target="/ppt/notesSlides/notesSlide9.xml" Id="R08fc7f79093d4ce5"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9FBA0A30-178C-4E06-86DC-60526CD719B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B93B08BF-2CA7-4199-88EA-E5AB49824E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8BDE6ADA-5787-443E-B14B-F3B286DD63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EFD81530-18EC-4492-8701-51D65C8418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5C94C89A-547A-49EE-B06C-6313EC348B3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F2DCC9BB-48B8-4788-A236-3C96F75538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B0F844DE-3017-4961-B13C-4BC9B22914F3}"/>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1997FC2D-88EA-49B3-A15B-4C465169EFF0}"/>
              </a:ext>
            </a:extLst>
          </p:cNvPr>
          <p:cNvPicPr>
            <a:picLocks xmlns:a="http://schemas.openxmlformats.org/drawingml/2006/main" noChangeAspect="1"/>
          </p:cNvPicPr>
          <p:nvPr/>
        </p:nvPicPr>
        <p:blipFill>
          <a:blip xmlns:r="http://schemas.openxmlformats.org/officeDocument/2006/relationships" xmlns:a="http://schemas.openxmlformats.org/drawingml/2006/main" r:embed="R9033169864fa455e"/>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FA4B6B6D-B3FD-4BCC-A742-3441A8C992E1}"/>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900EFC29-0495-48E2-ADF8-B7A1D6075B41}"/>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444507FB-85E8-4CB5-AF58-8C2274D64A5D}"/>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C7B9EADE-04B8-415A-BD0B-0AD2C044B1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7816840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C0E2A56D-F920-4FB5-B982-6E171342F5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C27FBA1D-5D00-4579-B0EB-C6981B3681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E05B9A7D-28CA-4FB0-8E0A-9EF073B26E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CF161751-12D0-4206-9EF3-B38FD9A0EB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934F1822-7A9D-4D08-ADCC-81504C6225E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045E791D-21F1-4C4E-914C-B89FDFC382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2C1A4FAB-2A94-410C-B974-A72F6470F9E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BA1AE06E-1487-4087-AEAD-E51FDDECB4EA}"/>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E73B30B1-A8A2-42FF-BAF7-769CFBFE62A3}"/>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5912B27B-1818-4F61-8DD4-366E79A3363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5DE6902-6E98-4D10-9972-DC5243B99C60}"/>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33B077E-5C9C-4F09-8E6B-8C140839B290}"/>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E35A9942-A99E-4058-A03D-46F560609ED9}"/>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C6857174-D431-45F4-89E9-65D37665DC4D}"/>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0B40E2AE-46BE-4949-A7EC-074F0BA8C652}"/>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4051F1EB-C1A3-4F7D-9675-4D9C486BA993}"/>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898F9FB1-141E-475E-8214-1A45B686FB02}"/>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AAF83255-117E-4937-9606-2D4B52474CEF}"/>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AE68D0C0-476A-48AA-AF3B-DA2455F1CAFC}"/>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6592EDD2-0B66-4AE4-9E8B-CBDB16814559}"/>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1401811-5B90-421B-B705-2FA02191162D}"/>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B97A04BC-2D54-4621-AC1D-2666CD251AEE}"/>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5593695F-24D9-4126-BBED-759457311EF7}"/>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FB295BBA-14B2-44D8-B050-56DCDA9C8B64}"/>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E3CEE1F8-D550-4B47-9F86-146144190255}"/>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3EB8EAFA-E245-45F9-9A93-FA54F16361A7}"/>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CEFB22D0-7E43-4DEC-9522-1E93FCC8F686}"/>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7DD0332B-9592-4866-AADE-8E850C4E7D32}"/>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9412135B-A7FE-44D1-9EE5-554AE9097B70}"/>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44323308-4410-4AE3-89EA-F90E3471A11C}"/>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C3947F09-D030-4131-986F-1663E4DB63A5}"/>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6746B9FF-8A84-4C5C-98DA-25C3FFBAE14C}"/>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C018744C-4BB1-435A-82DC-894CE40C4D7E}"/>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216A0235-1E04-4A4A-B190-EA057BC7A48C}"/>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B752D02F-F481-4DB0-9CF9-0926923D6C2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905A74F3-2EEF-4B80-9A1E-88D93534E922}"/>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89B572E4-54E7-411D-A958-26142EE9D954}"/>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54BD49A3-3AE3-4899-A74F-D9B90454B9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4665731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46A86F6B-5CE2-434A-B574-9B6FCD6DF4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07BE95C7-94F2-437E-BE78-0D7003254B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FDA56448-B338-4FCB-B4E7-98BB95795F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34266187-84FD-46E6-A67D-CC5ABC251AA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01EBBF91-0B4D-4CF3-B28B-DDFE306DEC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2E9CD168-C3BD-49BE-8B04-5EFBEF8A723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8776689A-D0A4-45E4-83E9-6A3945C9488C}"/>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D3E535CE-1C49-4C7C-93C5-9AA7A427C3EA}"/>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87BF6B9E-DF40-4E05-B907-DCA95C882218}"/>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6F4C22C6-8358-4AD9-BD10-70DFF9F93D7A}"/>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CAB85A24-1205-4DD9-BE11-8120DBA76DDD}"/>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0673EF4A-478A-4BE4-A1A8-81411F347DCD}"/>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03E994B4-3FC4-4619-956E-44FA40C51777}"/>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F6B43768-600E-46EE-9C52-F1DAC700315B}"/>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EED122D4-7ECD-4CB9-8444-03B095CB5193}"/>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57523533-91A8-4AF1-891E-3C8D12B582C0}"/>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02DA8250-A2AE-4FA7-B031-EDAEED595CE8}"/>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FE3830B1-AA25-4AD9-A3B7-30D3B912BEBF}"/>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F849F6F5-E470-4723-AA02-D6DAFD2A2715}"/>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4E9C8C84-2A35-40D3-8EB1-3B22260C9A32}"/>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FA7A46AA-BBC5-4922-B66B-F82612385C62}"/>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8107411C-EB52-47BD-BCEF-2F9B7713F6D7}"/>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09D4A189-10DE-42F2-B8D6-10002A25B89F}"/>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D6F4681E-2714-445B-B427-BBE39F542A05}"/>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CC149622-3645-438F-BDA1-4FD147C8DF61}"/>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9FB56B59-0270-45EF-A145-400621938681}"/>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A3A2B837-4D67-45DD-BA5F-66F1F24D0EA9}"/>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09C6D943-BA36-402A-9603-E8F5B2D57276}"/>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CC66AE1E-5D20-4413-8365-9A14CCFA9FD7}"/>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BF60352F-F44A-4064-AF5A-E26FC27EF450}"/>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92BB1E0C-EC6C-4E0C-8226-C557EA19A1A2}"/>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A3DAEB3D-D214-4C28-96F5-49DEBB3E09DF}"/>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A438A1E4-53C8-472B-9025-9EDF2D033F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2145054980"/>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85781611-84B8-4255-84D6-1E75ADC9D9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01C981C4-A386-46A7-95D7-354B561547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CDD8463B-037A-4536-B31C-921E62F45D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76F79F77-45E9-4B70-A01B-EFC74E86DD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178AFC25-6C67-4587-9EEA-953C727FA8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D0FF78B6-DA3D-4B3B-BB8E-345CF6EB6C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7D5150CA-94C8-4A80-A09F-5B1306067204}"/>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71B80D65-FACA-4261-8DCB-7FFF6A564F7C}"/>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D045A44E-0705-45DF-ABC1-32CEB11EA63B}"/>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407DB00B-32CF-4278-98F4-F3AFA33AAF74}"/>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B8295189-F17D-4A22-8977-2F51B97E9C84}"/>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2023D7E8-0D45-4DC9-B984-92C8035CC603}"/>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53993618-7A89-4C18-992F-B1C6271B959D}"/>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F5B1D3E3-EE3A-4225-B20B-1C7AB4647CCC}"/>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C92B22B8-5368-40DB-9D5F-1AD928A20445}"/>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68357ED4-4D98-47E4-AB60-9B2C33DF3BBE}"/>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2FFBCFEE-075A-4BBE-8729-BB95D392A60E}"/>
              </a:ext>
            </a:extLst>
          </p:cNvPr>
          <p:cNvPicPr>
            <a:picLocks xmlns:a="http://schemas.openxmlformats.org/drawingml/2006/main" noChangeAspect="1"/>
          </p:cNvPicPr>
          <p:nvPr/>
        </p:nvPicPr>
        <p:blipFill>
          <a:blip xmlns:r="http://schemas.openxmlformats.org/officeDocument/2006/relationships" xmlns:a="http://schemas.openxmlformats.org/drawingml/2006/main" r:embed="Rfdad71179e7b4c59"/>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A02C30C2-9979-4C81-B092-735EA05F25D4}"/>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DB10F7F4-E74B-458C-A0C0-D00DB49A91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4423184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4" name="ACT 0  ·  Repository 탐색">
            <a:extLst xmlns:a="http://schemas.openxmlformats.org/drawingml/2006/main">
              <a:ext uri="{FF2B5EF4-FFF2-40B4-BE49-F238E27FC236}">
                <a16:creationId xmlns:a16="http://schemas.microsoft.com/office/drawing/2014/main" id="{48E260E0-B6B8-492D-8AAD-D8EBFB0E33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0B91805C-1D6B-4A12-B6E2-ADEF2BA7A6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6E754A0C-1E31-4EE3-B218-98268157EE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FB77FDE6-C16B-44C2-BCD5-3D65C410B20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2B9A7143-D14A-4EDB-8B2B-67E00E5668B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A90F87A0-F843-4EEC-B884-CDB51C1B2E5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crop(image, 1, 3)">
            <a:extLst xmlns:a="http://schemas.openxmlformats.org/drawingml/2006/main">
              <a:ext uri="{FF2B5EF4-FFF2-40B4-BE49-F238E27FC236}">
                <a16:creationId xmlns:a16="http://schemas.microsoft.com/office/drawing/2014/main" id="{4840F452-36D5-4BC6-AD0C-19712902F7F3}"/>
              </a:ext>
            </a:extLst>
          </p:cNvPr>
          <p:cNvSpPr>
            <a:spLocks xmlns:a="http://schemas.openxmlformats.org/drawingml/2006/main" noGrp="1"/>
          </p:cNvSpPr>
          <p:nvPr/>
        </p:nvSpPr>
        <p:spPr>
          <a:xfrm xmlns:a="http://schemas.openxmlformats.org/drawingml/2006/main">
            <a:off x="609600" y="15716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Consolas"/>
                <a:ea typeface="Consolas"/>
                <a:cs typeface="Consolas"/>
              </a:defRPr>
            </a:defPPr>
            <a:lvl1pPr algn="l">
              <a:defRPr sz="2550" b="1">
                <a:solidFill>
                  <a:srgbClr val="0B6172"/>
                </a:solidFill>
                <a:latin typeface="Consolas"/>
                <a:ea typeface="Consolas"/>
                <a:cs typeface="Consolas"/>
              </a:defRPr>
            </a:lvl1pPr>
            <a:lvl2pPr algn="l">
              <a:defRPr sz="2550" b="1">
                <a:solidFill>
                  <a:srgbClr val="0B6172"/>
                </a:solidFill>
                <a:latin typeface="Consolas"/>
                <a:ea typeface="Consolas"/>
                <a:cs typeface="Consolas"/>
              </a:defRPr>
            </a:lvl2pPr>
            <a:lvl3pPr algn="l">
              <a:defRPr sz="2550" b="1">
                <a:solidFill>
                  <a:srgbClr val="0B6172"/>
                </a:solidFill>
                <a:latin typeface="Consolas"/>
                <a:ea typeface="Consolas"/>
                <a:cs typeface="Consolas"/>
              </a:defRPr>
            </a:lvl3pPr>
            <a:lvl4pPr algn="l">
              <a:defRPr sz="2550" b="1">
                <a:solidFill>
                  <a:srgbClr val="0B6172"/>
                </a:solidFill>
                <a:latin typeface="Consolas"/>
                <a:ea typeface="Consolas"/>
                <a:cs typeface="Consolas"/>
              </a:defRPr>
            </a:lvl4pPr>
            <a:lvl5pPr algn="l">
              <a:defRPr sz="2550" b="1">
                <a:solidFill>
                  <a:srgbClr val="0B6172"/>
                </a:solidFill>
                <a:latin typeface="Consolas"/>
                <a:ea typeface="Consolas"/>
                <a:cs typeface="Consolas"/>
              </a:defRPr>
            </a:lvl5pPr>
            <a:lvl6pPr algn="l">
              <a:defRPr sz="2550" b="1">
                <a:solidFill>
                  <a:srgbClr val="0B6172"/>
                </a:solidFill>
                <a:latin typeface="Consolas"/>
                <a:ea typeface="Consolas"/>
                <a:cs typeface="Consolas"/>
              </a:defRPr>
            </a:lvl6pPr>
            <a:lvl7pPr algn="l">
              <a:defRPr sz="2550" b="1">
                <a:solidFill>
                  <a:srgbClr val="0B6172"/>
                </a:solidFill>
                <a:latin typeface="Consolas"/>
                <a:ea typeface="Consolas"/>
                <a:cs typeface="Consolas"/>
              </a:defRPr>
            </a:lvl7pPr>
            <a:lvl8pPr algn="l">
              <a:defRPr sz="2550" b="1">
                <a:solidFill>
                  <a:srgbClr val="0B6172"/>
                </a:solidFill>
                <a:latin typeface="Consolas"/>
                <a:ea typeface="Consolas"/>
                <a:cs typeface="Consolas"/>
              </a:defRPr>
            </a:lvl8pPr>
            <a:lvl9pPr algn="l">
              <a:defRPr sz="2550" b="1">
                <a:solidFill>
                  <a:srgbClr val="0B6172"/>
                </a:solidFill>
                <a:latin typeface="Consolas"/>
                <a:ea typeface="Consolas"/>
                <a:cs typeface="Consolas"/>
              </a:defRPr>
            </a:lvl9pPr>
          </a:lstStyle>
          <a:p xmlns:a="http://schemas.openxmlformats.org/drawingml/2006/main">
            <a:pPr algn="l">
              <a:defRPr sz="2550" b="1">
                <a:solidFill>
                  <a:srgbClr val="0B6172"/>
                </a:solidFill>
                <a:latin typeface="Consolas"/>
                <a:ea typeface="Consolas"/>
                <a:cs typeface="Consolas"/>
              </a:defRPr>
            </a:pPr>
            <a:r>
              <a:rPr sz="2550" b="1">
                <a:solidFill>
                  <a:srgbClr val="0B6172"/>
                </a:solidFill>
                <a:latin typeface="Consolas"/>
                <a:ea typeface="Consolas"/>
                <a:cs typeface="Consolas"/>
              </a:rPr>
              <a:t>crop(image, 1, 3)</a:t>
            </a:r>
          </a:p>
        </p:txBody>
      </p:sp>
      <p:sp>
        <p:nvSpPr>
          <p:cNvPr id="8" name="끝 좌표 3은 포함하지 않는 계약">
            <a:extLst xmlns:a="http://schemas.openxmlformats.org/drawingml/2006/main">
              <a:ext uri="{FF2B5EF4-FFF2-40B4-BE49-F238E27FC236}">
                <a16:creationId xmlns:a16="http://schemas.microsoft.com/office/drawing/2014/main" id="{CC1BCF36-F4B7-4873-83D5-096B006B446B}"/>
              </a:ext>
            </a:extLst>
          </p:cNvPr>
          <p:cNvSpPr>
            <a:spLocks xmlns:a="http://schemas.openxmlformats.org/drawingml/2006/main" noGrp="1"/>
          </p:cNvSpPr>
          <p:nvPr/>
        </p:nvSpPr>
        <p:spPr>
          <a:xfrm xmlns:a="http://schemas.openxmlformats.org/drawingml/2006/main">
            <a:off x="609600" y="20193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3은 포함하지 않는 계약</a:t>
            </a:r>
          </a:p>
        </p:txBody>
      </p:sp>
      <p:sp>
        <p:nvSpPr>
          <p:cNvPr id="9" name="입력">
            <a:extLst xmlns:a="http://schemas.openxmlformats.org/drawingml/2006/main">
              <a:ext uri="{FF2B5EF4-FFF2-40B4-BE49-F238E27FC236}">
                <a16:creationId xmlns:a16="http://schemas.microsoft.com/office/drawing/2014/main" id="{03B3F7C3-CCC6-4CEF-836C-A17A4DE70EE9}"/>
              </a:ext>
            </a:extLst>
          </p:cNvPr>
          <p:cNvSpPr>
            <a:spLocks xmlns:a="http://schemas.openxmlformats.org/drawingml/2006/main" noGrp="1"/>
          </p:cNvSpPr>
          <p:nvPr/>
        </p:nvSpPr>
        <p:spPr>
          <a:xfrm xmlns:a="http://schemas.openxmlformats.org/drawingml/2006/main">
            <a:off x="609600" y="257175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0" name="0">
            <a:extLst xmlns:a="http://schemas.openxmlformats.org/drawingml/2006/main">
              <a:ext uri="{FF2B5EF4-FFF2-40B4-BE49-F238E27FC236}">
                <a16:creationId xmlns:a16="http://schemas.microsoft.com/office/drawing/2014/main" id="{0A67F74E-EB12-450B-AD27-C5B540E3F06A}"/>
              </a:ext>
            </a:extLst>
          </p:cNvPr>
          <p:cNvSpPr>
            <a:spLocks xmlns:a="http://schemas.openxmlformats.org/drawingml/2006/main" noGrp="1"/>
          </p:cNvSpPr>
          <p:nvPr/>
        </p:nvSpPr>
        <p:spPr>
          <a:xfrm xmlns:a="http://schemas.openxmlformats.org/drawingml/2006/main">
            <a:off x="14859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1" name="1">
            <a:extLst xmlns:a="http://schemas.openxmlformats.org/drawingml/2006/main">
              <a:ext uri="{FF2B5EF4-FFF2-40B4-BE49-F238E27FC236}">
                <a16:creationId xmlns:a16="http://schemas.microsoft.com/office/drawing/2014/main" id="{BF4A6D2D-96C7-44E5-81C8-6764DD5E9265}"/>
              </a:ext>
            </a:extLst>
          </p:cNvPr>
          <p:cNvSpPr>
            <a:spLocks xmlns:a="http://schemas.openxmlformats.org/drawingml/2006/main" noGrp="1"/>
          </p:cNvSpPr>
          <p:nvPr/>
        </p:nvSpPr>
        <p:spPr>
          <a:xfrm xmlns:a="http://schemas.openxmlformats.org/drawingml/2006/main">
            <a:off x="21526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2" name="2">
            <a:extLst xmlns:a="http://schemas.openxmlformats.org/drawingml/2006/main">
              <a:ext uri="{FF2B5EF4-FFF2-40B4-BE49-F238E27FC236}">
                <a16:creationId xmlns:a16="http://schemas.microsoft.com/office/drawing/2014/main" id="{048CBC2B-2525-4C37-9795-A5F4A05A6DBF}"/>
              </a:ext>
            </a:extLst>
          </p:cNvPr>
          <p:cNvSpPr>
            <a:spLocks xmlns:a="http://schemas.openxmlformats.org/drawingml/2006/main" noGrp="1"/>
          </p:cNvSpPr>
          <p:nvPr/>
        </p:nvSpPr>
        <p:spPr>
          <a:xfrm xmlns:a="http://schemas.openxmlformats.org/drawingml/2006/main">
            <a:off x="28194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3" name="3">
            <a:extLst xmlns:a="http://schemas.openxmlformats.org/drawingml/2006/main">
              <a:ext uri="{FF2B5EF4-FFF2-40B4-BE49-F238E27FC236}">
                <a16:creationId xmlns:a16="http://schemas.microsoft.com/office/drawing/2014/main" id="{792B2EA8-629D-426F-9EF2-63DF13DC3BA8}"/>
              </a:ext>
            </a:extLst>
          </p:cNvPr>
          <p:cNvSpPr>
            <a:spLocks xmlns:a="http://schemas.openxmlformats.org/drawingml/2006/main" noGrp="1"/>
          </p:cNvSpPr>
          <p:nvPr/>
        </p:nvSpPr>
        <p:spPr>
          <a:xfrm xmlns:a="http://schemas.openxmlformats.org/drawingml/2006/main">
            <a:off x="34861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4" name="">
            <a:extLst xmlns:a="http://schemas.openxmlformats.org/drawingml/2006/main">
              <a:ext uri="{FF2B5EF4-FFF2-40B4-BE49-F238E27FC236}">
                <a16:creationId xmlns:a16="http://schemas.microsoft.com/office/drawing/2014/main" id="{8CBDB380-FCC1-42AC-ADD2-859D7D6BBE40}"/>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1">
            <a:extLst xmlns:a="http://schemas.openxmlformats.org/drawingml/2006/main">
              <a:ext uri="{FF2B5EF4-FFF2-40B4-BE49-F238E27FC236}">
                <a16:creationId xmlns:a16="http://schemas.microsoft.com/office/drawing/2014/main" id="{35293D85-252A-41A6-888F-8DC373CA832D}"/>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6" name="">
            <a:extLst xmlns:a="http://schemas.openxmlformats.org/drawingml/2006/main">
              <a:ext uri="{FF2B5EF4-FFF2-40B4-BE49-F238E27FC236}">
                <a16:creationId xmlns:a16="http://schemas.microsoft.com/office/drawing/2014/main" id="{1DAEF92C-5263-4BD1-B6B7-5FA04ADEE672}"/>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2">
            <a:extLst xmlns:a="http://schemas.openxmlformats.org/drawingml/2006/main">
              <a:ext uri="{FF2B5EF4-FFF2-40B4-BE49-F238E27FC236}">
                <a16:creationId xmlns:a16="http://schemas.microsoft.com/office/drawing/2014/main" id="{89A4A2F0-94C0-4BB1-B668-83B68AB73439}"/>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8" name="">
            <a:extLst xmlns:a="http://schemas.openxmlformats.org/drawingml/2006/main">
              <a:ext uri="{FF2B5EF4-FFF2-40B4-BE49-F238E27FC236}">
                <a16:creationId xmlns:a16="http://schemas.microsoft.com/office/drawing/2014/main" id="{43BAEF94-5E27-45B5-9612-59B0A451010A}"/>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3">
            <a:extLst xmlns:a="http://schemas.openxmlformats.org/drawingml/2006/main">
              <a:ext uri="{FF2B5EF4-FFF2-40B4-BE49-F238E27FC236}">
                <a16:creationId xmlns:a16="http://schemas.microsoft.com/office/drawing/2014/main" id="{2C14D14B-9A9D-4AC5-A85D-55D4D29CBCEF}"/>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0" name="">
            <a:extLst xmlns:a="http://schemas.openxmlformats.org/drawingml/2006/main">
              <a:ext uri="{FF2B5EF4-FFF2-40B4-BE49-F238E27FC236}">
                <a16:creationId xmlns:a16="http://schemas.microsoft.com/office/drawing/2014/main" id="{A586F3C6-567C-4CD9-AEB2-60778A11E8E3}"/>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4">
            <a:extLst xmlns:a="http://schemas.openxmlformats.org/drawingml/2006/main">
              <a:ext uri="{FF2B5EF4-FFF2-40B4-BE49-F238E27FC236}">
                <a16:creationId xmlns:a16="http://schemas.microsoft.com/office/drawing/2014/main" id="{FDB193CD-C661-4B24-9246-1BC130050DA3}"/>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2" name="">
            <a:extLst xmlns:a="http://schemas.openxmlformats.org/drawingml/2006/main">
              <a:ext uri="{FF2B5EF4-FFF2-40B4-BE49-F238E27FC236}">
                <a16:creationId xmlns:a16="http://schemas.microsoft.com/office/drawing/2014/main" id="{5F0F5F10-DC83-4D51-9D39-BF0F6A10DFD7}"/>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5">
            <a:extLst xmlns:a="http://schemas.openxmlformats.org/drawingml/2006/main">
              <a:ext uri="{FF2B5EF4-FFF2-40B4-BE49-F238E27FC236}">
                <a16:creationId xmlns:a16="http://schemas.microsoft.com/office/drawing/2014/main" id="{016F001A-893E-4452-A970-5EB7041CA1F7}"/>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5</a:t>
            </a:r>
          </a:p>
        </p:txBody>
      </p:sp>
      <p:sp>
        <p:nvSpPr>
          <p:cNvPr id="24" name="">
            <a:extLst xmlns:a="http://schemas.openxmlformats.org/drawingml/2006/main">
              <a:ext uri="{FF2B5EF4-FFF2-40B4-BE49-F238E27FC236}">
                <a16:creationId xmlns:a16="http://schemas.microsoft.com/office/drawing/2014/main" id="{308D3D86-BED4-486E-9883-3DB9E1E7941A}"/>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5" name="6">
            <a:extLst xmlns:a="http://schemas.openxmlformats.org/drawingml/2006/main">
              <a:ext uri="{FF2B5EF4-FFF2-40B4-BE49-F238E27FC236}">
                <a16:creationId xmlns:a16="http://schemas.microsoft.com/office/drawing/2014/main" id="{7BBC6B8C-BCB0-41EB-AC0F-5DF0A42BA353}"/>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26" name="">
            <a:extLst xmlns:a="http://schemas.openxmlformats.org/drawingml/2006/main">
              <a:ext uri="{FF2B5EF4-FFF2-40B4-BE49-F238E27FC236}">
                <a16:creationId xmlns:a16="http://schemas.microsoft.com/office/drawing/2014/main" id="{3AC9F9C7-738D-4C21-B757-0E43683E800A}"/>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7">
            <a:extLst xmlns:a="http://schemas.openxmlformats.org/drawingml/2006/main">
              <a:ext uri="{FF2B5EF4-FFF2-40B4-BE49-F238E27FC236}">
                <a16:creationId xmlns:a16="http://schemas.microsoft.com/office/drawing/2014/main" id="{C3A66F6F-0974-4D01-8D0A-8CB6937E7B6B}"/>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28" name="">
            <a:extLst xmlns:a="http://schemas.openxmlformats.org/drawingml/2006/main">
              <a:ext uri="{FF2B5EF4-FFF2-40B4-BE49-F238E27FC236}">
                <a16:creationId xmlns:a16="http://schemas.microsoft.com/office/drawing/2014/main" id="{3430C3A9-1ED8-47B2-8791-9B57F8395A94}"/>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8">
            <a:extLst xmlns:a="http://schemas.openxmlformats.org/drawingml/2006/main">
              <a:ext uri="{FF2B5EF4-FFF2-40B4-BE49-F238E27FC236}">
                <a16:creationId xmlns:a16="http://schemas.microsoft.com/office/drawing/2014/main" id="{5C3DCE8B-F5E7-41D5-B627-E944C466855D}"/>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30" name="열 index">
            <a:extLst xmlns:a="http://schemas.openxmlformats.org/drawingml/2006/main">
              <a:ext uri="{FF2B5EF4-FFF2-40B4-BE49-F238E27FC236}">
                <a16:creationId xmlns:a16="http://schemas.microsoft.com/office/drawing/2014/main" id="{7058534A-0354-47FE-A676-98908A8DF107}"/>
              </a:ext>
            </a:extLst>
          </p:cNvPr>
          <p:cNvSpPr>
            <a:spLocks xmlns:a="http://schemas.openxmlformats.org/drawingml/2006/main" noGrp="1"/>
          </p:cNvSpPr>
          <p:nvPr/>
        </p:nvSpPr>
        <p:spPr>
          <a:xfrm xmlns:a="http://schemas.openxmlformats.org/drawingml/2006/main">
            <a:off x="4248150" y="242887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열 index</a:t>
            </a:r>
          </a:p>
        </p:txBody>
      </p:sp>
      <p:sp>
        <p:nvSpPr>
          <p:cNvPr id="31" name="기대">
            <a:extLst xmlns:a="http://schemas.openxmlformats.org/drawingml/2006/main">
              <a:ext uri="{FF2B5EF4-FFF2-40B4-BE49-F238E27FC236}">
                <a16:creationId xmlns:a16="http://schemas.microsoft.com/office/drawing/2014/main" id="{237493DD-F4CB-4138-BE2A-EAA7094A543C}"/>
              </a:ext>
            </a:extLst>
          </p:cNvPr>
          <p:cNvSpPr>
            <a:spLocks xmlns:a="http://schemas.openxmlformats.org/drawingml/2006/main" noGrp="1"/>
          </p:cNvSpPr>
          <p:nvPr/>
        </p:nvSpPr>
        <p:spPr>
          <a:xfrm xmlns:a="http://schemas.openxmlformats.org/drawingml/2006/main">
            <a:off x="6096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기대</a:t>
            </a:r>
          </a:p>
        </p:txBody>
      </p:sp>
      <p:sp>
        <p:nvSpPr>
          <p:cNvPr id="32" name="">
            <a:extLst xmlns:a="http://schemas.openxmlformats.org/drawingml/2006/main">
              <a:ext uri="{FF2B5EF4-FFF2-40B4-BE49-F238E27FC236}">
                <a16:creationId xmlns:a16="http://schemas.microsoft.com/office/drawing/2014/main" id="{9D2A7EE8-BDA0-40B0-AE5F-345250333CA5}"/>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2">
            <a:extLst xmlns:a="http://schemas.openxmlformats.org/drawingml/2006/main">
              <a:ext uri="{FF2B5EF4-FFF2-40B4-BE49-F238E27FC236}">
                <a16:creationId xmlns:a16="http://schemas.microsoft.com/office/drawing/2014/main" id="{76DE704B-58DF-4AB5-9A22-0C44647A21F9}"/>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4" name="">
            <a:extLst xmlns:a="http://schemas.openxmlformats.org/drawingml/2006/main">
              <a:ext uri="{FF2B5EF4-FFF2-40B4-BE49-F238E27FC236}">
                <a16:creationId xmlns:a16="http://schemas.microsoft.com/office/drawing/2014/main" id="{768AE25B-7D91-4FF5-9BF9-7C490D075986}"/>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5" name="3">
            <a:extLst xmlns:a="http://schemas.openxmlformats.org/drawingml/2006/main">
              <a:ext uri="{FF2B5EF4-FFF2-40B4-BE49-F238E27FC236}">
                <a16:creationId xmlns:a16="http://schemas.microsoft.com/office/drawing/2014/main" id="{7DEA3E34-5B9B-4AF3-8D6C-4750795E8417}"/>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6" name="">
            <a:extLst xmlns:a="http://schemas.openxmlformats.org/drawingml/2006/main">
              <a:ext uri="{FF2B5EF4-FFF2-40B4-BE49-F238E27FC236}">
                <a16:creationId xmlns:a16="http://schemas.microsoft.com/office/drawing/2014/main" id="{83CC6C31-8249-4A71-8C70-0536A02DAB79}"/>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7" name="6">
            <a:extLst xmlns:a="http://schemas.openxmlformats.org/drawingml/2006/main">
              <a:ext uri="{FF2B5EF4-FFF2-40B4-BE49-F238E27FC236}">
                <a16:creationId xmlns:a16="http://schemas.microsoft.com/office/drawing/2014/main" id="{EC6B6F71-1FA7-491E-B631-9B7DF5CE081E}"/>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38" name="">
            <a:extLst xmlns:a="http://schemas.openxmlformats.org/drawingml/2006/main">
              <a:ext uri="{FF2B5EF4-FFF2-40B4-BE49-F238E27FC236}">
                <a16:creationId xmlns:a16="http://schemas.microsoft.com/office/drawing/2014/main" id="{6C5F3CF4-3FBE-44B8-8BD7-5246E5F6231F}"/>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9" name="7">
            <a:extLst xmlns:a="http://schemas.openxmlformats.org/drawingml/2006/main">
              <a:ext uri="{FF2B5EF4-FFF2-40B4-BE49-F238E27FC236}">
                <a16:creationId xmlns:a16="http://schemas.microsoft.com/office/drawing/2014/main" id="{50778C04-0269-4316-AEF4-24D62DD11616}"/>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40" name="구현 결과">
            <a:extLst xmlns:a="http://schemas.openxmlformats.org/drawingml/2006/main">
              <a:ext uri="{FF2B5EF4-FFF2-40B4-BE49-F238E27FC236}">
                <a16:creationId xmlns:a16="http://schemas.microsoft.com/office/drawing/2014/main" id="{775104B2-F51A-4D59-8E04-94ED7BE52A1F}"/>
              </a:ext>
            </a:extLst>
          </p:cNvPr>
          <p:cNvSpPr>
            <a:spLocks xmlns:a="http://schemas.openxmlformats.org/drawingml/2006/main" noGrp="1"/>
          </p:cNvSpPr>
          <p:nvPr/>
        </p:nvSpPr>
        <p:spPr>
          <a:xfrm xmlns:a="http://schemas.openxmlformats.org/drawingml/2006/main">
            <a:off x="3048000" y="44100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B42318"/>
                </a:solidFill>
                <a:latin typeface="Malgun Gothic"/>
                <a:ea typeface="Malgun Gothic"/>
                <a:cs typeface="Malgun Gothic"/>
              </a:defRPr>
            </a:defPPr>
            <a:lvl1pPr algn="l">
              <a:defRPr sz="1800" b="1">
                <a:solidFill>
                  <a:srgbClr val="B42318"/>
                </a:solidFill>
                <a:latin typeface="Malgun Gothic"/>
                <a:ea typeface="Malgun Gothic"/>
                <a:cs typeface="Malgun Gothic"/>
              </a:defRPr>
            </a:lvl1pPr>
            <a:lvl2pPr algn="l">
              <a:defRPr sz="1800" b="1">
                <a:solidFill>
                  <a:srgbClr val="B42318"/>
                </a:solidFill>
                <a:latin typeface="Malgun Gothic"/>
                <a:ea typeface="Malgun Gothic"/>
                <a:cs typeface="Malgun Gothic"/>
              </a:defRPr>
            </a:lvl2pPr>
            <a:lvl3pPr algn="l">
              <a:defRPr sz="1800" b="1">
                <a:solidFill>
                  <a:srgbClr val="B42318"/>
                </a:solidFill>
                <a:latin typeface="Malgun Gothic"/>
                <a:ea typeface="Malgun Gothic"/>
                <a:cs typeface="Malgun Gothic"/>
              </a:defRPr>
            </a:lvl3pPr>
            <a:lvl4pPr algn="l">
              <a:defRPr sz="1800" b="1">
                <a:solidFill>
                  <a:srgbClr val="B42318"/>
                </a:solidFill>
                <a:latin typeface="Malgun Gothic"/>
                <a:ea typeface="Malgun Gothic"/>
                <a:cs typeface="Malgun Gothic"/>
              </a:defRPr>
            </a:lvl4pPr>
            <a:lvl5pPr algn="l">
              <a:defRPr sz="1800" b="1">
                <a:solidFill>
                  <a:srgbClr val="B42318"/>
                </a:solidFill>
                <a:latin typeface="Malgun Gothic"/>
                <a:ea typeface="Malgun Gothic"/>
                <a:cs typeface="Malgun Gothic"/>
              </a:defRPr>
            </a:lvl5pPr>
            <a:lvl6pPr algn="l">
              <a:defRPr sz="1800" b="1">
                <a:solidFill>
                  <a:srgbClr val="B42318"/>
                </a:solidFill>
                <a:latin typeface="Malgun Gothic"/>
                <a:ea typeface="Malgun Gothic"/>
                <a:cs typeface="Malgun Gothic"/>
              </a:defRPr>
            </a:lvl6pPr>
            <a:lvl7pPr algn="l">
              <a:defRPr sz="1800" b="1">
                <a:solidFill>
                  <a:srgbClr val="B42318"/>
                </a:solidFill>
                <a:latin typeface="Malgun Gothic"/>
                <a:ea typeface="Malgun Gothic"/>
                <a:cs typeface="Malgun Gothic"/>
              </a:defRPr>
            </a:lvl7pPr>
            <a:lvl8pPr algn="l">
              <a:defRPr sz="1800" b="1">
                <a:solidFill>
                  <a:srgbClr val="B42318"/>
                </a:solidFill>
                <a:latin typeface="Malgun Gothic"/>
                <a:ea typeface="Malgun Gothic"/>
                <a:cs typeface="Malgun Gothic"/>
              </a:defRPr>
            </a:lvl8pPr>
            <a:lvl9pPr algn="l">
              <a:defRPr sz="1800" b="1">
                <a:solidFill>
                  <a:srgbClr val="B42318"/>
                </a:solidFill>
                <a:latin typeface="Malgun Gothic"/>
                <a:ea typeface="Malgun Gothic"/>
                <a:cs typeface="Malgun Gothic"/>
              </a:defRPr>
            </a:lvl9pPr>
          </a:lstStyle>
          <a:p xmlns:a="http://schemas.openxmlformats.org/drawingml/2006/main">
            <a:pPr algn="l">
              <a:defRPr sz="1800" b="1">
                <a:solidFill>
                  <a:srgbClr val="B42318"/>
                </a:solidFill>
                <a:latin typeface="Malgun Gothic"/>
                <a:ea typeface="Malgun Gothic"/>
                <a:cs typeface="Malgun Gothic"/>
              </a:defRPr>
            </a:pPr>
            <a:r>
              <a:rPr sz="1800" b="1">
                <a:solidFill>
                  <a:srgbClr val="B42318"/>
                </a:solidFill>
                <a:latin typeface="Malgun Gothic"/>
                <a:ea typeface="Malgun Gothic"/>
                <a:cs typeface="Malgun Gothic"/>
              </a:rPr>
              <a:t>구현 결과</a:t>
            </a:r>
          </a:p>
        </p:txBody>
      </p:sp>
      <p:sp>
        <p:nvSpPr>
          <p:cNvPr id="41" name="">
            <a:extLst xmlns:a="http://schemas.openxmlformats.org/drawingml/2006/main">
              <a:ext uri="{FF2B5EF4-FFF2-40B4-BE49-F238E27FC236}">
                <a16:creationId xmlns:a16="http://schemas.microsoft.com/office/drawing/2014/main" id="{95A9DC51-AB71-4B5A-9359-F782D58988E4}"/>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2" name="2">
            <a:extLst xmlns:a="http://schemas.openxmlformats.org/drawingml/2006/main">
              <a:ext uri="{FF2B5EF4-FFF2-40B4-BE49-F238E27FC236}">
                <a16:creationId xmlns:a16="http://schemas.microsoft.com/office/drawing/2014/main" id="{A579F2E8-E272-4EED-AAA6-9A146795A322}"/>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43" name="">
            <a:extLst xmlns:a="http://schemas.openxmlformats.org/drawingml/2006/main">
              <a:ext uri="{FF2B5EF4-FFF2-40B4-BE49-F238E27FC236}">
                <a16:creationId xmlns:a16="http://schemas.microsoft.com/office/drawing/2014/main" id="{770B3D95-91BB-4933-8EEF-DA406859D734}"/>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4" name="3">
            <a:extLst xmlns:a="http://schemas.openxmlformats.org/drawingml/2006/main">
              <a:ext uri="{FF2B5EF4-FFF2-40B4-BE49-F238E27FC236}">
                <a16:creationId xmlns:a16="http://schemas.microsoft.com/office/drawing/2014/main" id="{6E1595EA-7985-4007-AB35-E277D9157B81}"/>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45" name="">
            <a:extLst xmlns:a="http://schemas.openxmlformats.org/drawingml/2006/main">
              <a:ext uri="{FF2B5EF4-FFF2-40B4-BE49-F238E27FC236}">
                <a16:creationId xmlns:a16="http://schemas.microsoft.com/office/drawing/2014/main" id="{A45DA4F7-2E7A-46C7-A71D-AA9DCC1CAC8E}"/>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46" name="4">
            <a:extLst xmlns:a="http://schemas.openxmlformats.org/drawingml/2006/main">
              <a:ext uri="{FF2B5EF4-FFF2-40B4-BE49-F238E27FC236}">
                <a16:creationId xmlns:a16="http://schemas.microsoft.com/office/drawing/2014/main" id="{D62F8C29-90BB-477E-A48C-E1E3462F7A2E}"/>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47" name="">
            <a:extLst xmlns:a="http://schemas.openxmlformats.org/drawingml/2006/main">
              <a:ext uri="{FF2B5EF4-FFF2-40B4-BE49-F238E27FC236}">
                <a16:creationId xmlns:a16="http://schemas.microsoft.com/office/drawing/2014/main" id="{5A614A1B-6D84-492B-A922-AD6099EC9CD9}"/>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6">
            <a:extLst xmlns:a="http://schemas.openxmlformats.org/drawingml/2006/main">
              <a:ext uri="{FF2B5EF4-FFF2-40B4-BE49-F238E27FC236}">
                <a16:creationId xmlns:a16="http://schemas.microsoft.com/office/drawing/2014/main" id="{620F7E34-9ED7-4D1E-A690-2F0C96A12A57}"/>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49" name="">
            <a:extLst xmlns:a="http://schemas.openxmlformats.org/drawingml/2006/main">
              <a:ext uri="{FF2B5EF4-FFF2-40B4-BE49-F238E27FC236}">
                <a16:creationId xmlns:a16="http://schemas.microsoft.com/office/drawing/2014/main" id="{53589874-6889-477E-B0A4-28C9FBDD35FD}"/>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50" name="7">
            <a:extLst xmlns:a="http://schemas.openxmlformats.org/drawingml/2006/main">
              <a:ext uri="{FF2B5EF4-FFF2-40B4-BE49-F238E27FC236}">
                <a16:creationId xmlns:a16="http://schemas.microsoft.com/office/drawing/2014/main" id="{5D2D5F7E-ADAD-4951-843F-6C84003B87D4}"/>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51" name="">
            <a:extLst xmlns:a="http://schemas.openxmlformats.org/drawingml/2006/main">
              <a:ext uri="{FF2B5EF4-FFF2-40B4-BE49-F238E27FC236}">
                <a16:creationId xmlns:a16="http://schemas.microsoft.com/office/drawing/2014/main" id="{F5B05FA7-6003-49E9-83DA-8BB345983E1C}"/>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52" name="8">
            <a:extLst xmlns:a="http://schemas.openxmlformats.org/drawingml/2006/main">
              <a:ext uri="{FF2B5EF4-FFF2-40B4-BE49-F238E27FC236}">
                <a16:creationId xmlns:a16="http://schemas.microsoft.com/office/drawing/2014/main" id="{7760CD89-045C-495A-B4F7-6F3AAADE73B3}"/>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53" name="한 열이 더 포함됨">
            <a:extLst xmlns:a="http://schemas.openxmlformats.org/drawingml/2006/main">
              <a:ext uri="{FF2B5EF4-FFF2-40B4-BE49-F238E27FC236}">
                <a16:creationId xmlns:a16="http://schemas.microsoft.com/office/drawing/2014/main" id="{6C66AB59-F9BF-4B35-9C91-CAF4CE531886}"/>
              </a:ext>
            </a:extLst>
          </p:cNvPr>
          <p:cNvSpPr>
            <a:spLocks xmlns:a="http://schemas.openxmlformats.org/drawingml/2006/main" noGrp="1"/>
          </p:cNvSpPr>
          <p:nvPr/>
        </p:nvSpPr>
        <p:spPr>
          <a:xfrm xmlns:a="http://schemas.openxmlformats.org/drawingml/2006/main">
            <a:off x="4391025" y="5429250"/>
            <a:ext cx="1952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B42318"/>
                </a:solidFill>
                <a:latin typeface="Malgun Gothic"/>
                <a:ea typeface="Malgun Gothic"/>
                <a:cs typeface="Malgun Gothic"/>
              </a:defRPr>
            </a:defPPr>
            <a:lvl1pPr algn="l">
              <a:defRPr sz="1650" b="1">
                <a:solidFill>
                  <a:srgbClr val="B42318"/>
                </a:solidFill>
                <a:latin typeface="Malgun Gothic"/>
                <a:ea typeface="Malgun Gothic"/>
                <a:cs typeface="Malgun Gothic"/>
              </a:defRPr>
            </a:lvl1pPr>
            <a:lvl2pPr algn="l">
              <a:defRPr sz="1650" b="1">
                <a:solidFill>
                  <a:srgbClr val="B42318"/>
                </a:solidFill>
                <a:latin typeface="Malgun Gothic"/>
                <a:ea typeface="Malgun Gothic"/>
                <a:cs typeface="Malgun Gothic"/>
              </a:defRPr>
            </a:lvl2pPr>
            <a:lvl3pPr algn="l">
              <a:defRPr sz="1650" b="1">
                <a:solidFill>
                  <a:srgbClr val="B42318"/>
                </a:solidFill>
                <a:latin typeface="Malgun Gothic"/>
                <a:ea typeface="Malgun Gothic"/>
                <a:cs typeface="Malgun Gothic"/>
              </a:defRPr>
            </a:lvl3pPr>
            <a:lvl4pPr algn="l">
              <a:defRPr sz="1650" b="1">
                <a:solidFill>
                  <a:srgbClr val="B42318"/>
                </a:solidFill>
                <a:latin typeface="Malgun Gothic"/>
                <a:ea typeface="Malgun Gothic"/>
                <a:cs typeface="Malgun Gothic"/>
              </a:defRPr>
            </a:lvl4pPr>
            <a:lvl5pPr algn="l">
              <a:defRPr sz="1650" b="1">
                <a:solidFill>
                  <a:srgbClr val="B42318"/>
                </a:solidFill>
                <a:latin typeface="Malgun Gothic"/>
                <a:ea typeface="Malgun Gothic"/>
                <a:cs typeface="Malgun Gothic"/>
              </a:defRPr>
            </a:lvl5pPr>
            <a:lvl6pPr algn="l">
              <a:defRPr sz="1650" b="1">
                <a:solidFill>
                  <a:srgbClr val="B42318"/>
                </a:solidFill>
                <a:latin typeface="Malgun Gothic"/>
                <a:ea typeface="Malgun Gothic"/>
                <a:cs typeface="Malgun Gothic"/>
              </a:defRPr>
            </a:lvl6pPr>
            <a:lvl7pPr algn="l">
              <a:defRPr sz="1650" b="1">
                <a:solidFill>
                  <a:srgbClr val="B42318"/>
                </a:solidFill>
                <a:latin typeface="Malgun Gothic"/>
                <a:ea typeface="Malgun Gothic"/>
                <a:cs typeface="Malgun Gothic"/>
              </a:defRPr>
            </a:lvl7pPr>
            <a:lvl8pPr algn="l">
              <a:defRPr sz="1650" b="1">
                <a:solidFill>
                  <a:srgbClr val="B42318"/>
                </a:solidFill>
                <a:latin typeface="Malgun Gothic"/>
                <a:ea typeface="Malgun Gothic"/>
                <a:cs typeface="Malgun Gothic"/>
              </a:defRPr>
            </a:lvl8pPr>
            <a:lvl9pPr algn="l">
              <a:defRPr sz="1650" b="1">
                <a:solidFill>
                  <a:srgbClr val="B42318"/>
                </a:solidFill>
                <a:latin typeface="Malgun Gothic"/>
                <a:ea typeface="Malgun Gothic"/>
                <a:cs typeface="Malgun Gothic"/>
              </a:defRPr>
            </a:lvl9pPr>
          </a:lstStyle>
          <a:p xmlns:a="http://schemas.openxmlformats.org/drawingml/2006/main">
            <a:pPr algn="l">
              <a:defRPr sz="1650" b="1">
                <a:solidFill>
                  <a:srgbClr val="B42318"/>
                </a:solidFill>
                <a:latin typeface="Malgun Gothic"/>
                <a:ea typeface="Malgun Gothic"/>
                <a:cs typeface="Malgun Gothic"/>
              </a:defRPr>
            </a:pPr>
            <a:r>
              <a:rPr sz="1650" b="1">
                <a:solidFill>
                  <a:srgbClr val="B42318"/>
                </a:solidFill>
                <a:latin typeface="Malgun Gothic"/>
                <a:ea typeface="Malgun Gothic"/>
                <a:cs typeface="Malgun Gothic"/>
              </a:rPr>
              <a:t>한 열이 더 포함됨</a:t>
            </a:r>
          </a:p>
        </p:txBody>
      </p:sp>
      <p:sp>
        <p:nvSpPr>
          <p:cNvPr id="54" name="">
            <a:extLst xmlns:a="http://schemas.openxmlformats.org/drawingml/2006/main">
              <a:ext uri="{FF2B5EF4-FFF2-40B4-BE49-F238E27FC236}">
                <a16:creationId xmlns:a16="http://schemas.microsoft.com/office/drawing/2014/main" id="{8E54E517-9049-4822-8143-1F826D73C34D}"/>
              </a:ext>
            </a:extLst>
          </p:cNvPr>
          <p:cNvSpPr>
            <a:spLocks xmlns:a="http://schemas.openxmlformats.org/drawingml/2006/main" noGrp="1"/>
          </p:cNvSpPr>
          <p:nvPr/>
        </p:nvSpPr>
        <p:spPr>
          <a:xfrm xmlns:a="http://schemas.openxmlformats.org/drawingml/2006/main">
            <a:off x="6743700" y="1638300"/>
            <a:ext cx="19050" cy="3962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55" name="조사에서 연결한 근거">
            <a:extLst xmlns:a="http://schemas.openxmlformats.org/drawingml/2006/main">
              <a:ext uri="{FF2B5EF4-FFF2-40B4-BE49-F238E27FC236}">
                <a16:creationId xmlns:a16="http://schemas.microsoft.com/office/drawing/2014/main" id="{294BCCE6-DA27-4DD0-88A8-CDC8F1A47AEE}"/>
              </a:ext>
            </a:extLst>
          </p:cNvPr>
          <p:cNvSpPr>
            <a:spLocks xmlns:a="http://schemas.openxmlformats.org/drawingml/2006/main" noGrp="1"/>
          </p:cNvSpPr>
          <p:nvPr/>
        </p:nvSpPr>
        <p:spPr>
          <a:xfrm xmlns:a="http://schemas.openxmlformats.org/drawingml/2006/main">
            <a:off x="7162800" y="1638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56" name="01  실패 테스트">
            <a:extLst xmlns:a="http://schemas.openxmlformats.org/drawingml/2006/main">
              <a:ext uri="{FF2B5EF4-FFF2-40B4-BE49-F238E27FC236}">
                <a16:creationId xmlns:a16="http://schemas.microsoft.com/office/drawing/2014/main" id="{AA2691D5-DEB2-43C1-B541-67FC0E32C793}"/>
              </a:ext>
            </a:extLst>
          </p:cNvPr>
          <p:cNvSpPr>
            <a:spLocks xmlns:a="http://schemas.openxmlformats.org/drawingml/2006/main" noGrp="1"/>
          </p:cNvSpPr>
          <p:nvPr/>
        </p:nvSpPr>
        <p:spPr>
          <a:xfrm xmlns:a="http://schemas.openxmlformats.org/drawingml/2006/main">
            <a:off x="7162800" y="224790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57" name="test_crop_excludes_&#10;end_coordinate">
            <a:extLst xmlns:a="http://schemas.openxmlformats.org/drawingml/2006/main">
              <a:ext uri="{FF2B5EF4-FFF2-40B4-BE49-F238E27FC236}">
                <a16:creationId xmlns:a16="http://schemas.microsoft.com/office/drawing/2014/main" id="{5433A4E8-93FF-41F9-B842-9331AB8C6DCB}"/>
              </a:ext>
            </a:extLst>
          </p:cNvPr>
          <p:cNvSpPr>
            <a:spLocks xmlns:a="http://schemas.openxmlformats.org/drawingml/2006/main" noGrp="1"/>
          </p:cNvSpPr>
          <p:nvPr/>
        </p:nvSpPr>
        <p:spPr>
          <a:xfrm xmlns:a="http://schemas.openxmlformats.org/drawingml/2006/main">
            <a:off x="7162800" y="260032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58" name="02  제품의 호출 경로">
            <a:extLst xmlns:a="http://schemas.openxmlformats.org/drawingml/2006/main">
              <a:ext uri="{FF2B5EF4-FFF2-40B4-BE49-F238E27FC236}">
                <a16:creationId xmlns:a16="http://schemas.microsoft.com/office/drawing/2014/main" id="{39EB092B-7CE1-41C0-84B5-FF10755F5AA7}"/>
              </a:ext>
            </a:extLst>
          </p:cNvPr>
          <p:cNvSpPr>
            <a:spLocks xmlns:a="http://schemas.openxmlformats.org/drawingml/2006/main" noGrp="1"/>
          </p:cNvSpPr>
          <p:nvPr/>
        </p:nvSpPr>
        <p:spPr>
          <a:xfrm xmlns:a="http://schemas.openxmlformats.org/drawingml/2006/main">
            <a:off x="7162800" y="34004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59" name="cli.main → process_image → crop">
            <a:extLst xmlns:a="http://schemas.openxmlformats.org/drawingml/2006/main">
              <a:ext uri="{FF2B5EF4-FFF2-40B4-BE49-F238E27FC236}">
                <a16:creationId xmlns:a16="http://schemas.microsoft.com/office/drawing/2014/main" id="{BED4F45C-7071-4321-A545-BFA6F35E9693}"/>
              </a:ext>
            </a:extLst>
          </p:cNvPr>
          <p:cNvSpPr>
            <a:spLocks xmlns:a="http://schemas.openxmlformats.org/drawingml/2006/main" noGrp="1"/>
          </p:cNvSpPr>
          <p:nvPr/>
        </p:nvSpPr>
        <p:spPr>
          <a:xfrm xmlns:a="http://schemas.openxmlformats.org/drawingml/2006/main">
            <a:off x="7162800" y="378142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60" name="03  계약과 다른 구현">
            <a:extLst xmlns:a="http://schemas.openxmlformats.org/drawingml/2006/main">
              <a:ext uri="{FF2B5EF4-FFF2-40B4-BE49-F238E27FC236}">
                <a16:creationId xmlns:a16="http://schemas.microsoft.com/office/drawing/2014/main" id="{1F1B1FF5-2C9A-409F-850C-9ABF63C4CA8E}"/>
              </a:ext>
            </a:extLst>
          </p:cNvPr>
          <p:cNvSpPr>
            <a:spLocks xmlns:a="http://schemas.openxmlformats.org/drawingml/2006/main" noGrp="1"/>
          </p:cNvSpPr>
          <p:nvPr/>
        </p:nvSpPr>
        <p:spPr>
          <a:xfrm xmlns:a="http://schemas.openxmlformats.org/drawingml/2006/main">
            <a:off x="7162800" y="43529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계약과 다른 구현</a:t>
            </a:r>
          </a:p>
        </p:txBody>
      </p:sp>
      <p:sp>
        <p:nvSpPr>
          <p:cNvPr id="61" name="row[x_start : x_end + 1]">
            <a:extLst xmlns:a="http://schemas.openxmlformats.org/drawingml/2006/main">
              <a:ext uri="{FF2B5EF4-FFF2-40B4-BE49-F238E27FC236}">
                <a16:creationId xmlns:a16="http://schemas.microsoft.com/office/drawing/2014/main" id="{D08E81A9-F3B5-45E0-843D-20FAEDC5B291}"/>
              </a:ext>
            </a:extLst>
          </p:cNvPr>
          <p:cNvSpPr>
            <a:spLocks xmlns:a="http://schemas.openxmlformats.org/drawingml/2006/main" noGrp="1"/>
          </p:cNvSpPr>
          <p:nvPr/>
        </p:nvSpPr>
        <p:spPr>
          <a:xfrm xmlns:a="http://schemas.openxmlformats.org/drawingml/2006/main">
            <a:off x="7162800" y="4743450"/>
            <a:ext cx="4419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62" name="계약: [x_start, x_end)">
            <a:extLst xmlns:a="http://schemas.openxmlformats.org/drawingml/2006/main">
              <a:ext uri="{FF2B5EF4-FFF2-40B4-BE49-F238E27FC236}">
                <a16:creationId xmlns:a16="http://schemas.microsoft.com/office/drawing/2014/main" id="{C4B78BDE-9875-45A2-AF72-444D1D0DBC28}"/>
              </a:ext>
            </a:extLst>
          </p:cNvPr>
          <p:cNvSpPr>
            <a:spLocks xmlns:a="http://schemas.openxmlformats.org/drawingml/2006/main" noGrp="1"/>
          </p:cNvSpPr>
          <p:nvPr/>
        </p:nvSpPr>
        <p:spPr>
          <a:xfrm xmlns:a="http://schemas.openxmlformats.org/drawingml/2006/main">
            <a:off x="7162800" y="5210175"/>
            <a:ext cx="441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Consolas"/>
                <a:ea typeface="Consolas"/>
                <a:cs typeface="Consolas"/>
              </a:defRPr>
            </a:defPPr>
            <a:lvl1pPr algn="l">
              <a:defRPr sz="1950" b="0">
                <a:solidFill>
                  <a:srgbClr val="4D5A68"/>
                </a:solidFill>
                <a:latin typeface="Consolas"/>
                <a:ea typeface="Consolas"/>
                <a:cs typeface="Consolas"/>
              </a:defRPr>
            </a:lvl1pPr>
            <a:lvl2pPr algn="l">
              <a:defRPr sz="1950" b="0">
                <a:solidFill>
                  <a:srgbClr val="4D5A68"/>
                </a:solidFill>
                <a:latin typeface="Consolas"/>
                <a:ea typeface="Consolas"/>
                <a:cs typeface="Consolas"/>
              </a:defRPr>
            </a:lvl2pPr>
            <a:lvl3pPr algn="l">
              <a:defRPr sz="1950" b="0">
                <a:solidFill>
                  <a:srgbClr val="4D5A68"/>
                </a:solidFill>
                <a:latin typeface="Consolas"/>
                <a:ea typeface="Consolas"/>
                <a:cs typeface="Consolas"/>
              </a:defRPr>
            </a:lvl3pPr>
            <a:lvl4pPr algn="l">
              <a:defRPr sz="1950" b="0">
                <a:solidFill>
                  <a:srgbClr val="4D5A68"/>
                </a:solidFill>
                <a:latin typeface="Consolas"/>
                <a:ea typeface="Consolas"/>
                <a:cs typeface="Consolas"/>
              </a:defRPr>
            </a:lvl4pPr>
            <a:lvl5pPr algn="l">
              <a:defRPr sz="1950" b="0">
                <a:solidFill>
                  <a:srgbClr val="4D5A68"/>
                </a:solidFill>
                <a:latin typeface="Consolas"/>
                <a:ea typeface="Consolas"/>
                <a:cs typeface="Consolas"/>
              </a:defRPr>
            </a:lvl5pPr>
            <a:lvl6pPr algn="l">
              <a:defRPr sz="1950" b="0">
                <a:solidFill>
                  <a:srgbClr val="4D5A68"/>
                </a:solidFill>
                <a:latin typeface="Consolas"/>
                <a:ea typeface="Consolas"/>
                <a:cs typeface="Consolas"/>
              </a:defRPr>
            </a:lvl6pPr>
            <a:lvl7pPr algn="l">
              <a:defRPr sz="1950" b="0">
                <a:solidFill>
                  <a:srgbClr val="4D5A68"/>
                </a:solidFill>
                <a:latin typeface="Consolas"/>
                <a:ea typeface="Consolas"/>
                <a:cs typeface="Consolas"/>
              </a:defRPr>
            </a:lvl7pPr>
            <a:lvl8pPr algn="l">
              <a:defRPr sz="1950" b="0">
                <a:solidFill>
                  <a:srgbClr val="4D5A68"/>
                </a:solidFill>
                <a:latin typeface="Consolas"/>
                <a:ea typeface="Consolas"/>
                <a:cs typeface="Consolas"/>
              </a:defRPr>
            </a:lvl8pPr>
            <a:lvl9pPr algn="l">
              <a:defRPr sz="1950" b="0">
                <a:solidFill>
                  <a:srgbClr val="4D5A68"/>
                </a:solidFill>
                <a:latin typeface="Consolas"/>
                <a:ea typeface="Consolas"/>
                <a:cs typeface="Consolas"/>
              </a:defRPr>
            </a:lvl9pPr>
          </a:lstStyle>
          <a:p xmlns:a="http://schemas.openxmlformats.org/drawingml/2006/main">
            <a:pPr algn="l">
              <a:defRPr sz="1950" b="0">
                <a:solidFill>
                  <a:srgbClr val="4D5A68"/>
                </a:solidFill>
                <a:latin typeface="Consolas"/>
                <a:ea typeface="Consolas"/>
                <a:cs typeface="Consolas"/>
              </a:defRPr>
            </a:pPr>
            <a:r>
              <a:rPr sz="1950" b="0">
                <a:solidFill>
                  <a:srgbClr val="4D5A68"/>
                </a:solidFill>
                <a:latin typeface="Consolas"/>
                <a:ea typeface="Consolas"/>
                <a:cs typeface="Consolas"/>
              </a:rPr>
              <a:t>계약: [x_start, x_end)</a:t>
            </a:r>
          </a:p>
        </p:txBody>
      </p:sp>
      <p:sp>
        <p:nvSpPr>
          <p:cNvPr id="63" name="Legacy module connection">
            <a:extLst xmlns:a="http://schemas.openxmlformats.org/drawingml/2006/main">
              <a:ext uri="{FF2B5EF4-FFF2-40B4-BE49-F238E27FC236}">
                <a16:creationId xmlns:a16="http://schemas.microsoft.com/office/drawing/2014/main" id="{6C2C5EE2-7B33-4D8A-B6EF-400F6B2F30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0891696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0 · 조사 결과 읽기">
            <a:extLst xmlns:a="http://schemas.openxmlformats.org/drawingml/2006/main">
              <a:ext uri="{FF2B5EF4-FFF2-40B4-BE49-F238E27FC236}">
                <a16:creationId xmlns:a16="http://schemas.microsoft.com/office/drawing/2014/main" id="{B585B08C-C4D1-4CC8-BBA5-ECA534897B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 결과 읽기</a:t>
            </a:r>
          </a:p>
        </p:txBody>
      </p:sp>
      <p:sp>
        <p:nvSpPr>
          <p:cNvPr id="2" name="S06">
            <a:extLst xmlns:a="http://schemas.openxmlformats.org/drawingml/2006/main">
              <a:ext uri="{FF2B5EF4-FFF2-40B4-BE49-F238E27FC236}">
                <a16:creationId xmlns:a16="http://schemas.microsoft.com/office/drawing/2014/main" id="{42FFBD4C-29B1-4B3E-962D-EC995EDFE13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54703483-3FE8-453C-A301-B31E4E2744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8ECC2D5F-98EC-4838-A495-C3BD6B547B0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 재구성 · Codex CLI 0.154.0 · 단일 읽기 전용 조사">
            <a:extLst xmlns:a="http://schemas.openxmlformats.org/drawingml/2006/main">
              <a:ext uri="{FF2B5EF4-FFF2-40B4-BE49-F238E27FC236}">
                <a16:creationId xmlns:a16="http://schemas.microsoft.com/office/drawing/2014/main" id="{F54EA3A5-4B88-41ED-95A0-1B4B95C115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 재구성 · Codex CLI 0.154.0 · 단일 읽기 전용 조사</a:t>
            </a:r>
          </a:p>
        </p:txBody>
      </p:sp>
      <p:sp>
        <p:nvSpPr>
          <p:cNvPr id="6" name="환경 오류 3건은 crop 결함의 증거가 아닙니다. 이 조사에서 코드는 수정하지 않았습니다.">
            <a:extLst xmlns:a="http://schemas.openxmlformats.org/drawingml/2006/main">
              <a:ext uri="{FF2B5EF4-FFF2-40B4-BE49-F238E27FC236}">
                <a16:creationId xmlns:a16="http://schemas.microsoft.com/office/drawing/2014/main" id="{E419A8F2-6F01-4C4D-B048-5EA44BA514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환경 오류 3건은 crop 결함의 증거가 아닙니다. 이 조사에서 코드는 수정하지 않았습니다.</a:t>
            </a:r>
          </a:p>
        </p:txBody>
      </p:sp>
      <p:sp>
        <p:nvSpPr>
          <p:cNvPr id="7" name="코드에서 확인한 문제">
            <a:extLst xmlns:a="http://schemas.openxmlformats.org/drawingml/2006/main">
              <a:ext uri="{FF2B5EF4-FFF2-40B4-BE49-F238E27FC236}">
                <a16:creationId xmlns:a16="http://schemas.microsoft.com/office/drawing/2014/main" id="{B9372716-2FB0-4B82-85CA-C56A71A054AD}"/>
              </a:ext>
            </a:extLst>
          </p:cNvPr>
          <p:cNvSpPr>
            <a:spLocks xmlns:a="http://schemas.openxmlformats.org/drawingml/2006/main" noGrp="1"/>
          </p:cNvSpPr>
          <p:nvPr/>
        </p:nvSpPr>
        <p:spPr>
          <a:xfrm xmlns:a="http://schemas.openxmlformats.org/drawingml/2006/main">
            <a:off x="609600" y="2266950"/>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코드에서 확인한 문제</a:t>
            </a:r>
          </a:p>
        </p:txBody>
      </p:sp>
      <p:sp>
        <p:nvSpPr>
          <p:cNvPr id="8" name="실행 환경에서 생긴 제한">
            <a:extLst xmlns:a="http://schemas.openxmlformats.org/drawingml/2006/main">
              <a:ext uri="{FF2B5EF4-FFF2-40B4-BE49-F238E27FC236}">
                <a16:creationId xmlns:a16="http://schemas.microsoft.com/office/drawing/2014/main" id="{2FCCD3F3-5A01-4B1C-B264-B85F1DF4DB34}"/>
              </a:ext>
            </a:extLst>
          </p:cNvPr>
          <p:cNvSpPr>
            <a:spLocks xmlns:a="http://schemas.openxmlformats.org/drawingml/2006/main" noGrp="1"/>
          </p:cNvSpPr>
          <p:nvPr/>
        </p:nvSpPr>
        <p:spPr>
          <a:xfrm xmlns:a="http://schemas.openxmlformats.org/drawingml/2006/main">
            <a:off x="6667500" y="2266950"/>
            <a:ext cx="4914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실행 환경에서 생긴 제한</a:t>
            </a:r>
          </a:p>
        </p:txBody>
      </p:sp>
      <p:sp>
        <p:nvSpPr>
          <p:cNvPr id="9" name="">
            <a:extLst xmlns:a="http://schemas.openxmlformats.org/drawingml/2006/main">
              <a:ext uri="{FF2B5EF4-FFF2-40B4-BE49-F238E27FC236}">
                <a16:creationId xmlns:a16="http://schemas.microsoft.com/office/drawing/2014/main" id="{2792771F-F901-4FE5-80B6-66808986853F}"/>
              </a:ext>
            </a:extLst>
          </p:cNvPr>
          <p:cNvSpPr>
            <a:spLocks xmlns:a="http://schemas.openxmlformats.org/drawingml/2006/main" noGrp="1"/>
          </p:cNvSpPr>
          <p:nvPr/>
        </p:nvSpPr>
        <p:spPr>
          <a:xfrm xmlns:a="http://schemas.openxmlformats.org/drawingml/2006/main">
            <a:off x="609600" y="2924175"/>
            <a:ext cx="516255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2361843-35B3-43D3-BDA4-5FA8917E9EA4}"/>
              </a:ext>
            </a:extLst>
          </p:cNvPr>
          <p:cNvSpPr>
            <a:spLocks xmlns:a="http://schemas.openxmlformats.org/drawingml/2006/main" noGrp="1"/>
          </p:cNvSpPr>
          <p:nvPr/>
        </p:nvSpPr>
        <p:spPr>
          <a:xfrm xmlns:a="http://schemas.openxmlformats.org/drawingml/2006/main">
            <a:off x="6667500" y="2924175"/>
            <a:ext cx="4914900" cy="20097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1" name="crop에 한 열이 더 포함됨">
            <a:extLst xmlns:a="http://schemas.openxmlformats.org/drawingml/2006/main">
              <a:ext uri="{FF2B5EF4-FFF2-40B4-BE49-F238E27FC236}">
                <a16:creationId xmlns:a16="http://schemas.microsoft.com/office/drawing/2014/main" id="{4681415B-6EE5-4B0C-AE78-A9F2E2CE0052}"/>
              </a:ext>
            </a:extLst>
          </p:cNvPr>
          <p:cNvSpPr>
            <a:spLocks xmlns:a="http://schemas.openxmlformats.org/drawingml/2006/main" noGrp="1"/>
          </p:cNvSpPr>
          <p:nvPr/>
        </p:nvSpPr>
        <p:spPr>
          <a:xfrm xmlns:a="http://schemas.openxmlformats.org/drawingml/2006/main">
            <a:off x="838200" y="3133725"/>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crop에 한 열이 더 포함됨</a:t>
            </a:r>
          </a:p>
        </p:txBody>
      </p:sp>
      <p:sp>
        <p:nvSpPr>
          <p:cNvPr id="12" name="테스트·호출 경로·계약 연결&#10;원인 설명 / 코드 수정 없음">
            <a:extLst xmlns:a="http://schemas.openxmlformats.org/drawingml/2006/main">
              <a:ext uri="{FF2B5EF4-FFF2-40B4-BE49-F238E27FC236}">
                <a16:creationId xmlns:a16="http://schemas.microsoft.com/office/drawing/2014/main" id="{7DE7CE16-2D75-4852-931B-43B4E02A1923}"/>
              </a:ext>
            </a:extLst>
          </p:cNvPr>
          <p:cNvSpPr>
            <a:spLocks xmlns:a="http://schemas.openxmlformats.org/drawingml/2006/main" noGrp="1"/>
          </p:cNvSpPr>
          <p:nvPr/>
        </p:nvSpPr>
        <p:spPr>
          <a:xfrm xmlns:a="http://schemas.openxmlformats.org/drawingml/2006/main">
            <a:off x="838200" y="3867150"/>
            <a:ext cx="4705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테스트·호출 경로·계약 연결</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원인 설명 / 코드 수정 없음</a:t>
            </a:r>
          </a:p>
        </p:txBody>
      </p:sp>
      <p:sp>
        <p:nvSpPr>
          <p:cNvPr id="13" name="임시 디렉터리를 만들 수 없음">
            <a:extLst xmlns:a="http://schemas.openxmlformats.org/drawingml/2006/main">
              <a:ext uri="{FF2B5EF4-FFF2-40B4-BE49-F238E27FC236}">
                <a16:creationId xmlns:a16="http://schemas.microsoft.com/office/drawing/2014/main" id="{90B5586C-C9A5-4514-A28C-F7F8DF784F03}"/>
              </a:ext>
            </a:extLst>
          </p:cNvPr>
          <p:cNvSpPr>
            <a:spLocks xmlns:a="http://schemas.openxmlformats.org/drawingml/2006/main" noGrp="1"/>
          </p:cNvSpPr>
          <p:nvPr/>
        </p:nvSpPr>
        <p:spPr>
          <a:xfrm xmlns:a="http://schemas.openxmlformats.org/drawingml/2006/main">
            <a:off x="6896100" y="3133725"/>
            <a:ext cx="4457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임시 디렉터리를 만들 수 없음</a:t>
            </a:r>
          </a:p>
        </p:txBody>
      </p:sp>
      <p:sp>
        <p:nvSpPr>
          <p:cNvPr id="14" name="읽기 전용 권한 때문에&#10;서로 다른 테스트 3건이 오류">
            <a:extLst xmlns:a="http://schemas.openxmlformats.org/drawingml/2006/main">
              <a:ext uri="{FF2B5EF4-FFF2-40B4-BE49-F238E27FC236}">
                <a16:creationId xmlns:a16="http://schemas.microsoft.com/office/drawing/2014/main" id="{C0964F9F-5078-4097-B43B-B3789B32CA5F}"/>
              </a:ext>
            </a:extLst>
          </p:cNvPr>
          <p:cNvSpPr>
            <a:spLocks xmlns:a="http://schemas.openxmlformats.org/drawingml/2006/main" noGrp="1"/>
          </p:cNvSpPr>
          <p:nvPr/>
        </p:nvSpPr>
        <p:spPr>
          <a:xfrm xmlns:a="http://schemas.openxmlformats.org/drawingml/2006/main">
            <a:off x="6896100" y="3867150"/>
            <a:ext cx="4457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읽기 전용 권한 때문에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서로 다른 테스트 3건이 오류</a:t>
            </a:r>
          </a:p>
        </p:txBody>
      </p:sp>
      <p:sp>
        <p:nvSpPr>
          <p:cNvPr id="15" name="">
            <a:extLst xmlns:a="http://schemas.openxmlformats.org/drawingml/2006/main">
              <a:ext uri="{FF2B5EF4-FFF2-40B4-BE49-F238E27FC236}">
                <a16:creationId xmlns:a16="http://schemas.microsoft.com/office/drawing/2014/main" id="{9C24F623-BBBD-4C7E-97C9-7C70BA4C5BF5}"/>
              </a:ext>
            </a:extLst>
          </p:cNvPr>
          <p:cNvSpPr>
            <a:spLocks xmlns:a="http://schemas.openxmlformats.org/drawingml/2006/main" noGrp="1"/>
          </p:cNvSpPr>
          <p:nvPr/>
        </p:nvSpPr>
        <p:spPr>
          <a:xfrm xmlns:a="http://schemas.openxmlformats.org/drawingml/2006/main">
            <a:off x="609600" y="5200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전체 실행 기록: 7개 통과 + crop 실패 + 환경 오류 3건">
            <a:extLst xmlns:a="http://schemas.openxmlformats.org/drawingml/2006/main">
              <a:ext uri="{FF2B5EF4-FFF2-40B4-BE49-F238E27FC236}">
                <a16:creationId xmlns:a16="http://schemas.microsoft.com/office/drawing/2014/main" id="{41D3CF48-E674-492D-92F8-C9F5E415BF9D}"/>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실행 기록: 7개 통과 + crop 실패 + 환경 오류 3건</a:t>
            </a:r>
          </a:p>
        </p:txBody>
      </p:sp>
      <p:sp>
        <p:nvSpPr>
          <p:cNvPr id="17" name="Legacy module connection">
            <a:extLst xmlns:a="http://schemas.openxmlformats.org/drawingml/2006/main">
              <a:ext uri="{FF2B5EF4-FFF2-40B4-BE49-F238E27FC236}">
                <a16:creationId xmlns:a16="http://schemas.microsoft.com/office/drawing/2014/main" id="{AEBAD6F7-5F9F-4DDE-B6E3-73AC3DFF18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3646259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D3388B1E-EDC4-4415-9D64-8319D92C49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4469944C-1C7B-4642-BE65-49587EE5BD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7ABD89C3-BA50-48D4-B6DE-3318C514E362}"/>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D80A7AB5-A3A1-4524-BB18-7B4C9E04E9E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E2549725-75AA-4E1A-9588-B920CFEB61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62B593CE-C9BD-4336-A616-47B420325D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6B2F3445-9BD7-414E-97DE-50F4069168B2}"/>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928F78C9-F709-4E3A-87AD-ACD14B58D5A0}"/>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A3844098-4841-4FB3-B62D-3D86429A38A8}"/>
              </a:ext>
            </a:extLst>
          </p:cNvPr>
          <p:cNvPicPr>
            <a:picLocks xmlns:a="http://schemas.openxmlformats.org/drawingml/2006/main" noChangeAspect="1"/>
          </p:cNvPicPr>
          <p:nvPr/>
        </p:nvPicPr>
        <p:blipFill>
          <a:blip xmlns:r="http://schemas.openxmlformats.org/officeDocument/2006/relationships" xmlns:a="http://schemas.openxmlformats.org/drawingml/2006/main" r:embed="R717ea0f2aa5049cb"/>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F814C57A-54F7-46F0-ABEB-290486F35176}"/>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605E18B4-2926-49B7-ACD9-21CB37023CD9}"/>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245D2D9C-3F70-47EC-8FC8-58D6589E929A}"/>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6BA8677D-B9D7-4EB7-8774-5DC0472F24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60900707"/>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0 · 접근할 정보와 정할 목표">
            <a:extLst xmlns:a="http://schemas.openxmlformats.org/drawingml/2006/main">
              <a:ext uri="{FF2B5EF4-FFF2-40B4-BE49-F238E27FC236}">
                <a16:creationId xmlns:a16="http://schemas.microsoft.com/office/drawing/2014/main" id="{118B752A-48A3-4740-B469-F5B353DB67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00C3182A-6F07-478D-B2C0-6A1AA7F90FF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B064F0DB-F507-4B7F-A2F8-3323BEBA12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1BBC5C82-7706-43D9-894D-963D0D782DF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7EEB57A1-ADBE-498E-9AD5-829494F5DE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84FF9756-A3B9-41E1-BB37-5B56C84F57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26BCFDB0-D20B-44A0-BFE2-62D613B43667}"/>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284469FB-573F-445F-A855-86D9F4BCD93A}"/>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F9BC1EFA-6DD7-4C9B-B177-15F51F4D76FA}"/>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10073F4B-69A0-41F9-B191-BF8A6235EC17}"/>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20E24A8A-7CA3-4234-A492-988235BE03F9}"/>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8EF862BE-E5E6-4657-8A5B-6854E82EEDFF}"/>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A147683C-6880-40CA-8C73-A2DF7F2C5078}"/>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8E67E8FF-243A-4C80-A6B1-066EE4B14CA5}"/>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
        <p:nvSpPr>
          <p:cNvPr id="15" name="Legacy module connection">
            <a:extLst xmlns:a="http://schemas.openxmlformats.org/drawingml/2006/main">
              <a:ext uri="{FF2B5EF4-FFF2-40B4-BE49-F238E27FC236}">
                <a16:creationId xmlns:a16="http://schemas.microsoft.com/office/drawing/2014/main" id="{6CBECE70-368A-4DC7-9691-9755801C45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221205926"/>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내 작업에 적용할 질문">
            <a:extLst xmlns:a="http://schemas.openxmlformats.org/drawingml/2006/main">
              <a:ext uri="{FF2B5EF4-FFF2-40B4-BE49-F238E27FC236}">
                <a16:creationId xmlns:a16="http://schemas.microsoft.com/office/drawing/2014/main" id="{7CB37BA4-B008-4933-97A5-1E057241A1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내 작업에 적용할 질문</a:t>
            </a:r>
          </a:p>
        </p:txBody>
      </p:sp>
      <p:sp>
        <p:nvSpPr>
          <p:cNvPr id="2" name="S09">
            <a:extLst xmlns:a="http://schemas.openxmlformats.org/drawingml/2006/main">
              <a:ext uri="{FF2B5EF4-FFF2-40B4-BE49-F238E27FC236}">
                <a16:creationId xmlns:a16="http://schemas.microsoft.com/office/drawing/2014/main" id="{81D15B1F-FBDF-4E3D-9184-D659D819EC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6B969CA4-69BA-44A7-97B7-74FCE21137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C67D82A7-5C21-4C76-A311-CE93A81111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DCC5DBE1-BD5D-4178-8676-A6C6282E79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E316D910-8EE7-4585-B4E6-324DEDF3B16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30968823-2375-4F4C-8C19-A4BBF2F07BD0}"/>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B4CC6887-4142-4978-ADF8-DA80C8931104}"/>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13293845-8EF7-4544-915B-06743DC4CE77}"/>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9161CB3D-A603-4C09-95A3-49885C3990E6}"/>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
        <p:nvSpPr>
          <p:cNvPr id="11" name="Legacy module connection">
            <a:extLst xmlns:a="http://schemas.openxmlformats.org/drawingml/2006/main">
              <a:ext uri="{FF2B5EF4-FFF2-40B4-BE49-F238E27FC236}">
                <a16:creationId xmlns:a16="http://schemas.microsoft.com/office/drawing/2014/main" id="{5E8DF759-59AD-46BF-9148-BCB07CCA751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61463371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2026-10-21T11:58:57.9800000Z</dcterms:created>
  <dcterms:modified xsi:type="dcterms:W3CDTF">2026-10-21T11:58:57.9800000Z</dcterms:modified>
</coreProperties>
</file>